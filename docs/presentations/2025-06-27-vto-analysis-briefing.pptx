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2" r:id="rId2"/>
  </p:sldMasterIdLst>
  <p:notesMasterIdLst>
    <p:notesMasterId r:id="rId11"/>
  </p:notesMasterIdLst>
  <p:sldIdLst>
    <p:sldId id="2147375087" r:id="rId3"/>
    <p:sldId id="364" r:id="rId4"/>
    <p:sldId id="353" r:id="rId5"/>
    <p:sldId id="2147375096" r:id="rId6"/>
    <p:sldId id="2147375093" r:id="rId7"/>
    <p:sldId id="2147375089" r:id="rId8"/>
    <p:sldId id="2147375094" r:id="rId9"/>
    <p:sldId id="2147375095"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5F5F27E-93F9-4343-9653-98CF10D34E8C}" v="8" dt="2025-10-17T23:06:32.78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62107" autoAdjust="0"/>
  </p:normalViewPr>
  <p:slideViewPr>
    <p:cSldViewPr snapToGrid="0">
      <p:cViewPr varScale="1">
        <p:scale>
          <a:sx n="65" d="100"/>
          <a:sy n="65" d="100"/>
        </p:scale>
        <p:origin x="2268" y="6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17" Type="http://schemas.microsoft.com/office/2015/10/relationships/revisionInfo" Target="revisionInfo.xml"/><Relationship Id="rId2" Type="http://schemas.openxmlformats.org/officeDocument/2006/relationships/slideMaster" Target="slideMasters/slideMaster2.xml"/><Relationship Id="rId16"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ip, Arthur" userId="449abbf6-f4cb-4fa5-ac32-cf7a55bef8bf" providerId="ADAL" clId="{E61C7EF5-0200-4AA9-85F2-AAFA36A4DFB4}"/>
    <pc:docChg chg="undo custSel addSld delSld modSld">
      <pc:chgData name="Yip, Arthur" userId="449abbf6-f4cb-4fa5-ac32-cf7a55bef8bf" providerId="ADAL" clId="{E61C7EF5-0200-4AA9-85F2-AAFA36A4DFB4}" dt="2025-10-17T23:06:32.848" v="18" actId="27636"/>
      <pc:docMkLst>
        <pc:docMk/>
      </pc:docMkLst>
      <pc:sldChg chg="add">
        <pc:chgData name="Yip, Arthur" userId="449abbf6-f4cb-4fa5-ac32-cf7a55bef8bf" providerId="ADAL" clId="{E61C7EF5-0200-4AA9-85F2-AAFA36A4DFB4}" dt="2025-10-17T23:05:29.467" v="6"/>
        <pc:sldMkLst>
          <pc:docMk/>
          <pc:sldMk cId="51140694" sldId="353"/>
        </pc:sldMkLst>
      </pc:sldChg>
      <pc:sldChg chg="modSp add del mod">
        <pc:chgData name="Yip, Arthur" userId="449abbf6-f4cb-4fa5-ac32-cf7a55bef8bf" providerId="ADAL" clId="{E61C7EF5-0200-4AA9-85F2-AAFA36A4DFB4}" dt="2025-10-17T23:04:57.421" v="5"/>
        <pc:sldMkLst>
          <pc:docMk/>
          <pc:sldMk cId="1731212681" sldId="364"/>
        </pc:sldMkLst>
        <pc:spChg chg="mod">
          <ac:chgData name="Yip, Arthur" userId="449abbf6-f4cb-4fa5-ac32-cf7a55bef8bf" providerId="ADAL" clId="{E61C7EF5-0200-4AA9-85F2-AAFA36A4DFB4}" dt="2025-10-17T23:04:57.309" v="4"/>
          <ac:spMkLst>
            <pc:docMk/>
            <pc:sldMk cId="1731212681" sldId="364"/>
            <ac:spMk id="2" creationId="{72FE3642-D8A3-FD64-7FF9-08A8DDE4B7F0}"/>
          </ac:spMkLst>
        </pc:spChg>
      </pc:sldChg>
      <pc:sldChg chg="addSp delSp modSp mod">
        <pc:chgData name="Yip, Arthur" userId="449abbf6-f4cb-4fa5-ac32-cf7a55bef8bf" providerId="ADAL" clId="{E61C7EF5-0200-4AA9-85F2-AAFA36A4DFB4}" dt="2025-10-17T23:06:27.669" v="15" actId="21"/>
        <pc:sldMkLst>
          <pc:docMk/>
          <pc:sldMk cId="3151237707" sldId="2147375093"/>
        </pc:sldMkLst>
        <pc:spChg chg="del">
          <ac:chgData name="Yip, Arthur" userId="449abbf6-f4cb-4fa5-ac32-cf7a55bef8bf" providerId="ADAL" clId="{E61C7EF5-0200-4AA9-85F2-AAFA36A4DFB4}" dt="2025-10-17T23:06:27.669" v="15" actId="21"/>
          <ac:spMkLst>
            <pc:docMk/>
            <pc:sldMk cId="3151237707" sldId="2147375093"/>
            <ac:spMk id="3" creationId="{927D177F-2F8E-A4AE-3162-6A2EAC78E483}"/>
          </ac:spMkLst>
        </pc:spChg>
        <pc:spChg chg="add mod">
          <ac:chgData name="Yip, Arthur" userId="449abbf6-f4cb-4fa5-ac32-cf7a55bef8bf" providerId="ADAL" clId="{E61C7EF5-0200-4AA9-85F2-AAFA36A4DFB4}" dt="2025-10-17T23:06:27.669" v="15" actId="21"/>
          <ac:spMkLst>
            <pc:docMk/>
            <pc:sldMk cId="3151237707" sldId="2147375093"/>
            <ac:spMk id="5" creationId="{44B782B9-6F1E-3330-C245-17F2FE5D44B4}"/>
          </ac:spMkLst>
        </pc:spChg>
      </pc:sldChg>
      <pc:sldChg chg="new">
        <pc:chgData name="Yip, Arthur" userId="449abbf6-f4cb-4fa5-ac32-cf7a55bef8bf" providerId="ADAL" clId="{E61C7EF5-0200-4AA9-85F2-AAFA36A4DFB4}" dt="2025-10-17T23:04:28.930" v="0" actId="680"/>
        <pc:sldMkLst>
          <pc:docMk/>
          <pc:sldMk cId="1600749418" sldId="2147375095"/>
        </pc:sldMkLst>
      </pc:sldChg>
      <pc:sldChg chg="addSp delSp modSp add mod modAnim modNotesTx">
        <pc:chgData name="Yip, Arthur" userId="449abbf6-f4cb-4fa5-ac32-cf7a55bef8bf" providerId="ADAL" clId="{E61C7EF5-0200-4AA9-85F2-AAFA36A4DFB4}" dt="2025-10-17T23:06:32.848" v="18" actId="27636"/>
        <pc:sldMkLst>
          <pc:docMk/>
          <pc:sldMk cId="3212680207" sldId="2147375096"/>
        </pc:sldMkLst>
        <pc:spChg chg="mod">
          <ac:chgData name="Yip, Arthur" userId="449abbf6-f4cb-4fa5-ac32-cf7a55bef8bf" providerId="ADAL" clId="{E61C7EF5-0200-4AA9-85F2-AAFA36A4DFB4}" dt="2025-10-17T23:06:24.290" v="14"/>
          <ac:spMkLst>
            <pc:docMk/>
            <pc:sldMk cId="3212680207" sldId="2147375096"/>
            <ac:spMk id="2" creationId="{DA1AA595-795D-4810-7802-C438159F4574}"/>
          </ac:spMkLst>
        </pc:spChg>
        <pc:spChg chg="del mod">
          <ac:chgData name="Yip, Arthur" userId="449abbf6-f4cb-4fa5-ac32-cf7a55bef8bf" providerId="ADAL" clId="{E61C7EF5-0200-4AA9-85F2-AAFA36A4DFB4}" dt="2025-10-17T23:06:32.477" v="16" actId="478"/>
          <ac:spMkLst>
            <pc:docMk/>
            <pc:sldMk cId="3212680207" sldId="2147375096"/>
            <ac:spMk id="3" creationId="{6C5B1A24-1FC6-000A-26D8-FA3A64B104C9}"/>
          </ac:spMkLst>
        </pc:spChg>
        <pc:spChg chg="add mod">
          <ac:chgData name="Yip, Arthur" userId="449abbf6-f4cb-4fa5-ac32-cf7a55bef8bf" providerId="ADAL" clId="{E61C7EF5-0200-4AA9-85F2-AAFA36A4DFB4}" dt="2025-10-17T23:06:32.848" v="18" actId="27636"/>
          <ac:spMkLst>
            <pc:docMk/>
            <pc:sldMk cId="3212680207" sldId="2147375096"/>
            <ac:spMk id="4" creationId="{927D177F-2F8E-A4AE-3162-6A2EAC78E483}"/>
          </ac:spMkLst>
        </pc:spChg>
        <pc:spChg chg="del">
          <ac:chgData name="Yip, Arthur" userId="449abbf6-f4cb-4fa5-ac32-cf7a55bef8bf" providerId="ADAL" clId="{E61C7EF5-0200-4AA9-85F2-AAFA36A4DFB4}" dt="2025-10-17T23:06:17.604" v="13" actId="478"/>
          <ac:spMkLst>
            <pc:docMk/>
            <pc:sldMk cId="3212680207" sldId="2147375096"/>
            <ac:spMk id="10" creationId="{89DDB02A-0F2C-CFD3-4C52-7B73A26347BE}"/>
          </ac:spMkLst>
        </pc:spChg>
        <pc:picChg chg="del">
          <ac:chgData name="Yip, Arthur" userId="449abbf6-f4cb-4fa5-ac32-cf7a55bef8bf" providerId="ADAL" clId="{E61C7EF5-0200-4AA9-85F2-AAFA36A4DFB4}" dt="2025-10-17T23:06:15.469" v="11" actId="478"/>
          <ac:picMkLst>
            <pc:docMk/>
            <pc:sldMk cId="3212680207" sldId="2147375096"/>
            <ac:picMk id="5" creationId="{62EEE854-DE97-B96F-D2D0-48B760F7D665}"/>
          </ac:picMkLst>
        </pc:picChg>
        <pc:picChg chg="del">
          <ac:chgData name="Yip, Arthur" userId="449abbf6-f4cb-4fa5-ac32-cf7a55bef8bf" providerId="ADAL" clId="{E61C7EF5-0200-4AA9-85F2-AAFA36A4DFB4}" dt="2025-10-17T23:06:16.021" v="12" actId="478"/>
          <ac:picMkLst>
            <pc:docMk/>
            <pc:sldMk cId="3212680207" sldId="2147375096"/>
            <ac:picMk id="9" creationId="{58DFEF37-CAF3-4BF2-01C6-824ED2D8FCF4}"/>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46D7A0-174F-4608-BBDB-310DA3DF4821}" type="datetimeFigureOut">
              <a:rPr lang="en-US" smtClean="0"/>
              <a:t>2025-10-09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27381B-9CF8-4298-A488-8540A3604A48}" type="slidenum">
              <a:rPr lang="en-US" smtClean="0"/>
              <a:t>‹#›</a:t>
            </a:fld>
            <a:endParaRPr lang="en-US"/>
          </a:p>
        </p:txBody>
      </p:sp>
    </p:spTree>
    <p:extLst>
      <p:ext uri="{BB962C8B-B14F-4D97-AF65-F5344CB8AC3E}">
        <p14:creationId xmlns:p14="http://schemas.microsoft.com/office/powerpoint/2010/main" val="378519267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effectLst/>
                <a:latin typeface="-apple-system"/>
              </a:rPr>
              <a:t>Higher median vehicle age in a county can arise from </a:t>
            </a:r>
          </a:p>
          <a:p>
            <a:r>
              <a:rPr lang="en-US" b="0" i="0" dirty="0">
                <a:effectLst/>
                <a:latin typeface="-apple-system"/>
              </a:rPr>
              <a:t>-transfers of used vehicles from other counties</a:t>
            </a:r>
          </a:p>
          <a:p>
            <a:r>
              <a:rPr lang="en-US" b="0" i="0" dirty="0">
                <a:effectLst/>
                <a:latin typeface="-apple-system"/>
              </a:rPr>
              <a:t>-households holding onto vehicles longer - quality of v</a:t>
            </a:r>
            <a:r>
              <a:rPr lang="en-US" dirty="0"/>
              <a:t>ehicles lasting longer, or “preference” for cheaper/used vehicles</a:t>
            </a:r>
          </a:p>
          <a:p>
            <a:r>
              <a:rPr lang="en-US" dirty="0"/>
              <a:t>-VMT impacts on survival/repairability</a:t>
            </a:r>
          </a:p>
          <a:p>
            <a:pPr marL="171450" indent="-171450">
              <a:buFontTx/>
              <a:buChar char="-"/>
            </a:pPr>
            <a:r>
              <a:rPr lang="en-US" dirty="0"/>
              <a:t>Ownership / backup vehicles</a:t>
            </a:r>
          </a:p>
          <a:p>
            <a:pPr marL="171450" indent="-171450">
              <a:buFontTx/>
              <a:buChar char="-"/>
            </a:pPr>
            <a:r>
              <a:rPr lang="en-US" dirty="0"/>
              <a:t>Incentives, new/used car subsidies, programs e.g. cash for clunkers</a:t>
            </a:r>
          </a:p>
          <a:p>
            <a:pPr marL="171450" indent="-171450">
              <a:buFontTx/>
              <a:buChar char="-"/>
            </a:pPr>
            <a:r>
              <a:rPr lang="en-US" dirty="0"/>
              <a:t>Winter road salt corrosion (correlated with temperature/climate)</a:t>
            </a:r>
          </a:p>
          <a:p>
            <a:pPr marL="171450" indent="-171450">
              <a:buFontTx/>
              <a:buChar char="-"/>
            </a:pPr>
            <a:r>
              <a:rPr lang="en-US" dirty="0"/>
              <a:t>Summer heat impact on EV battery degradation, range, and longevity</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not necessarily spatially different, but over the years, vehicle age has gone up, quite possibly partially due to improved vehicle lifetimes.</a:t>
            </a:r>
            <a:br>
              <a:rPr lang="en-US" sz="1200" dirty="0">
                <a:effectLst/>
                <a:latin typeface="Times New Roman" panose="02020603050405020304" pitchFamily="18" charset="0"/>
                <a:ea typeface="Times New Roman" panose="02020603050405020304" pitchFamily="18" charset="0"/>
              </a:rPr>
            </a:br>
            <a:r>
              <a:rPr lang="en-US" sz="1200" dirty="0">
                <a:effectLst/>
                <a:latin typeface="Times New Roman" panose="02020603050405020304" pitchFamily="18" charset="0"/>
                <a:ea typeface="Times New Roman" panose="02020603050405020304" pitchFamily="18" charset="0"/>
              </a:rPr>
              <a:t>- not visible/I don’t have the evidence, but some make/models/types probably last longer than others...</a:t>
            </a:r>
          </a:p>
          <a:p>
            <a:pPr marL="0" marR="0">
              <a:spcBef>
                <a:spcPts val="0"/>
              </a:spcBef>
              <a:spcAft>
                <a:spcPts val="0"/>
              </a:spcAft>
            </a:pPr>
            <a:r>
              <a:rPr lang="en-US" sz="1200" dirty="0">
                <a:effectLst/>
                <a:latin typeface="Times New Roman" panose="02020603050405020304" pitchFamily="18" charset="0"/>
                <a:ea typeface="Times New Roman" panose="02020603050405020304" pitchFamily="18" charset="0"/>
              </a:rPr>
              <a:t> </a:t>
            </a:r>
            <a:r>
              <a:rPr lang="en-US" sz="1200" dirty="0">
                <a:solidFill>
                  <a:srgbClr val="000000"/>
                </a:solidFill>
                <a:effectLst/>
                <a:latin typeface="Times New Roman" panose="02020603050405020304" pitchFamily="18" charset="0"/>
                <a:ea typeface="Times New Roman" panose="02020603050405020304" pitchFamily="18" charset="0"/>
              </a:rPr>
              <a:t>I’d delete</a:t>
            </a:r>
            <a:endParaRPr lang="en-US" sz="1200" dirty="0">
              <a:effectLst/>
              <a:latin typeface="Times New Roman" panose="02020603050405020304" pitchFamily="18" charset="0"/>
              <a:ea typeface="Times New Roman" panose="02020603050405020304" pitchFamily="18" charset="0"/>
            </a:endParaRPr>
          </a:p>
          <a:p>
            <a:pPr marL="171450" indent="-171450">
              <a:buFontTx/>
              <a:buChar char="-"/>
            </a:pPr>
            <a:endParaRPr lang="en-US" dirty="0"/>
          </a:p>
          <a:p>
            <a:pPr marL="171450" indent="-171450">
              <a:buFontTx/>
              <a:buChar char="-"/>
            </a:pPr>
            <a:endParaRPr lang="en-US" dirty="0"/>
          </a:p>
          <a:p>
            <a:pPr marL="171450" indent="-171450">
              <a:buFontTx/>
              <a:buChar char="-"/>
            </a:pPr>
            <a:r>
              <a:rPr lang="en-US" sz="1800" dirty="0">
                <a:effectLst/>
                <a:latin typeface="Times New Roman" panose="02020603050405020304" pitchFamily="18" charset="0"/>
                <a:ea typeface="Times New Roman" panose="02020603050405020304" pitchFamily="18" charset="0"/>
              </a:rPr>
              <a:t>Higher average vehicle age in a local jurisdiction can arise from many phenomena, including lower new vehicle sales, imports of older used vehicles from other counties, exports of newer used vehicles to other counties, or households holding onto and using vehicles longer before scrapping them</a:t>
            </a: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 which could be from either the higher quality   of owned vehicles or the higher acceptance of or reliance on used/older vehicles </a:t>
            </a:r>
            <a:r>
              <a:rPr lang="en-US" sz="2800" dirty="0">
                <a:effectLst/>
              </a:rPr>
              <a:t> </a:t>
            </a:r>
            <a:r>
              <a:rPr lang="en-US" sz="1800" dirty="0">
                <a:effectLst/>
                <a:latin typeface="Times New Roman" panose="02020603050405020304" pitchFamily="18" charset="0"/>
                <a:ea typeface="Times New Roman" panose="02020603050405020304" pitchFamily="18" charset="0"/>
              </a:rPr>
              <a:t> </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0" marR="0">
              <a:spcBef>
                <a:spcPts val="0"/>
              </a:spcBef>
              <a:spcAft>
                <a:spcPts val="0"/>
              </a:spcAft>
            </a:pPr>
            <a:r>
              <a:rPr lang="en-US" sz="1800" dirty="0">
                <a:effectLst/>
                <a:latin typeface="Times New Roman" panose="02020603050405020304" pitchFamily="18" charset="0"/>
                <a:ea typeface="Times New Roman" panose="02020603050405020304" pitchFamily="18" charset="0"/>
              </a:rPr>
              <a:t>Is this a common reason? Do we have examples of this</a:t>
            </a:r>
          </a:p>
          <a:p>
            <a:pPr marL="0" marR="0">
              <a:spcBef>
                <a:spcPts val="0"/>
              </a:spcBef>
              <a:spcAft>
                <a:spcPts val="0"/>
              </a:spcAft>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a typeface="Times New Roman" panose="02020603050405020304" pitchFamily="18" charset="0"/>
            </a:endParaRPr>
          </a:p>
          <a:p>
            <a:pPr marL="171450" indent="-171450">
              <a:buFontTx/>
              <a:buChar char="-"/>
            </a:pPr>
            <a:endParaRPr lang="en-US" sz="1800" dirty="0">
              <a:effectLst/>
              <a:latin typeface="Times New Roman" panose="02020603050405020304" pitchFamily="18" charset="0"/>
            </a:endParaRPr>
          </a:p>
          <a:p>
            <a:pPr marL="0" marR="0" lvl="0" indent="0" algn="l" defTabSz="457200" rtl="0" eaLnBrk="1" fontAlgn="auto" latinLnBrk="0" hangingPunct="1">
              <a:lnSpc>
                <a:spcPct val="100000"/>
              </a:lnSpc>
              <a:spcBef>
                <a:spcPts val="0"/>
              </a:spcBef>
              <a:spcAft>
                <a:spcPts val="0"/>
              </a:spcAft>
              <a:buClrTx/>
              <a:buSzTx/>
              <a:buFontTx/>
              <a:buNone/>
              <a:tabLst/>
              <a:defRPr/>
            </a:pPr>
            <a:r>
              <a:rPr lang="en-US" sz="1800" dirty="0">
                <a:effectLst/>
                <a:latin typeface="Segoe UI" panose="020B0502040204020203" pitchFamily="34" charset="0"/>
              </a:rPr>
              <a:t>- Lack of corrosion due to winter salt</a:t>
            </a:r>
            <a:br>
              <a:rPr lang="en-US" sz="1800" dirty="0">
                <a:effectLst/>
                <a:latin typeface="Segoe UI" panose="020B0502040204020203" pitchFamily="34" charset="0"/>
              </a:rPr>
            </a:br>
            <a:r>
              <a:rPr lang="en-US" sz="1800" dirty="0">
                <a:effectLst/>
                <a:latin typeface="Segoe UI" panose="020B0502040204020203" pitchFamily="34" charset="0"/>
              </a:rPr>
              <a:t>- EV-specific: lack of battery degradation due to summer heat</a:t>
            </a:r>
            <a:br>
              <a:rPr lang="en-US" sz="1800" dirty="0">
                <a:effectLst/>
                <a:latin typeface="Segoe UI" panose="020B0502040204020203" pitchFamily="34" charset="0"/>
              </a:rPr>
            </a:br>
            <a:r>
              <a:rPr lang="en-US" sz="1800" dirty="0">
                <a:effectLst/>
                <a:latin typeface="Segoe UI" panose="020B0502040204020203" pitchFamily="34" charset="0"/>
              </a:rPr>
              <a:t>- not necessarily spatially different, but over the years, vehicle age has gone up, quite possibly partially due to improved vehicle lifetimes.</a:t>
            </a:r>
            <a:br>
              <a:rPr lang="en-US" sz="1800" dirty="0">
                <a:effectLst/>
                <a:latin typeface="Segoe UI" panose="020B0502040204020203" pitchFamily="34" charset="0"/>
              </a:rPr>
            </a:br>
            <a:r>
              <a:rPr lang="en-US" sz="1800" dirty="0">
                <a:effectLst/>
                <a:latin typeface="Segoe UI" panose="020B0502040204020203" pitchFamily="34" charset="0"/>
              </a:rPr>
              <a:t>- not visible/I don’t have the evidence, but some make/models/types probably last longer than others...</a:t>
            </a:r>
            <a:endParaRPr lang="en-US" sz="1800" dirty="0">
              <a:effectLst/>
              <a:latin typeface="Arial" panose="020B0604020202020204" pitchFamily="34" charset="0"/>
            </a:endParaRPr>
          </a:p>
          <a:p>
            <a:pPr marL="171450" indent="-171450">
              <a:buFontTx/>
              <a:buChar char="-"/>
            </a:pPr>
            <a:endParaRPr lang="en-US" dirty="0"/>
          </a:p>
        </p:txBody>
      </p:sp>
      <p:sp>
        <p:nvSpPr>
          <p:cNvPr id="4" name="Slide Number Placeholder 3"/>
          <p:cNvSpPr>
            <a:spLocks noGrp="1"/>
          </p:cNvSpPr>
          <p:nvPr>
            <p:ph type="sldNum" sz="quarter" idx="5"/>
          </p:nvPr>
        </p:nvSpPr>
        <p:spPr/>
        <p:txBody>
          <a:bodyPr/>
          <a:lstStyle/>
          <a:p>
            <a:fld id="{AF285793-58F2-5D45-93FF-B0076DA99FD1}" type="slidenum">
              <a:rPr lang="en-US" smtClean="0"/>
              <a:t>3</a:t>
            </a:fld>
            <a:endParaRPr lang="en-US"/>
          </a:p>
        </p:txBody>
      </p:sp>
    </p:spTree>
    <p:extLst>
      <p:ext uri="{BB962C8B-B14F-4D97-AF65-F5344CB8AC3E}">
        <p14:creationId xmlns:p14="http://schemas.microsoft.com/office/powerpoint/2010/main" val="5372607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6D3259-FFD6-BA7D-59D1-51B5B460C6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484E8B-6954-1023-9ABD-12D7AFB589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51F39E4-75F7-90E9-7043-6072D1256CD4}"/>
              </a:ext>
            </a:extLst>
          </p:cNvPr>
          <p:cNvSpPr>
            <a:spLocks noGrp="1"/>
          </p:cNvSpPr>
          <p:nvPr>
            <p:ph type="body" idx="1"/>
          </p:nvPr>
        </p:nvSpPr>
        <p:spPr/>
        <p:txBody>
          <a:bodyPr/>
          <a:lstStyle/>
          <a:p>
            <a:pPr marL="171450" indent="-171450">
              <a:buFontTx/>
              <a:buChar char="-"/>
            </a:pPr>
            <a:endParaRPr lang="en-US" dirty="0"/>
          </a:p>
        </p:txBody>
      </p:sp>
      <p:sp>
        <p:nvSpPr>
          <p:cNvPr id="4" name="Slide Number Placeholder 3">
            <a:extLst>
              <a:ext uri="{FF2B5EF4-FFF2-40B4-BE49-F238E27FC236}">
                <a16:creationId xmlns:a16="http://schemas.microsoft.com/office/drawing/2014/main" id="{593B04C0-457B-B792-C586-6E3106A9F5FE}"/>
              </a:ext>
            </a:extLst>
          </p:cNvPr>
          <p:cNvSpPr>
            <a:spLocks noGrp="1"/>
          </p:cNvSpPr>
          <p:nvPr>
            <p:ph type="sldNum" sz="quarter" idx="5"/>
          </p:nvPr>
        </p:nvSpPr>
        <p:spPr/>
        <p:txBody>
          <a:bodyPr/>
          <a:lstStyle/>
          <a:p>
            <a:fld id="{AF285793-58F2-5D45-93FF-B0076DA99FD1}" type="slidenum">
              <a:rPr lang="en-US" smtClean="0"/>
              <a:t>4</a:t>
            </a:fld>
            <a:endParaRPr lang="en-US"/>
          </a:p>
        </p:txBody>
      </p:sp>
    </p:spTree>
    <p:extLst>
      <p:ext uri="{BB962C8B-B14F-4D97-AF65-F5344CB8AC3E}">
        <p14:creationId xmlns:p14="http://schemas.microsoft.com/office/powerpoint/2010/main" val="2776817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pass is uniform assumption (possible expected eventuality)</a:t>
            </a:r>
          </a:p>
          <a:p>
            <a:r>
              <a:rPr lang="en-US" dirty="0"/>
              <a:t>+ assumption that BEVs follow same survival</a:t>
            </a:r>
          </a:p>
          <a:p>
            <a:endParaRPr lang="en-US" dirty="0"/>
          </a:p>
          <a:p>
            <a:r>
              <a:rPr lang="en-US" dirty="0"/>
              <a:t>Plan is to assess results and revisit parameterization</a:t>
            </a:r>
          </a:p>
        </p:txBody>
      </p:sp>
      <p:sp>
        <p:nvSpPr>
          <p:cNvPr id="4" name="Slide Number Placeholder 3"/>
          <p:cNvSpPr>
            <a:spLocks noGrp="1"/>
          </p:cNvSpPr>
          <p:nvPr>
            <p:ph type="sldNum" sz="quarter" idx="5"/>
          </p:nvPr>
        </p:nvSpPr>
        <p:spPr/>
        <p:txBody>
          <a:bodyPr/>
          <a:lstStyle/>
          <a:p>
            <a:fld id="{AF285793-58F2-5D45-93FF-B0076DA99FD1}" type="slidenum">
              <a:rPr lang="en-US" smtClean="0"/>
              <a:t>7</a:t>
            </a:fld>
            <a:endParaRPr lang="en-US"/>
          </a:p>
        </p:txBody>
      </p:sp>
    </p:spTree>
    <p:extLst>
      <p:ext uri="{BB962C8B-B14F-4D97-AF65-F5344CB8AC3E}">
        <p14:creationId xmlns:p14="http://schemas.microsoft.com/office/powerpoint/2010/main" val="25464595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 Id="rId4" Type="http://schemas.openxmlformats.org/officeDocument/2006/relationships/image" Target="../media/image3.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2.xml"/><Relationship Id="rId4"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image" Target="../media/image7.png"/><Relationship Id="rId1" Type="http://schemas.openxmlformats.org/officeDocument/2006/relationships/slideMaster" Target="../slideMasters/slideMaster2.xml"/><Relationship Id="rId4" Type="http://schemas.openxmlformats.org/officeDocument/2006/relationships/hyperlink" Target="https://thesource.nrel.gov/publishing/disclaimers.html" TargetMode="Externa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26EB45-C733-07D6-D223-82CE47B6775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D99919-E27E-7FED-E9D0-CD510BF3BB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4E69791-882E-0679-A37C-277B43DE24E8}"/>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AE56A86D-5EA2-C959-4DEF-4840A1977B8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A64B335-FC44-319B-51B3-7B253072277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41020836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5345FD-D120-FEDB-9E30-281D425295F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A5CF0BF-445E-62D0-2079-17118F0B3E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216CCFF-0C2D-3854-FB1E-28FD62505088}"/>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89710EDC-FD62-EFC7-1CF9-DD84E341CF8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040A84-B44B-84D8-7D37-A70B4081253D}"/>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325766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635D84-DA58-7831-5757-EDF2E088CD3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23B4B9B-8BB1-4EDD-CABE-190178419CE4}"/>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7B6FC98-24AE-8DFA-C760-8BE61BF0D202}"/>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559DFB03-71D2-B7A3-82D5-54F78977959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ACF274-22E2-EF8F-16EA-E6DE4D5D2D8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077180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0A48BC-BA5C-99A9-2B6D-261360FABD3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A9B0CB7-3860-E42A-6AEB-4CE64004FD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36962BC5-EBF8-59A0-066E-E2C72834C7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3B05FEF-F86B-1877-FB5F-864121953C00}"/>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5D9BDBFC-9254-B512-0EE6-167CEB15D54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18042D2-A42B-4A46-58C8-DB56C35FB9A7}"/>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0162765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0F8F8C-6817-67F6-3017-7909EBFDD6B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7F17EFF-83C3-6C58-56C8-3BE0C3BE338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56EB96F-1DA6-613B-50D2-5C36B13F041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B381E8C-2B2B-045B-5D7F-45DDB953292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343C1E1-BD89-882E-0065-7AC6CDC319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266E54AD-374B-99E6-4792-C1EEF5CA59A1}"/>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8" name="Footer Placeholder 7">
            <a:extLst>
              <a:ext uri="{FF2B5EF4-FFF2-40B4-BE49-F238E27FC236}">
                <a16:creationId xmlns:a16="http://schemas.microsoft.com/office/drawing/2014/main" id="{6E4864BD-8E79-9FFB-5C87-7693ADC023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40FEDC3-5315-8057-910E-EE5D5169D3C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5304239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B0A4E-4465-16E1-E29F-4A67B4BDB9C8}"/>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4CA10A0-5DCA-2D9A-E11D-048B4BED6CCB}"/>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4" name="Footer Placeholder 3">
            <a:extLst>
              <a:ext uri="{FF2B5EF4-FFF2-40B4-BE49-F238E27FC236}">
                <a16:creationId xmlns:a16="http://schemas.microsoft.com/office/drawing/2014/main" id="{613FAD8D-7591-AD42-3C21-0FABB745ED3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FBADE1C3-9679-42D5-1925-AFEF013DA2C9}"/>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72129211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5863616-658E-151B-BD19-30C3F8CACB34}"/>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3" name="Footer Placeholder 2">
            <a:extLst>
              <a:ext uri="{FF2B5EF4-FFF2-40B4-BE49-F238E27FC236}">
                <a16:creationId xmlns:a16="http://schemas.microsoft.com/office/drawing/2014/main" id="{B49376B8-C044-AD9C-9264-D0C8E404E63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F70D0CF-61A4-52E0-DCDF-D5E1095DC25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2006612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A94296-6EB9-40A5-C814-D8A9867FE44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9A4995DA-2CEC-C315-7498-059FE22A931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22F94E7-4913-4101-4A16-58710FCEA24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2950EB6-0CF8-8D7D-BF91-54150AAC846E}"/>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451CEDE1-DEBF-936E-71A1-FC784BACE7F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8736F04-F1F9-7F78-20EA-596BDFD50BA6}"/>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28610963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540098-28CD-5F5D-6DAA-9483F8DF83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75F9F9A-121C-1314-6566-C4A58F5F979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8CFE649-F7F8-F055-CD9E-010DF8CA00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FD8E0-23A1-502E-6F82-1E36A035A0B5}"/>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6" name="Footer Placeholder 5">
            <a:extLst>
              <a:ext uri="{FF2B5EF4-FFF2-40B4-BE49-F238E27FC236}">
                <a16:creationId xmlns:a16="http://schemas.microsoft.com/office/drawing/2014/main" id="{25456A40-FE80-45D5-4C69-399B79C65B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10C55D4-DD44-B36B-D476-492B329EA2EB}"/>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309673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104BD-B4E0-0B8B-7A16-CB5FD873032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8D0E9ED-B633-8A73-C915-B44B77BEE0C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4EB0C4C-2BB5-E1B2-CB21-163288C579C4}"/>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D0D67BA5-E0D7-AF54-7009-6A6E3D31AE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E47E1C0-BD9E-A9EB-4032-581E16A39A5E}"/>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1939621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85EF55E-8007-1A01-31A8-0AA0EFCE4C6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745BFD01-9C12-809E-7082-E017611C471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335B50-7455-A0B1-F34C-7F8C4536F043}"/>
              </a:ext>
            </a:extLst>
          </p:cNvPr>
          <p:cNvSpPr>
            <a:spLocks noGrp="1"/>
          </p:cNvSpPr>
          <p:nvPr>
            <p:ph type="dt" sz="half" idx="10"/>
          </p:nvPr>
        </p:nvSpPr>
        <p:spPr/>
        <p:txBody>
          <a:body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13652375-36AF-A06A-1DF7-B18EAEC0345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19B0D7-83B5-1573-FEE4-F0DC6853A74F}"/>
              </a:ext>
            </a:extLst>
          </p:cNvPr>
          <p:cNvSpPr>
            <a:spLocks noGrp="1"/>
          </p:cNvSpPr>
          <p:nvPr>
            <p:ph type="sldNum" sz="quarter" idx="12"/>
          </p:nvPr>
        </p:nvSpPr>
        <p:spPr/>
        <p:txBody>
          <a:bodyPr/>
          <a:lstStyle/>
          <a:p>
            <a:fld id="{75F0DA70-C44F-4B47-A11F-B721337FD6D8}" type="slidenum">
              <a:rPr lang="en-US" smtClean="0"/>
              <a:t>‹#›</a:t>
            </a:fld>
            <a:endParaRPr lang="en-US"/>
          </a:p>
        </p:txBody>
      </p:sp>
    </p:spTree>
    <p:extLst>
      <p:ext uri="{BB962C8B-B14F-4D97-AF65-F5344CB8AC3E}">
        <p14:creationId xmlns:p14="http://schemas.microsoft.com/office/powerpoint/2010/main" val="38615728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41874052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8027153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09D0B5D6-19C6-C240-8A4A-D91733D8371D}"/>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16805" t="13288" r="3423" b="57134"/>
          <a:stretch/>
        </p:blipFill>
        <p:spPr>
          <a:xfrm>
            <a:off x="3724672" y="332545"/>
            <a:ext cx="8069577" cy="3872137"/>
          </a:xfrm>
          <a:prstGeom prst="rect">
            <a:avLst/>
          </a:prstGeom>
          <a:ln>
            <a:solidFill>
              <a:schemeClr val="tx1">
                <a:lumMod val="20000"/>
                <a:lumOff val="80000"/>
              </a:schemeClr>
            </a:solidFill>
          </a:ln>
        </p:spPr>
      </p:pic>
      <p:sp>
        <p:nvSpPr>
          <p:cNvPr id="9" name="TextBox 8">
            <a:extLst>
              <a:ext uri="{FF2B5EF4-FFF2-40B4-BE49-F238E27FC236}">
                <a16:creationId xmlns:a16="http://schemas.microsoft.com/office/drawing/2014/main" id="{6A94802A-09A8-9E4E-AB4D-1EBB9F228F21}"/>
              </a:ext>
            </a:extLst>
          </p:cNvPr>
          <p:cNvSpPr txBox="1"/>
          <p:nvPr userDrawn="1"/>
        </p:nvSpPr>
        <p:spPr>
          <a:xfrm>
            <a:off x="320440" y="187393"/>
            <a:ext cx="3342769" cy="3929987"/>
          </a:xfrm>
          <a:prstGeom prst="rect">
            <a:avLst/>
          </a:prstGeom>
          <a:noFill/>
        </p:spPr>
        <p:txBody>
          <a:bodyPr wrap="square" rtlCol="0">
            <a:spAutoFit/>
          </a:bodyPr>
          <a:lstStyle/>
          <a:p>
            <a:pPr algn="l"/>
            <a:r>
              <a:rPr lang="en-US" sz="2267" b="1" i="1" dirty="0">
                <a:solidFill>
                  <a:srgbClr val="FF0000"/>
                </a:solidFill>
              </a:rPr>
              <a:t>PC Users:</a:t>
            </a:r>
          </a:p>
          <a:p>
            <a:pPr algn="l"/>
            <a:r>
              <a:rPr lang="en-US" sz="2267" i="1" dirty="0">
                <a:solidFill>
                  <a:srgbClr val="FF0000"/>
                </a:solidFill>
              </a:rPr>
              <a:t>Microsoft PowerPoint for Windows has default settings that continually compress images. To avoid loss</a:t>
            </a:r>
            <a:r>
              <a:rPr lang="en-US" sz="2267" i="1" baseline="0" dirty="0">
                <a:solidFill>
                  <a:srgbClr val="FF0000"/>
                </a:solidFill>
              </a:rPr>
              <a:t> of quality </a:t>
            </a:r>
            <a:r>
              <a:rPr lang="en-US" sz="2267" i="1" dirty="0">
                <a:solidFill>
                  <a:srgbClr val="FF0000"/>
                </a:solidFill>
              </a:rPr>
              <a:t>for photos and graphics within this presentation file,</a:t>
            </a:r>
            <a:r>
              <a:rPr lang="en-US" sz="2267" i="1" baseline="0" dirty="0">
                <a:solidFill>
                  <a:srgbClr val="FF0000"/>
                </a:solidFill>
              </a:rPr>
              <a:t> </a:t>
            </a:r>
            <a:r>
              <a:rPr lang="en-US" sz="2267" i="1" dirty="0">
                <a:solidFill>
                  <a:srgbClr val="FF0000"/>
                </a:solidFill>
              </a:rPr>
              <a:t>please follow these</a:t>
            </a:r>
            <a:r>
              <a:rPr lang="en-US" sz="2267" i="1" baseline="0" dirty="0">
                <a:solidFill>
                  <a:srgbClr val="FF0000"/>
                </a:solidFill>
              </a:rPr>
              <a:t> instructions </a:t>
            </a:r>
            <a:r>
              <a:rPr lang="en-US" sz="2267" i="1" dirty="0">
                <a:solidFill>
                  <a:srgbClr val="FF0000"/>
                </a:solidFill>
              </a:rPr>
              <a:t>to change your software settings.</a:t>
            </a:r>
            <a:endParaRPr lang="en-US" sz="2267" dirty="0"/>
          </a:p>
        </p:txBody>
      </p:sp>
      <p:sp>
        <p:nvSpPr>
          <p:cNvPr id="10" name="Rectangle 9">
            <a:extLst>
              <a:ext uri="{FF2B5EF4-FFF2-40B4-BE49-F238E27FC236}">
                <a16:creationId xmlns:a16="http://schemas.microsoft.com/office/drawing/2014/main" id="{CBA3EC89-8FD7-AD49-87E0-02D7F2DF5F59}"/>
              </a:ext>
            </a:extLst>
          </p:cNvPr>
          <p:cNvSpPr/>
          <p:nvPr userDrawn="1"/>
        </p:nvSpPr>
        <p:spPr>
          <a:xfrm>
            <a:off x="0" y="4453108"/>
            <a:ext cx="12192000" cy="1642893"/>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Box 10">
            <a:extLst>
              <a:ext uri="{FF2B5EF4-FFF2-40B4-BE49-F238E27FC236}">
                <a16:creationId xmlns:a16="http://schemas.microsoft.com/office/drawing/2014/main" id="{AB1BB405-73FA-544A-9D06-35DD6B110F85}"/>
              </a:ext>
            </a:extLst>
          </p:cNvPr>
          <p:cNvSpPr txBox="1"/>
          <p:nvPr userDrawn="1"/>
        </p:nvSpPr>
        <p:spPr>
          <a:xfrm>
            <a:off x="2012409" y="4547623"/>
            <a:ext cx="9277583" cy="1446358"/>
          </a:xfrm>
          <a:prstGeom prst="rect">
            <a:avLst/>
          </a:prstGeom>
          <a:noFill/>
        </p:spPr>
        <p:txBody>
          <a:bodyPr wrap="square" rtlCol="0">
            <a:spAutoFit/>
          </a:bodyPr>
          <a:lstStyle/>
          <a:p>
            <a:pPr algn="l"/>
            <a:r>
              <a:rPr lang="en-US" sz="2133" b="1" i="0" u="none" strike="noStrike" kern="1200" dirty="0">
                <a:solidFill>
                  <a:schemeClr val="bg1"/>
                </a:solidFill>
                <a:effectLst/>
                <a:latin typeface="+mn-lt"/>
                <a:ea typeface="+mn-ea"/>
                <a:cs typeface="+mn-cs"/>
              </a:rPr>
              <a:t>Note: </a:t>
            </a:r>
            <a:r>
              <a:rPr lang="en-US" sz="2133" b="0" i="0" u="none" strike="noStrike" kern="1200" dirty="0">
                <a:solidFill>
                  <a:schemeClr val="bg1"/>
                </a:solidFill>
                <a:effectLst/>
                <a:latin typeface="+mn-lt"/>
                <a:ea typeface="+mn-ea"/>
                <a:cs typeface="+mn-cs"/>
              </a:rPr>
              <a:t>To view and access all available template examples and change the title slide background image, click on </a:t>
            </a:r>
            <a:r>
              <a:rPr lang="en-US" sz="2133" b="0" i="1" u="none" strike="noStrike" kern="1200" dirty="0">
                <a:solidFill>
                  <a:schemeClr val="bg1"/>
                </a:solidFill>
                <a:effectLst/>
                <a:latin typeface="+mn-lt"/>
                <a:ea typeface="+mn-ea"/>
                <a:cs typeface="+mn-cs"/>
              </a:rPr>
              <a:t>View &gt; Slide Master</a:t>
            </a:r>
            <a:r>
              <a:rPr lang="en-US" sz="2133" b="0" i="0" u="none" strike="noStrike" kern="1200" dirty="0">
                <a:solidFill>
                  <a:schemeClr val="bg1"/>
                </a:solidFill>
                <a:effectLst/>
                <a:latin typeface="+mn-lt"/>
                <a:ea typeface="+mn-ea"/>
                <a:cs typeface="+mn-cs"/>
              </a:rPr>
              <a:t>. Be sure to close out of the Master slide view when working on slide content by clicking on </a:t>
            </a:r>
            <a:r>
              <a:rPr lang="en-US" sz="2133" b="0" i="1" u="none" strike="noStrike" kern="1200" dirty="0">
                <a:solidFill>
                  <a:schemeClr val="bg1"/>
                </a:solidFill>
                <a:effectLst/>
                <a:latin typeface="+mn-lt"/>
                <a:ea typeface="+mn-ea"/>
                <a:cs typeface="+mn-cs"/>
              </a:rPr>
              <a:t>View &gt; Normal</a:t>
            </a:r>
            <a:r>
              <a:rPr lang="en-US" sz="2133" b="0" i="0" u="none" strike="noStrike" kern="1200" dirty="0">
                <a:solidFill>
                  <a:schemeClr val="bg1"/>
                </a:solidFill>
                <a:effectLst/>
                <a:latin typeface="+mn-lt"/>
                <a:ea typeface="+mn-ea"/>
                <a:cs typeface="+mn-cs"/>
              </a:rPr>
              <a:t>. Full frame photo size is </a:t>
            </a:r>
            <a:r>
              <a:rPr lang="en-US" sz="2400" b="0" i="0" u="none" strike="noStrike" kern="1200" dirty="0">
                <a:solidFill>
                  <a:schemeClr val="bg1"/>
                </a:solidFill>
                <a:effectLst/>
                <a:latin typeface="+mn-lt"/>
                <a:ea typeface="+mn-ea"/>
                <a:cs typeface="+mn-cs"/>
              </a:rPr>
              <a:t>10” x 5.63”</a:t>
            </a:r>
            <a:r>
              <a:rPr lang="en-US" sz="2133" b="0" i="0" u="none" strike="noStrike" kern="1200" dirty="0">
                <a:solidFill>
                  <a:schemeClr val="bg1"/>
                </a:solidFill>
                <a:effectLst/>
                <a:latin typeface="+mn-lt"/>
                <a:ea typeface="+mn-ea"/>
                <a:cs typeface="+mn-cs"/>
              </a:rPr>
              <a:t>or </a:t>
            </a:r>
            <a:r>
              <a:rPr lang="en-US" sz="2400" b="0" i="0" u="none" strike="noStrike" kern="1200" dirty="0">
                <a:solidFill>
                  <a:schemeClr val="bg1"/>
                </a:solidFill>
                <a:effectLst/>
                <a:latin typeface="+mn-lt"/>
                <a:ea typeface="+mn-ea"/>
                <a:cs typeface="+mn-cs"/>
              </a:rPr>
              <a:t>1500 pixels x 844 pixels </a:t>
            </a:r>
            <a:r>
              <a:rPr lang="en-US" sz="2133" b="0" i="0" u="none" strike="noStrike" kern="1200" dirty="0">
                <a:solidFill>
                  <a:schemeClr val="bg1"/>
                </a:solidFill>
                <a:effectLst/>
                <a:latin typeface="+mn-lt"/>
                <a:ea typeface="+mn-ea"/>
                <a:cs typeface="+mn-cs"/>
              </a:rPr>
              <a:t>@ 150 DPI.</a:t>
            </a:r>
            <a:endParaRPr lang="en-US" sz="2133" i="0" dirty="0">
              <a:solidFill>
                <a:schemeClr val="bg1"/>
              </a:solidFill>
            </a:endParaRPr>
          </a:p>
        </p:txBody>
      </p:sp>
      <p:sp>
        <p:nvSpPr>
          <p:cNvPr id="12" name="Oval 11">
            <a:extLst>
              <a:ext uri="{FF2B5EF4-FFF2-40B4-BE49-F238E27FC236}">
                <a16:creationId xmlns:a16="http://schemas.microsoft.com/office/drawing/2014/main" id="{3056F585-18BE-674F-A94A-18D71683402A}"/>
              </a:ext>
            </a:extLst>
          </p:cNvPr>
          <p:cNvSpPr/>
          <p:nvPr userDrawn="1"/>
        </p:nvSpPr>
        <p:spPr>
          <a:xfrm>
            <a:off x="522515" y="4713515"/>
            <a:ext cx="1121228" cy="1121228"/>
          </a:xfrm>
          <a:prstGeom prst="ellipse">
            <a:avLst/>
          </a:prstGeom>
          <a:solidFill>
            <a:schemeClr val="bg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3" name="TextBox 12">
            <a:extLst>
              <a:ext uri="{FF2B5EF4-FFF2-40B4-BE49-F238E27FC236}">
                <a16:creationId xmlns:a16="http://schemas.microsoft.com/office/drawing/2014/main" id="{73AEB9E5-6B41-3742-B632-83E2CC8D1741}"/>
              </a:ext>
            </a:extLst>
          </p:cNvPr>
          <p:cNvSpPr txBox="1"/>
          <p:nvPr userDrawn="1"/>
        </p:nvSpPr>
        <p:spPr>
          <a:xfrm>
            <a:off x="661307" y="4402720"/>
            <a:ext cx="800101" cy="1733680"/>
          </a:xfrm>
          <a:prstGeom prst="rect">
            <a:avLst/>
          </a:prstGeom>
          <a:noFill/>
        </p:spPr>
        <p:txBody>
          <a:bodyPr wrap="square" rtlCol="0">
            <a:spAutoFit/>
          </a:bodyPr>
          <a:lstStyle/>
          <a:p>
            <a:pPr algn="ctr"/>
            <a:r>
              <a:rPr lang="en-US" sz="10666" b="1" dirty="0"/>
              <a:t>!</a:t>
            </a:r>
          </a:p>
        </p:txBody>
      </p:sp>
    </p:spTree>
    <p:extLst>
      <p:ext uri="{BB962C8B-B14F-4D97-AF65-F5344CB8AC3E}">
        <p14:creationId xmlns:p14="http://schemas.microsoft.com/office/powerpoint/2010/main" val="15967992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Slide - Simple">
    <p:spTree>
      <p:nvGrpSpPr>
        <p:cNvPr id="1" name=""/>
        <p:cNvGrpSpPr/>
        <p:nvPr/>
      </p:nvGrpSpPr>
      <p:grpSpPr>
        <a:xfrm>
          <a:off x="0" y="0"/>
          <a:ext cx="0" cy="0"/>
          <a:chOff x="0" y="0"/>
          <a:chExt cx="0" cy="0"/>
        </a:xfrm>
      </p:grpSpPr>
      <p:sp>
        <p:nvSpPr>
          <p:cNvPr id="8" name="Text Placeholder 7"/>
          <p:cNvSpPr>
            <a:spLocks noGrp="1"/>
          </p:cNvSpPr>
          <p:nvPr>
            <p:ph type="body" sz="quarter" idx="10" hasCustomPrompt="1"/>
          </p:nvPr>
        </p:nvSpPr>
        <p:spPr>
          <a:xfrm>
            <a:off x="4982633" y="1669356"/>
            <a:ext cx="5762859" cy="1797768"/>
          </a:xfrm>
        </p:spPr>
        <p:txBody>
          <a:bodyPr anchor="b" anchorCtr="0">
            <a:noAutofit/>
          </a:bodyPr>
          <a:lstStyle>
            <a:lvl1pPr marL="0" indent="0">
              <a:buNone/>
              <a:defRPr sz="4000"/>
            </a:lvl1pPr>
          </a:lstStyle>
          <a:p>
            <a:pPr lvl="0"/>
            <a:r>
              <a:rPr lang="en-US"/>
              <a:t>Title</a:t>
            </a:r>
          </a:p>
        </p:txBody>
      </p:sp>
      <p:cxnSp>
        <p:nvCxnSpPr>
          <p:cNvPr id="10" name="Straight Connector 9"/>
          <p:cNvCxnSpPr/>
          <p:nvPr userDrawn="1"/>
        </p:nvCxnSpPr>
        <p:spPr>
          <a:xfrm>
            <a:off x="5119809" y="3707711"/>
            <a:ext cx="5625684"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15" name="Text Placeholder 14"/>
          <p:cNvSpPr>
            <a:spLocks noGrp="1"/>
          </p:cNvSpPr>
          <p:nvPr>
            <p:ph type="body" sz="quarter" idx="11" hasCustomPrompt="1"/>
          </p:nvPr>
        </p:nvSpPr>
        <p:spPr>
          <a:xfrm>
            <a:off x="4982634" y="3948645"/>
            <a:ext cx="5763684"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3528C9F-D43C-8E4B-8E26-1B7ED4C7506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2917320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5932"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465B8CD2-BF47-094F-B614-5CEAE71B3F34}"/>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330202343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Title Slide - Full Photo">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a:stretch>
            <a:fillRect/>
          </a:stretch>
        </p:blipFill>
        <p:spPr>
          <a:xfrm>
            <a:off x="1965" y="0"/>
            <a:ext cx="12192000" cy="685800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821FBE40-03AF-2040-B470-29B21F4E356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13617598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Title Slide - Blue Background">
    <p:spTree>
      <p:nvGrpSpPr>
        <p:cNvPr id="1" name=""/>
        <p:cNvGrpSpPr/>
        <p:nvPr/>
      </p:nvGrpSpPr>
      <p:grpSpPr>
        <a:xfrm>
          <a:off x="0" y="0"/>
          <a:ext cx="0" cy="0"/>
          <a:chOff x="0" y="0"/>
          <a:chExt cx="0" cy="0"/>
        </a:xfrm>
      </p:grpSpPr>
      <p:pic>
        <p:nvPicPr>
          <p:cNvPr id="6" name="Picture 5" descr="iStock-505476426_FlareFree.jpg">
            <a:extLst>
              <a:ext uri="{FF2B5EF4-FFF2-40B4-BE49-F238E27FC236}">
                <a16:creationId xmlns:a16="http://schemas.microsoft.com/office/drawing/2014/main" id="{312AD4B6-5589-B742-BDDC-8DE22CCB220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 y="0"/>
            <a:ext cx="12192000" cy="6868160"/>
          </a:xfrm>
          <a:prstGeom prst="rect">
            <a:avLst/>
          </a:prstGeom>
        </p:spPr>
      </p:pic>
      <p:sp>
        <p:nvSpPr>
          <p:cNvPr id="8" name="Text Placeholder 7"/>
          <p:cNvSpPr>
            <a:spLocks noGrp="1"/>
          </p:cNvSpPr>
          <p:nvPr>
            <p:ph type="body" sz="quarter" idx="10" hasCustomPrompt="1"/>
          </p:nvPr>
        </p:nvSpPr>
        <p:spPr>
          <a:xfrm>
            <a:off x="4982633" y="2006436"/>
            <a:ext cx="7191331" cy="1460688"/>
          </a:xfrm>
          <a:solidFill>
            <a:schemeClr val="accent1">
              <a:alpha val="75000"/>
            </a:schemeClr>
          </a:solidFill>
        </p:spPr>
        <p:txBody>
          <a:bodyPr lIns="182880" tIns="137160" rIns="182880" bIns="137160" anchor="ctr" anchorCtr="0">
            <a:noAutofit/>
          </a:bodyPr>
          <a:lstStyle>
            <a:lvl1pPr marL="0" indent="0">
              <a:lnSpc>
                <a:spcPts val="3733"/>
              </a:lnSpc>
              <a:buNone/>
              <a:defRPr sz="4000">
                <a:solidFill>
                  <a:schemeClr val="bg1"/>
                </a:solidFill>
              </a:defRPr>
            </a:lvl1pPr>
          </a:lstStyle>
          <a:p>
            <a:pPr lvl="0"/>
            <a:r>
              <a:rPr lang="en-US"/>
              <a:t>Title</a:t>
            </a:r>
          </a:p>
        </p:txBody>
      </p:sp>
      <p:sp>
        <p:nvSpPr>
          <p:cNvPr id="15" name="Text Placeholder 14"/>
          <p:cNvSpPr>
            <a:spLocks noGrp="1"/>
          </p:cNvSpPr>
          <p:nvPr>
            <p:ph type="body" sz="quarter" idx="11" hasCustomPrompt="1"/>
          </p:nvPr>
        </p:nvSpPr>
        <p:spPr>
          <a:xfrm>
            <a:off x="4982634" y="3659717"/>
            <a:ext cx="5763684" cy="1468735"/>
          </a:xfrm>
          <a:solidFill>
            <a:schemeClr val="accent1">
              <a:alpha val="75000"/>
            </a:schemeClr>
          </a:solidFill>
        </p:spPr>
        <p:txBody>
          <a:bodyPr lIns="182880" tIns="137160" rIns="182880" bIns="137160" anchor="ctr" anchorCtr="0">
            <a:noAutofit/>
          </a:bodyPr>
          <a:lstStyle>
            <a:lvl1pPr marL="0" indent="0">
              <a:lnSpc>
                <a:spcPts val="2347"/>
              </a:lnSpc>
              <a:spcBef>
                <a:spcPts val="533"/>
              </a:spcBef>
              <a:buNone/>
              <a:defRPr sz="24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Presenter Name</a:t>
            </a:r>
          </a:p>
          <a:p>
            <a:pPr lvl="0"/>
            <a:r>
              <a:rPr lang="en-US" dirty="0"/>
              <a:t>Venue or Organization</a:t>
            </a:r>
          </a:p>
          <a:p>
            <a:pPr lvl="0"/>
            <a:r>
              <a:rPr lang="en-US" dirty="0"/>
              <a:t>Date</a:t>
            </a:r>
          </a:p>
        </p:txBody>
      </p:sp>
      <p:pic>
        <p:nvPicPr>
          <p:cNvPr id="7" name="Graphic 6">
            <a:extLst>
              <a:ext uri="{FF2B5EF4-FFF2-40B4-BE49-F238E27FC236}">
                <a16:creationId xmlns:a16="http://schemas.microsoft.com/office/drawing/2014/main" id="{67876295-9728-A943-A66A-D4797EDDAE2A}"/>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623272" y="1"/>
            <a:ext cx="3109189" cy="1456409"/>
          </a:xfrm>
          <a:prstGeom prst="rect">
            <a:avLst/>
          </a:prstGeom>
        </p:spPr>
      </p:pic>
    </p:spTree>
    <p:extLst>
      <p:ext uri="{BB962C8B-B14F-4D97-AF65-F5344CB8AC3E}">
        <p14:creationId xmlns:p14="http://schemas.microsoft.com/office/powerpoint/2010/main" val="151269398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mple Slide -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Simple Slide</a:t>
            </a:r>
          </a:p>
        </p:txBody>
      </p:sp>
      <p:sp>
        <p:nvSpPr>
          <p:cNvPr id="9" name="Text Placeholder 8"/>
          <p:cNvSpPr>
            <a:spLocks noGrp="1"/>
          </p:cNvSpPr>
          <p:nvPr>
            <p:ph type="body" sz="quarter" idx="10"/>
          </p:nvPr>
        </p:nvSpPr>
        <p:spPr>
          <a:xfrm>
            <a:off x="609601" y="1828801"/>
            <a:ext cx="10826751" cy="4500033"/>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Box 9"/>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264003185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a:t>Simple Slide</a:t>
            </a:r>
          </a:p>
        </p:txBody>
      </p:sp>
      <p:sp>
        <p:nvSpPr>
          <p:cNvPr id="9" name="Text Placeholder 8"/>
          <p:cNvSpPr>
            <a:spLocks noGrp="1"/>
          </p:cNvSpPr>
          <p:nvPr>
            <p:ph type="body" sz="quarter" idx="10"/>
          </p:nvPr>
        </p:nvSpPr>
        <p:spPr>
          <a:xfrm>
            <a:off x="609601" y="1499810"/>
            <a:ext cx="10826751" cy="4829025"/>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5060900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imple Slide - Any Content">
    <p:spTree>
      <p:nvGrpSpPr>
        <p:cNvPr id="1" name=""/>
        <p:cNvGrpSpPr/>
        <p:nvPr/>
      </p:nvGrpSpPr>
      <p:grpSpPr>
        <a:xfrm>
          <a:off x="0" y="0"/>
          <a:ext cx="0" cy="0"/>
          <a:chOff x="0" y="0"/>
          <a:chExt cx="0" cy="0"/>
        </a:xfrm>
      </p:grpSpPr>
      <p:sp>
        <p:nvSpPr>
          <p:cNvPr id="4" name="Title 3"/>
          <p:cNvSpPr>
            <a:spLocks noGrp="1"/>
          </p:cNvSpPr>
          <p:nvPr>
            <p:ph type="title" hasCustomPrompt="1"/>
          </p:nvPr>
        </p:nvSpPr>
        <p:spPr>
          <a:xfrm>
            <a:off x="609599" y="1"/>
            <a:ext cx="10982476" cy="1035352"/>
          </a:xfrm>
        </p:spPr>
        <p:txBody>
          <a:bodyPr/>
          <a:lstStyle/>
          <a:p>
            <a:r>
              <a:rPr lang="en-US"/>
              <a:t>Simple Slide</a:t>
            </a:r>
          </a:p>
        </p:txBody>
      </p:sp>
      <p:sp>
        <p:nvSpPr>
          <p:cNvPr id="5" name="TextBox 4"/>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200870122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Simple Slide - Text 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599" y="1"/>
            <a:ext cx="7915124" cy="1209524"/>
          </a:xfrm>
        </p:spPr>
        <p:txBody>
          <a:bodyPr/>
          <a:lstStyle/>
          <a:p>
            <a:r>
              <a:rPr lang="en-US" dirty="0"/>
              <a:t>Simple Slide + Image</a:t>
            </a:r>
          </a:p>
        </p:txBody>
      </p:sp>
      <p:sp>
        <p:nvSpPr>
          <p:cNvPr id="9" name="Text Placeholder 8"/>
          <p:cNvSpPr>
            <a:spLocks noGrp="1"/>
          </p:cNvSpPr>
          <p:nvPr>
            <p:ph type="body" sz="quarter" idx="10" hasCustomPrompt="1"/>
          </p:nvPr>
        </p:nvSpPr>
        <p:spPr>
          <a:xfrm>
            <a:off x="609601" y="1499810"/>
            <a:ext cx="6857999" cy="4829025"/>
          </a:xfrm>
        </p:spPr>
        <p:txBody>
          <a:bodyPr/>
          <a:lstStyle>
            <a:lvl1pPr marL="0" indent="0">
              <a:buNone/>
              <a:defRPr b="1"/>
            </a:lvl1pPr>
            <a:lvl2pPr>
              <a:defRPr sz="2667"/>
            </a:lvl2pPr>
          </a:lstStyle>
          <a:p>
            <a:pPr lvl="0"/>
            <a:r>
              <a:rPr lang="en-US" dirty="0"/>
              <a:t>Header text</a:t>
            </a:r>
          </a:p>
          <a:p>
            <a:pPr lvl="1"/>
            <a:r>
              <a:rPr lang="en-US" dirty="0"/>
              <a:t>Bullet point 1</a:t>
            </a:r>
          </a:p>
          <a:p>
            <a:pPr lvl="1"/>
            <a:r>
              <a:rPr lang="en-US" dirty="0"/>
              <a:t>Bullet point 2</a:t>
            </a:r>
          </a:p>
          <a:p>
            <a:pPr lvl="1"/>
            <a:r>
              <a:rPr lang="en-US" dirty="0"/>
              <a:t>Bullet point 3</a:t>
            </a:r>
            <a:br>
              <a:rPr lang="en-US" dirty="0"/>
            </a:br>
            <a:endParaRPr lang="en-US" dirty="0"/>
          </a:p>
          <a:p>
            <a:pPr lvl="0"/>
            <a:r>
              <a:rPr lang="en-US" dirty="0"/>
              <a:t>Header text</a:t>
            </a:r>
          </a:p>
          <a:p>
            <a:pPr lvl="1"/>
            <a:r>
              <a:rPr lang="en-US" dirty="0"/>
              <a:t>Bullet point 1</a:t>
            </a:r>
          </a:p>
          <a:p>
            <a:pPr lvl="1"/>
            <a:r>
              <a:rPr lang="en-US" dirty="0"/>
              <a:t>Bullet point 2</a:t>
            </a:r>
          </a:p>
          <a:p>
            <a:pPr lvl="1"/>
            <a:r>
              <a:rPr lang="en-US" dirty="0"/>
              <a:t>Bullet point 3</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7936523" y="1500717"/>
            <a:ext cx="3645876" cy="4828117"/>
          </a:xfrm>
          <a:solidFill>
            <a:schemeClr val="bg1">
              <a:lumMod val="85000"/>
            </a:schemeClr>
          </a:solidFill>
        </p:spPr>
        <p:txBody>
          <a:bodyPr>
            <a:normAutofit/>
          </a:bodyPr>
          <a:lstStyle>
            <a:lvl1pPr marL="0" indent="0">
              <a:buNone/>
              <a:defRPr sz="2133"/>
            </a:lvl1pPr>
          </a:lstStyle>
          <a:p>
            <a:r>
              <a:rPr lang="en-US" dirty="0"/>
              <a:t>Insert image here</a:t>
            </a:r>
          </a:p>
        </p:txBody>
      </p:sp>
    </p:spTree>
    <p:extLst>
      <p:ext uri="{BB962C8B-B14F-4D97-AF65-F5344CB8AC3E}">
        <p14:creationId xmlns:p14="http://schemas.microsoft.com/office/powerpoint/2010/main" val="820088464"/>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Simple Slide - Text 2">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526794"/>
            <a:ext cx="5486400" cy="2902207"/>
          </a:xfrm>
        </p:spPr>
        <p:txBody>
          <a:bodyPr>
            <a:normAutofit/>
          </a:bodyPr>
          <a:lstStyle>
            <a:lvl1pPr marL="0" indent="0">
              <a:buNone/>
              <a:defRPr sz="2667" b="0"/>
            </a:lvl1pPr>
            <a:lvl2pPr marL="609585" indent="0">
              <a:buNone/>
              <a:defRPr/>
            </a:lvl2pPr>
          </a:lstStyle>
          <a:p>
            <a:pPr lvl="0"/>
            <a:r>
              <a:rPr lang="en-US" dirty="0"/>
              <a:t>Summary or description text about the slide, images, charts, data go here.</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5" name="Picture Placeholder 4">
            <a:extLst>
              <a:ext uri="{FF2B5EF4-FFF2-40B4-BE49-F238E27FC236}">
                <a16:creationId xmlns:a16="http://schemas.microsoft.com/office/drawing/2014/main" id="{610250B1-824A-CC4A-9A13-92F03EBFAA8F}"/>
              </a:ext>
            </a:extLst>
          </p:cNvPr>
          <p:cNvSpPr>
            <a:spLocks noGrp="1"/>
          </p:cNvSpPr>
          <p:nvPr>
            <p:ph type="pic" sz="quarter" idx="11" hasCustomPrompt="1"/>
          </p:nvPr>
        </p:nvSpPr>
        <p:spPr>
          <a:xfrm>
            <a:off x="60960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6" name="Picture Placeholder 4">
            <a:extLst>
              <a:ext uri="{FF2B5EF4-FFF2-40B4-BE49-F238E27FC236}">
                <a16:creationId xmlns:a16="http://schemas.microsoft.com/office/drawing/2014/main" id="{4F619479-75AC-A745-A352-0D743D62E3EA}"/>
              </a:ext>
            </a:extLst>
          </p:cNvPr>
          <p:cNvSpPr>
            <a:spLocks noGrp="1"/>
          </p:cNvSpPr>
          <p:nvPr>
            <p:ph type="pic" sz="quarter" idx="12" hasCustomPrompt="1"/>
          </p:nvPr>
        </p:nvSpPr>
        <p:spPr>
          <a:xfrm>
            <a:off x="432816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7" name="Picture Placeholder 4">
            <a:extLst>
              <a:ext uri="{FF2B5EF4-FFF2-40B4-BE49-F238E27FC236}">
                <a16:creationId xmlns:a16="http://schemas.microsoft.com/office/drawing/2014/main" id="{FEC72F80-AAAF-2747-9B70-3072CB21FAAD}"/>
              </a:ext>
            </a:extLst>
          </p:cNvPr>
          <p:cNvSpPr>
            <a:spLocks noGrp="1"/>
          </p:cNvSpPr>
          <p:nvPr>
            <p:ph type="pic" sz="quarter" idx="13" hasCustomPrompt="1"/>
          </p:nvPr>
        </p:nvSpPr>
        <p:spPr>
          <a:xfrm>
            <a:off x="8046720" y="3727939"/>
            <a:ext cx="3535680" cy="2600896"/>
          </a:xfrm>
          <a:solidFill>
            <a:schemeClr val="bg1">
              <a:lumMod val="85000"/>
            </a:schemeClr>
          </a:solidFill>
        </p:spPr>
        <p:txBody>
          <a:bodyPr>
            <a:normAutofit/>
          </a:bodyPr>
          <a:lstStyle>
            <a:lvl1pPr marL="0" indent="0">
              <a:buNone/>
              <a:defRPr sz="2133"/>
            </a:lvl1pPr>
          </a:lstStyle>
          <a:p>
            <a:r>
              <a:rPr lang="en-US" dirty="0"/>
              <a:t>Insert image here</a:t>
            </a:r>
          </a:p>
        </p:txBody>
      </p:sp>
      <p:sp>
        <p:nvSpPr>
          <p:cNvPr id="8" name="Chart Placeholder 6">
            <a:extLst>
              <a:ext uri="{FF2B5EF4-FFF2-40B4-BE49-F238E27FC236}">
                <a16:creationId xmlns:a16="http://schemas.microsoft.com/office/drawing/2014/main" id="{EEADAD7D-0DCA-B946-BD57-8AFA7A8BDDF7}"/>
              </a:ext>
            </a:extLst>
          </p:cNvPr>
          <p:cNvSpPr>
            <a:spLocks noGrp="1"/>
          </p:cNvSpPr>
          <p:nvPr>
            <p:ph type="chart" sz="quarter" idx="14" hasCustomPrompt="1"/>
          </p:nvPr>
        </p:nvSpPr>
        <p:spPr>
          <a:xfrm>
            <a:off x="6353909" y="526794"/>
            <a:ext cx="5228491" cy="2902207"/>
          </a:xfrm>
          <a:prstGeom prst="rect">
            <a:avLst/>
          </a:prstGeom>
          <a:solidFill>
            <a:schemeClr val="bg1">
              <a:lumMod val="95000"/>
            </a:schemeClr>
          </a:solidFill>
        </p:spPr>
        <p:txBody>
          <a:bodyPr vert="horz"/>
          <a:lstStyle>
            <a:lvl1pPr marL="0" indent="0">
              <a:buNone/>
              <a:defRPr sz="1600"/>
            </a:lvl1pPr>
          </a:lstStyle>
          <a:p>
            <a:r>
              <a:rPr lang="en-US"/>
              <a:t>Insert Chart</a:t>
            </a:r>
          </a:p>
        </p:txBody>
      </p:sp>
    </p:spTree>
    <p:extLst>
      <p:ext uri="{BB962C8B-B14F-4D97-AF65-F5344CB8AC3E}">
        <p14:creationId xmlns:p14="http://schemas.microsoft.com/office/powerpoint/2010/main" val="355082476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Slide">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609601" y="2864762"/>
            <a:ext cx="10826751" cy="715429"/>
          </a:xfrm>
        </p:spPr>
        <p:txBody>
          <a:bodyPr/>
          <a:lstStyle>
            <a:lvl1pPr marL="0" indent="0" algn="ctr">
              <a:buNone/>
              <a:defRPr baseline="0"/>
            </a:lvl1pPr>
          </a:lstStyle>
          <a:p>
            <a:pPr lvl="0"/>
            <a:r>
              <a:rPr lang="en-US"/>
              <a:t>Blank Slide for Any Content</a:t>
            </a:r>
          </a:p>
        </p:txBody>
      </p:sp>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7062278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3472075986"/>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53320581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67705827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3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136447069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411144852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029481110"/>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247499990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_TOC Slide - Main">
    <p:spTree>
      <p:nvGrpSpPr>
        <p:cNvPr id="1" name=""/>
        <p:cNvGrpSpPr/>
        <p:nvPr/>
      </p:nvGrpSpPr>
      <p:grpSpPr>
        <a:xfrm>
          <a:off x="0" y="0"/>
          <a:ext cx="0" cy="0"/>
          <a:chOff x="0" y="0"/>
          <a:chExt cx="0" cy="0"/>
        </a:xfrm>
      </p:grpSpPr>
      <p:sp>
        <p:nvSpPr>
          <p:cNvPr id="4" name="TextBox 3"/>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 name="Title 1"/>
          <p:cNvSpPr>
            <a:spLocks noGrp="1"/>
          </p:cNvSpPr>
          <p:nvPr>
            <p:ph type="title" hasCustomPrompt="1"/>
          </p:nvPr>
        </p:nvSpPr>
        <p:spPr>
          <a:xfrm>
            <a:off x="609600" y="1"/>
            <a:ext cx="4286552" cy="1600201"/>
          </a:xfrm>
        </p:spPr>
        <p:txBody>
          <a:bodyPr/>
          <a:lstStyle/>
          <a:p>
            <a:r>
              <a:rPr lang="en-US"/>
              <a:t>Contents</a:t>
            </a:r>
          </a:p>
        </p:txBody>
      </p:sp>
      <p:sp>
        <p:nvSpPr>
          <p:cNvPr id="34" name="Text Placeholder 6"/>
          <p:cNvSpPr>
            <a:spLocks noGrp="1"/>
          </p:cNvSpPr>
          <p:nvPr>
            <p:ph type="body" sz="quarter" idx="11" hasCustomPrompt="1"/>
          </p:nvPr>
        </p:nvSpPr>
        <p:spPr>
          <a:xfrm>
            <a:off x="1311549" y="1849598"/>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dirty="0"/>
              <a:t>Section Name</a:t>
            </a:r>
          </a:p>
        </p:txBody>
      </p:sp>
      <p:cxnSp>
        <p:nvCxnSpPr>
          <p:cNvPr id="37" name="Straight Connector 36"/>
          <p:cNvCxnSpPr/>
          <p:nvPr userDrawn="1"/>
        </p:nvCxnSpPr>
        <p:spPr>
          <a:xfrm>
            <a:off x="1311549" y="23690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8" name="Text Placeholder 6"/>
          <p:cNvSpPr>
            <a:spLocks noGrp="1"/>
          </p:cNvSpPr>
          <p:nvPr>
            <p:ph type="body" sz="quarter" idx="19" hasCustomPrompt="1"/>
          </p:nvPr>
        </p:nvSpPr>
        <p:spPr>
          <a:xfrm>
            <a:off x="1311549" y="24887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0" name="Straight Connector 39"/>
          <p:cNvCxnSpPr/>
          <p:nvPr userDrawn="1"/>
        </p:nvCxnSpPr>
        <p:spPr>
          <a:xfrm>
            <a:off x="1311549" y="30081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2" name="Text Placeholder 6"/>
          <p:cNvSpPr>
            <a:spLocks noGrp="1"/>
          </p:cNvSpPr>
          <p:nvPr>
            <p:ph type="body" sz="quarter" idx="21" hasCustomPrompt="1"/>
          </p:nvPr>
        </p:nvSpPr>
        <p:spPr>
          <a:xfrm>
            <a:off x="1311549" y="3134786"/>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44" name="Straight Connector 43"/>
          <p:cNvCxnSpPr/>
          <p:nvPr userDrawn="1"/>
        </p:nvCxnSpPr>
        <p:spPr>
          <a:xfrm>
            <a:off x="1311549" y="3654215"/>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49" name="Text Placeholder 6"/>
          <p:cNvSpPr>
            <a:spLocks noGrp="1"/>
          </p:cNvSpPr>
          <p:nvPr>
            <p:ph type="body" sz="quarter" idx="23" hasCustomPrompt="1"/>
          </p:nvPr>
        </p:nvSpPr>
        <p:spPr>
          <a:xfrm>
            <a:off x="1311549" y="3782197"/>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1" name="Straight Connector 50"/>
          <p:cNvCxnSpPr/>
          <p:nvPr userDrawn="1"/>
        </p:nvCxnSpPr>
        <p:spPr>
          <a:xfrm>
            <a:off x="1311549" y="4301627"/>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2" name="Text Placeholder 6"/>
          <p:cNvSpPr>
            <a:spLocks noGrp="1"/>
          </p:cNvSpPr>
          <p:nvPr>
            <p:ph type="body" sz="quarter" idx="25" hasCustomPrompt="1"/>
          </p:nvPr>
        </p:nvSpPr>
        <p:spPr>
          <a:xfrm>
            <a:off x="1311549" y="4437910"/>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4" name="Straight Connector 53"/>
          <p:cNvCxnSpPr/>
          <p:nvPr userDrawn="1"/>
        </p:nvCxnSpPr>
        <p:spPr>
          <a:xfrm>
            <a:off x="1311549" y="4957339"/>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5" name="Text Placeholder 6"/>
          <p:cNvSpPr>
            <a:spLocks noGrp="1"/>
          </p:cNvSpPr>
          <p:nvPr>
            <p:ph type="body" sz="quarter" idx="27" hasCustomPrompt="1"/>
          </p:nvPr>
        </p:nvSpPr>
        <p:spPr>
          <a:xfrm>
            <a:off x="1311549" y="5085322"/>
            <a:ext cx="6886537" cy="519429"/>
          </a:xfrm>
          <a:prstGeom prst="rect">
            <a:avLst/>
          </a:prstGeom>
        </p:spPr>
        <p:txBody>
          <a:bodyPr vert="horz" wrap="none" lIns="0" tIns="0" rIns="0" bIns="0" anchor="ctr" anchorCtr="0"/>
          <a:lstStyle>
            <a:lvl1pPr marL="0" indent="0">
              <a:buNone/>
              <a:defRPr sz="2667" b="1">
                <a:solidFill>
                  <a:schemeClr val="bg1">
                    <a:lumMod val="65000"/>
                  </a:schemeClr>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57" name="Straight Connector 56"/>
          <p:cNvCxnSpPr/>
          <p:nvPr userDrawn="1"/>
        </p:nvCxnSpPr>
        <p:spPr>
          <a:xfrm>
            <a:off x="1311549" y="560475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58" name="Text Placeholder 6"/>
          <p:cNvSpPr>
            <a:spLocks noGrp="1"/>
          </p:cNvSpPr>
          <p:nvPr>
            <p:ph type="body" sz="quarter" idx="29" hasCustomPrompt="1"/>
          </p:nvPr>
        </p:nvSpPr>
        <p:spPr>
          <a:xfrm>
            <a:off x="1311549" y="5732732"/>
            <a:ext cx="6886537" cy="519429"/>
          </a:xfrm>
          <a:prstGeom prst="rect">
            <a:avLst/>
          </a:prstGeom>
        </p:spPr>
        <p:txBody>
          <a:bodyPr vert="horz" wrap="none" lIns="0" tIns="0" rIns="0" bIns="0" anchor="ctr" anchorCtr="0"/>
          <a:lstStyle>
            <a:lvl1pPr marL="0" indent="0">
              <a:buNone/>
              <a:defRPr sz="2667" b="1">
                <a:solidFill>
                  <a:srgbClr val="333333"/>
                </a:solidFill>
              </a:defRPr>
            </a:lvl1pPr>
            <a:lvl2pPr marL="609585" indent="0">
              <a:buNone/>
              <a:defRPr sz="3200"/>
            </a:lvl2pPr>
            <a:lvl3pPr marL="1219170" indent="0">
              <a:buNone/>
              <a:defRPr sz="3200"/>
            </a:lvl3pPr>
            <a:lvl4pPr marL="1828754" indent="0">
              <a:buNone/>
              <a:defRPr sz="3200"/>
            </a:lvl4pPr>
            <a:lvl5pPr marL="2438339" indent="0">
              <a:buNone/>
              <a:defRPr sz="3200"/>
            </a:lvl5pPr>
          </a:lstStyle>
          <a:p>
            <a:pPr lvl="0"/>
            <a:r>
              <a:rPr lang="en-US"/>
              <a:t>Section Name</a:t>
            </a:r>
          </a:p>
        </p:txBody>
      </p:sp>
      <p:cxnSp>
        <p:nvCxnSpPr>
          <p:cNvPr id="60" name="Straight Connector 59"/>
          <p:cNvCxnSpPr/>
          <p:nvPr userDrawn="1"/>
        </p:nvCxnSpPr>
        <p:spPr>
          <a:xfrm>
            <a:off x="1311549" y="6252161"/>
            <a:ext cx="6886537" cy="9368"/>
          </a:xfrm>
          <a:prstGeom prst="line">
            <a:avLst/>
          </a:prstGeom>
          <a:ln w="12700" cmpd="sng">
            <a:solidFill>
              <a:schemeClr val="tx1">
                <a:lumMod val="25000"/>
                <a:lumOff val="75000"/>
              </a:schemeClr>
            </a:solidFill>
            <a:prstDash val="solid"/>
          </a:ln>
          <a:effectLst/>
        </p:spPr>
        <p:style>
          <a:lnRef idx="2">
            <a:schemeClr val="accent1"/>
          </a:lnRef>
          <a:fillRef idx="0">
            <a:schemeClr val="accent1"/>
          </a:fillRef>
          <a:effectRef idx="1">
            <a:schemeClr val="accent1"/>
          </a:effectRef>
          <a:fontRef idx="minor">
            <a:schemeClr val="tx1"/>
          </a:fontRef>
        </p:style>
      </p:cxnSp>
      <p:sp>
        <p:nvSpPr>
          <p:cNvPr id="3" name="Rectangle 2">
            <a:extLst>
              <a:ext uri="{FF2B5EF4-FFF2-40B4-BE49-F238E27FC236}">
                <a16:creationId xmlns:a16="http://schemas.microsoft.com/office/drawing/2014/main" id="{27146A4F-6A3F-EF4B-929E-5836F6BDE5E3}"/>
              </a:ext>
            </a:extLst>
          </p:cNvPr>
          <p:cNvSpPr/>
          <p:nvPr userDrawn="1"/>
        </p:nvSpPr>
        <p:spPr>
          <a:xfrm>
            <a:off x="624418" y="185428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1</a:t>
            </a:r>
          </a:p>
        </p:txBody>
      </p:sp>
      <p:sp>
        <p:nvSpPr>
          <p:cNvPr id="26" name="Rectangle 25">
            <a:extLst>
              <a:ext uri="{FF2B5EF4-FFF2-40B4-BE49-F238E27FC236}">
                <a16:creationId xmlns:a16="http://schemas.microsoft.com/office/drawing/2014/main" id="{539E3358-3387-0344-A4E5-7F543009BFF7}"/>
              </a:ext>
            </a:extLst>
          </p:cNvPr>
          <p:cNvSpPr/>
          <p:nvPr userDrawn="1"/>
        </p:nvSpPr>
        <p:spPr>
          <a:xfrm>
            <a:off x="624418" y="249184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2</a:t>
            </a:r>
          </a:p>
        </p:txBody>
      </p:sp>
      <p:sp>
        <p:nvSpPr>
          <p:cNvPr id="27" name="Rectangle 26">
            <a:extLst>
              <a:ext uri="{FF2B5EF4-FFF2-40B4-BE49-F238E27FC236}">
                <a16:creationId xmlns:a16="http://schemas.microsoft.com/office/drawing/2014/main" id="{C386C688-264C-8644-BF91-47516BE962DC}"/>
              </a:ext>
            </a:extLst>
          </p:cNvPr>
          <p:cNvSpPr/>
          <p:nvPr userDrawn="1"/>
        </p:nvSpPr>
        <p:spPr>
          <a:xfrm>
            <a:off x="624418" y="3129408"/>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3</a:t>
            </a:r>
          </a:p>
        </p:txBody>
      </p:sp>
      <p:sp>
        <p:nvSpPr>
          <p:cNvPr id="28" name="Rectangle 27">
            <a:extLst>
              <a:ext uri="{FF2B5EF4-FFF2-40B4-BE49-F238E27FC236}">
                <a16:creationId xmlns:a16="http://schemas.microsoft.com/office/drawing/2014/main" id="{DDA01238-AB3B-E34F-9AEA-F4E521E46353}"/>
              </a:ext>
            </a:extLst>
          </p:cNvPr>
          <p:cNvSpPr/>
          <p:nvPr userDrawn="1"/>
        </p:nvSpPr>
        <p:spPr>
          <a:xfrm>
            <a:off x="624418" y="3766972"/>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4</a:t>
            </a:r>
          </a:p>
        </p:txBody>
      </p:sp>
      <p:sp>
        <p:nvSpPr>
          <p:cNvPr id="29" name="Rectangle 28">
            <a:extLst>
              <a:ext uri="{FF2B5EF4-FFF2-40B4-BE49-F238E27FC236}">
                <a16:creationId xmlns:a16="http://schemas.microsoft.com/office/drawing/2014/main" id="{3964A093-D04E-9548-A592-9ADBD095FB82}"/>
              </a:ext>
            </a:extLst>
          </p:cNvPr>
          <p:cNvSpPr/>
          <p:nvPr userDrawn="1"/>
        </p:nvSpPr>
        <p:spPr>
          <a:xfrm>
            <a:off x="624418" y="4426906"/>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5</a:t>
            </a:r>
          </a:p>
        </p:txBody>
      </p:sp>
      <p:sp>
        <p:nvSpPr>
          <p:cNvPr id="30" name="Rectangle 29">
            <a:extLst>
              <a:ext uri="{FF2B5EF4-FFF2-40B4-BE49-F238E27FC236}">
                <a16:creationId xmlns:a16="http://schemas.microsoft.com/office/drawing/2014/main" id="{37FAEEF9-51BD-7547-9D28-C4D1709E8B36}"/>
              </a:ext>
            </a:extLst>
          </p:cNvPr>
          <p:cNvSpPr/>
          <p:nvPr userDrawn="1"/>
        </p:nvSpPr>
        <p:spPr>
          <a:xfrm>
            <a:off x="624418" y="5075655"/>
            <a:ext cx="575431" cy="519429"/>
          </a:xfrm>
          <a:prstGeom prst="rect">
            <a:avLst/>
          </a:prstGeom>
          <a:solidFill>
            <a:schemeClr val="bg1">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6</a:t>
            </a:r>
          </a:p>
        </p:txBody>
      </p:sp>
      <p:sp>
        <p:nvSpPr>
          <p:cNvPr id="31" name="Rectangle 30">
            <a:extLst>
              <a:ext uri="{FF2B5EF4-FFF2-40B4-BE49-F238E27FC236}">
                <a16:creationId xmlns:a16="http://schemas.microsoft.com/office/drawing/2014/main" id="{9B5306E0-61DD-104F-93DD-9C840B7CDCA6}"/>
              </a:ext>
            </a:extLst>
          </p:cNvPr>
          <p:cNvSpPr/>
          <p:nvPr userDrawn="1"/>
        </p:nvSpPr>
        <p:spPr>
          <a:xfrm>
            <a:off x="624418" y="5713218"/>
            <a:ext cx="575431" cy="519429"/>
          </a:xfrm>
          <a:prstGeom prst="rect">
            <a:avLst/>
          </a:prstGeom>
          <a:solidFill>
            <a:schemeClr val="accent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lang="en-US" sz="3200" b="1" dirty="0"/>
              <a:t>7</a:t>
            </a:r>
          </a:p>
        </p:txBody>
      </p:sp>
    </p:spTree>
    <p:extLst>
      <p:ext uri="{BB962C8B-B14F-4D97-AF65-F5344CB8AC3E}">
        <p14:creationId xmlns:p14="http://schemas.microsoft.com/office/powerpoint/2010/main" val="626882962"/>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Transition Slide - Whit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656328124"/>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Transition Slide - Blue">
    <p:spTree>
      <p:nvGrpSpPr>
        <p:cNvPr id="1" name=""/>
        <p:cNvGrpSpPr/>
        <p:nvPr/>
      </p:nvGrpSpPr>
      <p:grpSpPr>
        <a:xfrm>
          <a:off x="0" y="0"/>
          <a:ext cx="0" cy="0"/>
          <a:chOff x="0" y="0"/>
          <a:chExt cx="0" cy="0"/>
        </a:xfrm>
      </p:grpSpPr>
      <p:sp>
        <p:nvSpPr>
          <p:cNvPr id="6" name="Rectangle 5"/>
          <p:cNvSpPr/>
          <p:nvPr userDrawn="1"/>
        </p:nvSpPr>
        <p:spPr>
          <a:xfrm>
            <a:off x="0" y="0"/>
            <a:ext cx="12192000"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3" name="Text Placeholder 7"/>
          <p:cNvSpPr>
            <a:spLocks noGrp="1"/>
          </p:cNvSpPr>
          <p:nvPr>
            <p:ph type="body" sz="quarter" idx="10" hasCustomPrompt="1"/>
          </p:nvPr>
        </p:nvSpPr>
        <p:spPr>
          <a:xfrm>
            <a:off x="623272" y="1669356"/>
            <a:ext cx="5269528" cy="1797768"/>
          </a:xfrm>
        </p:spPr>
        <p:txBody>
          <a:bodyPr anchor="b" anchorCtr="0">
            <a:noAutofit/>
          </a:bodyPr>
          <a:lstStyle>
            <a:lvl1pPr marL="0" indent="0">
              <a:buNone/>
              <a:defRPr sz="4000">
                <a:solidFill>
                  <a:srgbClr val="FFFFFF"/>
                </a:solidFill>
              </a:defRPr>
            </a:lvl1pPr>
          </a:lstStyle>
          <a:p>
            <a:pPr lvl="0"/>
            <a:r>
              <a:rPr lang="en-US"/>
              <a:t>Transition Slide Title</a:t>
            </a:r>
          </a:p>
        </p:txBody>
      </p:sp>
      <p:cxnSp>
        <p:nvCxnSpPr>
          <p:cNvPr id="4" name="Straight Connector 3"/>
          <p:cNvCxnSpPr/>
          <p:nvPr userDrawn="1"/>
        </p:nvCxnSpPr>
        <p:spPr>
          <a:xfrm>
            <a:off x="760447" y="3707711"/>
            <a:ext cx="6099972" cy="0"/>
          </a:xfrm>
          <a:prstGeom prst="line">
            <a:avLst/>
          </a:prstGeom>
          <a:ln w="28575" cmpd="sng">
            <a:solidFill>
              <a:schemeClr val="bg1"/>
            </a:solidFill>
          </a:ln>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623273" y="3948645"/>
            <a:ext cx="5270283" cy="1468735"/>
          </a:xfrm>
        </p:spPr>
        <p:txBody>
          <a:bodyPr>
            <a:noAutofit/>
          </a:bodyPr>
          <a:lstStyle>
            <a:lvl1pPr marL="0" indent="0">
              <a:spcBef>
                <a:spcPts val="533"/>
              </a:spcBef>
              <a:buNone/>
              <a:defRPr sz="2400" baseline="0">
                <a:solidFill>
                  <a:srgbClr val="FFFFFF"/>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dirty="0"/>
              <a:t>Subtitle or additional text</a:t>
            </a:r>
          </a:p>
        </p:txBody>
      </p:sp>
    </p:spTree>
    <p:extLst>
      <p:ext uri="{BB962C8B-B14F-4D97-AF65-F5344CB8AC3E}">
        <p14:creationId xmlns:p14="http://schemas.microsoft.com/office/powerpoint/2010/main" val="418071859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Key Messaging - Large Photo">
    <p:spTree>
      <p:nvGrpSpPr>
        <p:cNvPr id="1" name=""/>
        <p:cNvGrpSpPr/>
        <p:nvPr/>
      </p:nvGrpSpPr>
      <p:grpSpPr>
        <a:xfrm>
          <a:off x="0" y="0"/>
          <a:ext cx="0" cy="0"/>
          <a:chOff x="0" y="0"/>
          <a:chExt cx="0" cy="0"/>
        </a:xfrm>
      </p:grpSpPr>
      <p:sp>
        <p:nvSpPr>
          <p:cNvPr id="4" name="Picture Placeholder 3"/>
          <p:cNvSpPr>
            <a:spLocks noGrp="1"/>
          </p:cNvSpPr>
          <p:nvPr>
            <p:ph type="pic" sz="quarter" idx="10" hasCustomPrompt="1"/>
          </p:nvPr>
        </p:nvSpPr>
        <p:spPr>
          <a:xfrm>
            <a:off x="0" y="0"/>
            <a:ext cx="12192000" cy="6858000"/>
          </a:xfrm>
          <a:solidFill>
            <a:schemeClr val="bg1">
              <a:lumMod val="95000"/>
            </a:schemeClr>
          </a:solidFill>
        </p:spPr>
        <p:txBody>
          <a:bodyPr/>
          <a:lstStyle>
            <a:lvl1pPr marL="0" indent="0" algn="ctr">
              <a:buNone/>
              <a:defRPr baseline="0"/>
            </a:lvl1pPr>
          </a:lstStyle>
          <a:p>
            <a:r>
              <a:rPr lang="en-US"/>
              <a:t>Insert a large image here</a:t>
            </a:r>
          </a:p>
        </p:txBody>
      </p:sp>
      <p:sp>
        <p:nvSpPr>
          <p:cNvPr id="6" name="Text Placeholder 5"/>
          <p:cNvSpPr>
            <a:spLocks noGrp="1"/>
          </p:cNvSpPr>
          <p:nvPr>
            <p:ph type="body" sz="quarter" idx="11" hasCustomPrompt="1"/>
          </p:nvPr>
        </p:nvSpPr>
        <p:spPr>
          <a:xfrm>
            <a:off x="-1" y="2120900"/>
            <a:ext cx="7421039"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Key Messaging Slide One</a:t>
            </a:r>
          </a:p>
        </p:txBody>
      </p:sp>
      <p:sp>
        <p:nvSpPr>
          <p:cNvPr id="7" name="Text Placeholder 5"/>
          <p:cNvSpPr>
            <a:spLocks noGrp="1"/>
          </p:cNvSpPr>
          <p:nvPr>
            <p:ph type="body" sz="quarter" idx="12" hasCustomPrompt="1"/>
          </p:nvPr>
        </p:nvSpPr>
        <p:spPr>
          <a:xfrm>
            <a:off x="0" y="3042217"/>
            <a:ext cx="4997165" cy="838200"/>
          </a:xfrm>
          <a:solidFill>
            <a:srgbClr val="000000">
              <a:alpha val="75000"/>
            </a:srgbClr>
          </a:solidFill>
        </p:spPr>
        <p:txBody>
          <a:bodyPr wrap="none" lIns="457200" tIns="0" rIns="457200" bIns="91440" anchor="ctr" anchorCtr="0">
            <a:noAutofit/>
          </a:bodyPr>
          <a:lstStyle>
            <a:lvl1pPr marL="0" indent="0">
              <a:buNone/>
              <a:defRPr sz="4800" baseline="0">
                <a:solidFill>
                  <a:schemeClr val="bg1"/>
                </a:solidFill>
              </a:defRPr>
            </a:lvl1pPr>
            <a:lvl2pPr marL="609585" indent="0">
              <a:buNone/>
              <a:defRPr/>
            </a:lvl2pPr>
            <a:lvl3pPr marL="1219170" indent="0">
              <a:buNone/>
              <a:defRPr/>
            </a:lvl3pPr>
            <a:lvl4pPr marL="1828754" indent="0">
              <a:buNone/>
              <a:defRPr/>
            </a:lvl4pPr>
            <a:lvl5pPr marL="2438339" indent="0">
              <a:buNone/>
              <a:defRPr/>
            </a:lvl5pPr>
          </a:lstStyle>
          <a:p>
            <a:pPr lvl="0"/>
            <a:r>
              <a:rPr lang="en-US"/>
              <a:t>Transition Slide</a:t>
            </a:r>
          </a:p>
        </p:txBody>
      </p:sp>
    </p:spTree>
    <p:extLst>
      <p:ext uri="{BB962C8B-B14F-4D97-AF65-F5344CB8AC3E}">
        <p14:creationId xmlns:p14="http://schemas.microsoft.com/office/powerpoint/2010/main" val="3349608442"/>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Data Slide - Char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609601" y="0"/>
            <a:ext cx="4279652" cy="2265941"/>
          </a:xfrm>
        </p:spPr>
        <p:txBody>
          <a:bodyPr/>
          <a:lstStyle/>
          <a:p>
            <a:r>
              <a:rPr lang="en-US" dirty="0"/>
              <a:t>Data Slide: </a:t>
            </a:r>
            <a:br>
              <a:rPr lang="en-US" dirty="0"/>
            </a:br>
            <a:r>
              <a:rPr lang="en-US" dirty="0"/>
              <a:t>Keep Title Concise</a:t>
            </a:r>
          </a:p>
        </p:txBody>
      </p:sp>
      <p:sp>
        <p:nvSpPr>
          <p:cNvPr id="4" name="Text Placeholder 3"/>
          <p:cNvSpPr>
            <a:spLocks noGrp="1"/>
          </p:cNvSpPr>
          <p:nvPr>
            <p:ph type="body" sz="quarter" idx="10" hasCustomPrompt="1"/>
          </p:nvPr>
        </p:nvSpPr>
        <p:spPr>
          <a:xfrm>
            <a:off x="5437114" y="556685"/>
            <a:ext cx="6359071" cy="1709257"/>
          </a:xfrm>
        </p:spPr>
        <p:txBody>
          <a:bodyPr lIns="0" tIns="0" rIns="0" bIns="0" anchor="ctr" anchorCtr="0">
            <a:noAutofit/>
          </a:bodyPr>
          <a:lstStyle>
            <a:lvl1pPr marL="0" indent="0">
              <a:buNone/>
              <a:defRPr sz="2667"/>
            </a:lvl1pPr>
          </a:lstStyle>
          <a:p>
            <a:pPr lvl="0"/>
            <a:r>
              <a:rPr lang="en-US" dirty="0"/>
              <a:t>Summary or description text about the slide, charts, data go here.</a:t>
            </a:r>
          </a:p>
        </p:txBody>
      </p:sp>
      <p:sp>
        <p:nvSpPr>
          <p:cNvPr id="5" name="Chart Placeholder 6"/>
          <p:cNvSpPr>
            <a:spLocks noGrp="1"/>
          </p:cNvSpPr>
          <p:nvPr>
            <p:ph type="chart" sz="quarter" idx="11" hasCustomPrompt="1"/>
          </p:nvPr>
        </p:nvSpPr>
        <p:spPr>
          <a:xfrm>
            <a:off x="624418" y="2774774"/>
            <a:ext cx="2511385" cy="1914812"/>
          </a:xfrm>
          <a:prstGeom prst="rect">
            <a:avLst/>
          </a:prstGeom>
        </p:spPr>
        <p:txBody>
          <a:bodyPr vert="horz"/>
          <a:lstStyle>
            <a:lvl1pPr marL="0" indent="0">
              <a:buNone/>
              <a:defRPr sz="1600"/>
            </a:lvl1pPr>
          </a:lstStyle>
          <a:p>
            <a:r>
              <a:rPr lang="en-US"/>
              <a:t>Insert Chart</a:t>
            </a:r>
          </a:p>
        </p:txBody>
      </p:sp>
      <p:sp>
        <p:nvSpPr>
          <p:cNvPr id="10" name="Chart Placeholder 6"/>
          <p:cNvSpPr>
            <a:spLocks noGrp="1"/>
          </p:cNvSpPr>
          <p:nvPr>
            <p:ph type="chart" sz="quarter" idx="12" hasCustomPrompt="1"/>
          </p:nvPr>
        </p:nvSpPr>
        <p:spPr>
          <a:xfrm>
            <a:off x="9284800" y="2774774"/>
            <a:ext cx="2511385" cy="1914812"/>
          </a:xfrm>
          <a:prstGeom prst="rect">
            <a:avLst/>
          </a:prstGeom>
        </p:spPr>
        <p:txBody>
          <a:bodyPr vert="horz"/>
          <a:lstStyle>
            <a:lvl1pPr marL="0" indent="0">
              <a:buNone/>
              <a:defRPr sz="1600"/>
            </a:lvl1pPr>
          </a:lstStyle>
          <a:p>
            <a:r>
              <a:rPr lang="en-US"/>
              <a:t>Insert Chart</a:t>
            </a:r>
          </a:p>
        </p:txBody>
      </p:sp>
      <p:sp>
        <p:nvSpPr>
          <p:cNvPr id="11" name="Chart Placeholder 6"/>
          <p:cNvSpPr>
            <a:spLocks noGrp="1"/>
          </p:cNvSpPr>
          <p:nvPr>
            <p:ph type="chart" sz="quarter" idx="13" hasCustomPrompt="1"/>
          </p:nvPr>
        </p:nvSpPr>
        <p:spPr>
          <a:xfrm>
            <a:off x="6354569" y="2774774"/>
            <a:ext cx="2511385" cy="1914812"/>
          </a:xfrm>
          <a:prstGeom prst="rect">
            <a:avLst/>
          </a:prstGeom>
        </p:spPr>
        <p:txBody>
          <a:bodyPr vert="horz"/>
          <a:lstStyle>
            <a:lvl1pPr marL="0" indent="0">
              <a:buNone/>
              <a:defRPr sz="1600"/>
            </a:lvl1pPr>
          </a:lstStyle>
          <a:p>
            <a:r>
              <a:rPr lang="en-US"/>
              <a:t>Insert Chart</a:t>
            </a:r>
          </a:p>
        </p:txBody>
      </p:sp>
      <p:sp>
        <p:nvSpPr>
          <p:cNvPr id="12" name="Chart Placeholder 6"/>
          <p:cNvSpPr>
            <a:spLocks noGrp="1"/>
          </p:cNvSpPr>
          <p:nvPr>
            <p:ph type="chart" sz="quarter" idx="14" hasCustomPrompt="1"/>
          </p:nvPr>
        </p:nvSpPr>
        <p:spPr>
          <a:xfrm>
            <a:off x="3490746" y="2774774"/>
            <a:ext cx="2511385" cy="1914812"/>
          </a:xfrm>
          <a:prstGeom prst="rect">
            <a:avLst/>
          </a:prstGeom>
        </p:spPr>
        <p:txBody>
          <a:bodyPr vert="horz"/>
          <a:lstStyle>
            <a:lvl1pPr marL="0" indent="0">
              <a:buNone/>
              <a:defRPr sz="1600"/>
            </a:lvl1pPr>
          </a:lstStyle>
          <a:p>
            <a:r>
              <a:rPr lang="en-US"/>
              <a:t>Insert Chart</a:t>
            </a:r>
          </a:p>
        </p:txBody>
      </p:sp>
      <p:sp>
        <p:nvSpPr>
          <p:cNvPr id="14" name="Text Placeholder 13"/>
          <p:cNvSpPr>
            <a:spLocks noGrp="1"/>
          </p:cNvSpPr>
          <p:nvPr>
            <p:ph type="body" sz="quarter" idx="15" hasCustomPrompt="1"/>
          </p:nvPr>
        </p:nvSpPr>
        <p:spPr>
          <a:xfrm>
            <a:off x="62441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5" name="Text Placeholder 13"/>
          <p:cNvSpPr>
            <a:spLocks noGrp="1"/>
          </p:cNvSpPr>
          <p:nvPr>
            <p:ph type="body" sz="quarter" idx="16" hasCustomPrompt="1"/>
          </p:nvPr>
        </p:nvSpPr>
        <p:spPr>
          <a:xfrm>
            <a:off x="3491765"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6" name="Text Placeholder 13"/>
          <p:cNvSpPr>
            <a:spLocks noGrp="1"/>
          </p:cNvSpPr>
          <p:nvPr>
            <p:ph type="body" sz="quarter" idx="17" hasCustomPrompt="1"/>
          </p:nvPr>
        </p:nvSpPr>
        <p:spPr>
          <a:xfrm>
            <a:off x="6355587"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7" name="Text Placeholder 13"/>
          <p:cNvSpPr>
            <a:spLocks noGrp="1"/>
          </p:cNvSpPr>
          <p:nvPr>
            <p:ph type="body" sz="quarter" idx="18" hasCustomPrompt="1"/>
          </p:nvPr>
        </p:nvSpPr>
        <p:spPr>
          <a:xfrm>
            <a:off x="9284799" y="4798484"/>
            <a:ext cx="2510367" cy="355600"/>
          </a:xfrm>
        </p:spPr>
        <p:txBody>
          <a:bodyPr lIns="0" tIns="0" rIns="0" bIns="0">
            <a:noAutofit/>
          </a:bodyPr>
          <a:lstStyle>
            <a:lvl1pPr marL="0" indent="0" algn="ctr">
              <a:buNone/>
              <a:defRPr sz="2400" baseline="0"/>
            </a:lvl1pPr>
            <a:lvl2pPr>
              <a:defRPr sz="1867"/>
            </a:lvl2pPr>
            <a:lvl3pPr>
              <a:defRPr sz="1867"/>
            </a:lvl3pPr>
            <a:lvl4pPr>
              <a:defRPr sz="1867"/>
            </a:lvl4pPr>
            <a:lvl5pPr>
              <a:defRPr sz="1867"/>
            </a:lvl5pPr>
          </a:lstStyle>
          <a:p>
            <a:pPr lvl="0"/>
            <a:r>
              <a:rPr lang="en-US"/>
              <a:t>Chart Description</a:t>
            </a:r>
          </a:p>
        </p:txBody>
      </p:sp>
      <p:sp>
        <p:nvSpPr>
          <p:cNvPr id="18" name="Text Placeholder 13"/>
          <p:cNvSpPr>
            <a:spLocks noGrp="1"/>
          </p:cNvSpPr>
          <p:nvPr>
            <p:ph type="body" sz="quarter" idx="19" hasCustomPrompt="1"/>
          </p:nvPr>
        </p:nvSpPr>
        <p:spPr>
          <a:xfrm>
            <a:off x="624417" y="6233413"/>
            <a:ext cx="2510367" cy="273596"/>
          </a:xfrm>
        </p:spPr>
        <p:txBody>
          <a:bodyPr lIns="0" tIns="0" rIns="0" bIns="0">
            <a:noAutofit/>
          </a:bodyPr>
          <a:lstStyle>
            <a:lvl1pPr marL="0" indent="0" algn="l">
              <a:buNone/>
              <a:defRPr sz="1333" baseline="0"/>
            </a:lvl1pPr>
            <a:lvl2pPr>
              <a:defRPr sz="1867"/>
            </a:lvl2pPr>
            <a:lvl3pPr>
              <a:defRPr sz="1867"/>
            </a:lvl3pPr>
            <a:lvl4pPr>
              <a:defRPr sz="1867"/>
            </a:lvl4pPr>
            <a:lvl5pPr>
              <a:defRPr sz="1867"/>
            </a:lvl5pPr>
          </a:lstStyle>
          <a:p>
            <a:pPr lvl="0"/>
            <a:r>
              <a:rPr lang="en-US"/>
              <a:t>Data citation</a:t>
            </a:r>
          </a:p>
        </p:txBody>
      </p:sp>
      <p:sp>
        <p:nvSpPr>
          <p:cNvPr id="19" name="TextBox 18"/>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t>NREL</a:t>
            </a:r>
            <a:r>
              <a:rPr lang="en-US" sz="1067" baseline="0" dirty="0"/>
              <a:t>    </a:t>
            </a:r>
            <a:r>
              <a:rPr lang="en-US" sz="1067" dirty="0"/>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p>
        </p:txBody>
      </p:sp>
    </p:spTree>
    <p:extLst>
      <p:ext uri="{BB962C8B-B14F-4D97-AF65-F5344CB8AC3E}">
        <p14:creationId xmlns:p14="http://schemas.microsoft.com/office/powerpoint/2010/main" val="175095343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Content Slide - Infographic Large Photo">
    <p:spTree>
      <p:nvGrpSpPr>
        <p:cNvPr id="1" name=""/>
        <p:cNvGrpSpPr/>
        <p:nvPr/>
      </p:nvGrpSpPr>
      <p:grpSpPr>
        <a:xfrm>
          <a:off x="0" y="0"/>
          <a:ext cx="0" cy="0"/>
          <a:chOff x="0" y="0"/>
          <a:chExt cx="0" cy="0"/>
        </a:xfrm>
      </p:grpSpPr>
      <p:sp>
        <p:nvSpPr>
          <p:cNvPr id="29" name="Picture Placeholder 28"/>
          <p:cNvSpPr>
            <a:spLocks noGrp="1"/>
          </p:cNvSpPr>
          <p:nvPr>
            <p:ph type="pic" sz="quarter" idx="49" hasCustomPrompt="1"/>
          </p:nvPr>
        </p:nvSpPr>
        <p:spPr>
          <a:xfrm>
            <a:off x="0" y="0"/>
            <a:ext cx="12192000" cy="6858000"/>
          </a:xfrm>
        </p:spPr>
        <p:txBody>
          <a:bodyPr>
            <a:normAutofit/>
          </a:bodyPr>
          <a:lstStyle>
            <a:lvl1pPr marL="0" indent="0" algn="r">
              <a:buNone/>
              <a:defRPr sz="2400"/>
            </a:lvl1pPr>
          </a:lstStyle>
          <a:p>
            <a:r>
              <a:rPr lang="en-US"/>
              <a:t>Insert a large image here</a:t>
            </a:r>
          </a:p>
        </p:txBody>
      </p:sp>
      <p:sp>
        <p:nvSpPr>
          <p:cNvPr id="16" name="Text Placeholder 6"/>
          <p:cNvSpPr>
            <a:spLocks noGrp="1"/>
          </p:cNvSpPr>
          <p:nvPr>
            <p:ph type="body" sz="quarter" idx="40"/>
          </p:nvPr>
        </p:nvSpPr>
        <p:spPr>
          <a:xfrm>
            <a:off x="0" y="3414950"/>
            <a:ext cx="12192000" cy="2644161"/>
          </a:xfrm>
          <a:prstGeom prst="rect">
            <a:avLst/>
          </a:prstGeom>
          <a:solidFill>
            <a:schemeClr val="bg1">
              <a:lumMod val="95000"/>
              <a:alpha val="85000"/>
            </a:schemeClr>
          </a:solidFill>
        </p:spPr>
        <p:txBody>
          <a:bodyPr vert="horz"/>
          <a:lstStyle>
            <a:lvl1pPr marL="0" indent="0" algn="ctr">
              <a:buNone/>
              <a:defRPr sz="133">
                <a:solidFill>
                  <a:srgbClr val="333333"/>
                </a:solidFill>
              </a:defRPr>
            </a:lvl1pPr>
          </a:lstStyle>
          <a:p>
            <a:pPr lvl="0"/>
            <a:r>
              <a:rPr lang="en-US"/>
              <a:t>Edit Master text styles</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32"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3"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35"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6"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7"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38"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9721221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Content Slide - Infographic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17" name="Text Placeholder 3"/>
          <p:cNvSpPr>
            <a:spLocks noGrp="1"/>
          </p:cNvSpPr>
          <p:nvPr>
            <p:ph type="body" sz="quarter" idx="18" hasCustomPrompt="1"/>
          </p:nvPr>
        </p:nvSpPr>
        <p:spPr>
          <a:xfrm>
            <a:off x="624417"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18" name="Text Placeholder 17"/>
          <p:cNvSpPr>
            <a:spLocks noGrp="1"/>
          </p:cNvSpPr>
          <p:nvPr>
            <p:ph type="body" sz="quarter" idx="19" hasCustomPrompt="1"/>
          </p:nvPr>
        </p:nvSpPr>
        <p:spPr>
          <a:xfrm>
            <a:off x="624418"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19" name="Text Placeholder 3"/>
          <p:cNvSpPr>
            <a:spLocks noGrp="1"/>
          </p:cNvSpPr>
          <p:nvPr>
            <p:ph type="body" sz="quarter" idx="41" hasCustomPrompt="1"/>
          </p:nvPr>
        </p:nvSpPr>
        <p:spPr>
          <a:xfrm>
            <a:off x="2926493"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0" name="Text Placeholder 17"/>
          <p:cNvSpPr>
            <a:spLocks noGrp="1"/>
          </p:cNvSpPr>
          <p:nvPr>
            <p:ph type="body" sz="quarter" idx="42" hasCustomPrompt="1"/>
          </p:nvPr>
        </p:nvSpPr>
        <p:spPr>
          <a:xfrm>
            <a:off x="292649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1" name="Text Placeholder 3"/>
          <p:cNvSpPr>
            <a:spLocks noGrp="1"/>
          </p:cNvSpPr>
          <p:nvPr>
            <p:ph type="body" sz="quarter" idx="43" hasCustomPrompt="1"/>
          </p:nvPr>
        </p:nvSpPr>
        <p:spPr>
          <a:xfrm>
            <a:off x="5241522"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2" name="Text Placeholder 17"/>
          <p:cNvSpPr>
            <a:spLocks noGrp="1"/>
          </p:cNvSpPr>
          <p:nvPr>
            <p:ph type="body" sz="quarter" idx="44" hasCustomPrompt="1"/>
          </p:nvPr>
        </p:nvSpPr>
        <p:spPr>
          <a:xfrm>
            <a:off x="5241524"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3" name="Text Placeholder 3"/>
          <p:cNvSpPr>
            <a:spLocks noGrp="1"/>
          </p:cNvSpPr>
          <p:nvPr>
            <p:ph type="body" sz="quarter" idx="45" hasCustomPrompt="1"/>
          </p:nvPr>
        </p:nvSpPr>
        <p:spPr>
          <a:xfrm>
            <a:off x="7540880"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4" name="Text Placeholder 17"/>
          <p:cNvSpPr>
            <a:spLocks noGrp="1"/>
          </p:cNvSpPr>
          <p:nvPr>
            <p:ph type="body" sz="quarter" idx="46" hasCustomPrompt="1"/>
          </p:nvPr>
        </p:nvSpPr>
        <p:spPr>
          <a:xfrm>
            <a:off x="7540881"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5" name="Text Placeholder 3"/>
          <p:cNvSpPr>
            <a:spLocks noGrp="1"/>
          </p:cNvSpPr>
          <p:nvPr>
            <p:ph type="body" sz="quarter" idx="47" hasCustomPrompt="1"/>
          </p:nvPr>
        </p:nvSpPr>
        <p:spPr>
          <a:xfrm>
            <a:off x="9782136" y="5057513"/>
            <a:ext cx="1782233" cy="760891"/>
          </a:xfrm>
          <a:prstGeom prst="rect">
            <a:avLst/>
          </a:prstGeom>
          <a:ln>
            <a:noFill/>
          </a:ln>
        </p:spPr>
        <p:txBody>
          <a:bodyPr vert="horz" lIns="0" tIns="0" rIns="0" bIns="0"/>
          <a:lstStyle>
            <a:lvl1pPr marL="0" indent="0" algn="ctr">
              <a:buNone/>
              <a:defRPr sz="1600" baseline="0">
                <a:solidFill>
                  <a:schemeClr val="tx1"/>
                </a:solidFill>
              </a:defRPr>
            </a:lvl1pPr>
            <a:lvl2pPr marL="609585" indent="0">
              <a:buNone/>
              <a:defRPr sz="2133"/>
            </a:lvl2pPr>
            <a:lvl3pPr marL="1219170" indent="0">
              <a:buNone/>
              <a:defRPr sz="2133"/>
            </a:lvl3pPr>
            <a:lvl4pPr marL="1828754" indent="0">
              <a:buNone/>
              <a:defRPr sz="2133"/>
            </a:lvl4pPr>
            <a:lvl5pPr marL="2438339" indent="0">
              <a:buNone/>
              <a:defRPr sz="2133"/>
            </a:lvl5pPr>
          </a:lstStyle>
          <a:p>
            <a:pPr lvl="0"/>
            <a:r>
              <a:rPr lang="en-US"/>
              <a:t>Infographic information goes here</a:t>
            </a:r>
          </a:p>
        </p:txBody>
      </p:sp>
      <p:sp>
        <p:nvSpPr>
          <p:cNvPr id="26" name="Text Placeholder 17"/>
          <p:cNvSpPr>
            <a:spLocks noGrp="1"/>
          </p:cNvSpPr>
          <p:nvPr>
            <p:ph type="body" sz="quarter" idx="48" hasCustomPrompt="1"/>
          </p:nvPr>
        </p:nvSpPr>
        <p:spPr>
          <a:xfrm>
            <a:off x="9782137" y="4519809"/>
            <a:ext cx="1782233" cy="435380"/>
          </a:xfrm>
          <a:prstGeom prst="rect">
            <a:avLst/>
          </a:prstGeom>
        </p:spPr>
        <p:txBody>
          <a:bodyPr vert="horz" lIns="0" tIns="0" rIns="0" bIns="0">
            <a:normAutofit/>
          </a:bodyPr>
          <a:lstStyle>
            <a:lvl1pPr marL="0" indent="0" algn="ctr">
              <a:buNone/>
              <a:defRPr sz="2400" baseline="0">
                <a:solidFill>
                  <a:schemeClr val="tx1"/>
                </a:solidFill>
              </a:defRPr>
            </a:lvl1pPr>
            <a:lvl2pPr marL="609585" indent="0">
              <a:buNone/>
              <a:defRPr sz="2933">
                <a:solidFill>
                  <a:srgbClr val="8DC63F"/>
                </a:solidFill>
              </a:defRPr>
            </a:lvl2pPr>
            <a:lvl3pPr marL="1219170" indent="0">
              <a:buNone/>
              <a:defRPr sz="2933">
                <a:solidFill>
                  <a:srgbClr val="8DC63F"/>
                </a:solidFill>
              </a:defRPr>
            </a:lvl3pPr>
            <a:lvl4pPr marL="1828754" indent="0">
              <a:buNone/>
              <a:defRPr sz="2933">
                <a:solidFill>
                  <a:srgbClr val="8DC63F"/>
                </a:solidFill>
              </a:defRPr>
            </a:lvl4pPr>
            <a:lvl5pPr marL="2438339" indent="0">
              <a:buNone/>
              <a:defRPr sz="2933">
                <a:solidFill>
                  <a:srgbClr val="8DC63F"/>
                </a:solidFill>
              </a:defRPr>
            </a:lvl5pPr>
          </a:lstStyle>
          <a:p>
            <a:pPr lvl="0"/>
            <a:r>
              <a:rPr lang="en-US"/>
              <a:t>Emphasis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28" name="Title 31"/>
          <p:cNvSpPr>
            <a:spLocks noGrp="1"/>
          </p:cNvSpPr>
          <p:nvPr>
            <p:ph type="title" hasCustomPrompt="1"/>
          </p:nvPr>
        </p:nvSpPr>
        <p:spPr>
          <a:xfrm>
            <a:off x="609600" y="0"/>
            <a:ext cx="4284680" cy="2272344"/>
          </a:xfrm>
        </p:spPr>
        <p:txBody>
          <a:bodyPr/>
          <a:lstStyle/>
          <a:p>
            <a:r>
              <a:rPr lang="en-US"/>
              <a:t>Messaging + Blue Infographic Content</a:t>
            </a:r>
          </a:p>
        </p:txBody>
      </p:sp>
      <p:sp>
        <p:nvSpPr>
          <p:cNvPr id="39" name="Picture Placeholder 24"/>
          <p:cNvSpPr>
            <a:spLocks noGrp="1" noChangeAspect="1"/>
          </p:cNvSpPr>
          <p:nvPr>
            <p:ph type="pic" sz="quarter" idx="50" hasCustomPrompt="1"/>
          </p:nvPr>
        </p:nvSpPr>
        <p:spPr>
          <a:xfrm>
            <a:off x="65424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dirty="0"/>
              <a:t>Insert icon</a:t>
            </a:r>
          </a:p>
        </p:txBody>
      </p:sp>
      <p:sp>
        <p:nvSpPr>
          <p:cNvPr id="40" name="Picture Placeholder 24"/>
          <p:cNvSpPr>
            <a:spLocks noGrp="1" noChangeAspect="1"/>
          </p:cNvSpPr>
          <p:nvPr>
            <p:ph type="pic" sz="quarter" idx="51" hasCustomPrompt="1"/>
          </p:nvPr>
        </p:nvSpPr>
        <p:spPr>
          <a:xfrm>
            <a:off x="2986149"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1" name="Picture Placeholder 24"/>
          <p:cNvSpPr>
            <a:spLocks noGrp="1" noChangeAspect="1"/>
          </p:cNvSpPr>
          <p:nvPr>
            <p:ph type="pic" sz="quarter" idx="52" hasCustomPrompt="1"/>
          </p:nvPr>
        </p:nvSpPr>
        <p:spPr>
          <a:xfrm>
            <a:off x="5234712"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2" name="Picture Placeholder 24"/>
          <p:cNvSpPr>
            <a:spLocks noGrp="1" noChangeAspect="1"/>
          </p:cNvSpPr>
          <p:nvPr>
            <p:ph type="pic" sz="quarter" idx="53" hasCustomPrompt="1"/>
          </p:nvPr>
        </p:nvSpPr>
        <p:spPr>
          <a:xfrm>
            <a:off x="7567584"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
        <p:nvSpPr>
          <p:cNvPr id="43" name="Picture Placeholder 24"/>
          <p:cNvSpPr>
            <a:spLocks noGrp="1" noChangeAspect="1"/>
          </p:cNvSpPr>
          <p:nvPr>
            <p:ph type="pic" sz="quarter" idx="54" hasCustomPrompt="1"/>
          </p:nvPr>
        </p:nvSpPr>
        <p:spPr>
          <a:xfrm>
            <a:off x="9782135" y="2616060"/>
            <a:ext cx="1722576" cy="1722571"/>
          </a:xfrm>
          <a:prstGeom prst="ellipse">
            <a:avLst/>
          </a:prstGeom>
          <a:solidFill>
            <a:schemeClr val="accent1"/>
          </a:solidFill>
          <a:ln w="38100">
            <a:solidFill>
              <a:schemeClr val="bg1"/>
            </a:solidFill>
          </a:ln>
        </p:spPr>
        <p:txBody>
          <a:bodyPr vert="horz" lIns="91440" tIns="91440" rIns="91440" bIns="91440" anchor="ctr" anchorCtr="0"/>
          <a:lstStyle>
            <a:lvl1pPr marL="0" indent="0" algn="ctr">
              <a:buNone/>
              <a:defRPr sz="1600">
                <a:solidFill>
                  <a:schemeClr val="bg1"/>
                </a:solidFill>
                <a:effectLst/>
              </a:defRPr>
            </a:lvl1pPr>
          </a:lstStyle>
          <a:p>
            <a:r>
              <a:rPr lang="en-US"/>
              <a:t>Insert icon</a:t>
            </a:r>
          </a:p>
        </p:txBody>
      </p:sp>
    </p:spTree>
    <p:extLst>
      <p:ext uri="{BB962C8B-B14F-4D97-AF65-F5344CB8AC3E}">
        <p14:creationId xmlns:p14="http://schemas.microsoft.com/office/powerpoint/2010/main" val="117593648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Content Slide - Half Photo">
    <p:spTree>
      <p:nvGrpSpPr>
        <p:cNvPr id="1" name=""/>
        <p:cNvGrpSpPr/>
        <p:nvPr/>
      </p:nvGrpSpPr>
      <p:grpSpPr>
        <a:xfrm>
          <a:off x="0" y="0"/>
          <a:ext cx="0" cy="0"/>
          <a:chOff x="0" y="0"/>
          <a:chExt cx="0" cy="0"/>
        </a:xfrm>
      </p:grpSpPr>
      <p:sp>
        <p:nvSpPr>
          <p:cNvPr id="3" name="Picture Placeholder 2"/>
          <p:cNvSpPr>
            <a:spLocks noGrp="1"/>
          </p:cNvSpPr>
          <p:nvPr>
            <p:ph type="pic" sz="quarter" idx="49" hasCustomPrompt="1"/>
          </p:nvPr>
        </p:nvSpPr>
        <p:spPr>
          <a:xfrm>
            <a:off x="0" y="1"/>
            <a:ext cx="12192000" cy="3577167"/>
          </a:xfrm>
          <a:solidFill>
            <a:schemeClr val="bg1">
              <a:lumMod val="85000"/>
            </a:schemeClr>
          </a:solidFill>
        </p:spPr>
        <p:txBody>
          <a:bodyPr>
            <a:normAutofit/>
          </a:bodyPr>
          <a:lstStyle>
            <a:lvl1pPr marL="0" indent="0" algn="r">
              <a:buNone/>
              <a:defRPr sz="2133"/>
            </a:lvl1pPr>
          </a:lstStyle>
          <a:p>
            <a:r>
              <a:rPr lang="en-US" dirty="0"/>
              <a:t>Insert a large image here</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5" name="Text Placeholder 14"/>
          <p:cNvSpPr>
            <a:spLocks noGrp="1"/>
          </p:cNvSpPr>
          <p:nvPr>
            <p:ph type="body" sz="quarter" idx="50" hasCustomPrompt="1"/>
          </p:nvPr>
        </p:nvSpPr>
        <p:spPr>
          <a:xfrm>
            <a:off x="639234" y="3958167"/>
            <a:ext cx="11023581" cy="2317751"/>
          </a:xfrm>
        </p:spPr>
        <p:txBody>
          <a:bodyPr lIns="0" tIns="0" rIns="0" bIns="0">
            <a:noAutofit/>
          </a:bodyPr>
          <a:lstStyle>
            <a:lvl1pPr marL="0" indent="0">
              <a:buNone/>
              <a:defRPr sz="2667"/>
            </a:lvl1pPr>
            <a:lvl2pPr marL="609585" indent="0">
              <a:buNone/>
              <a:defRPr sz="2667"/>
            </a:lvl2pPr>
            <a:lvl3pPr marL="1219170" indent="0">
              <a:buNone/>
              <a:defRPr sz="2667"/>
            </a:lvl3pPr>
            <a:lvl4pPr marL="1828754" indent="0">
              <a:buNone/>
              <a:defRPr sz="2667"/>
            </a:lvl4pPr>
            <a:lvl5pPr marL="2438339" indent="0">
              <a:buNone/>
              <a:defRPr sz="2667"/>
            </a:lvl5pPr>
          </a:lstStyle>
          <a:p>
            <a:pPr lvl="0"/>
            <a:r>
              <a:rPr lang="en-US"/>
              <a:t>Short Slide Summary</a:t>
            </a:r>
          </a:p>
        </p:txBody>
      </p:sp>
      <p:sp>
        <p:nvSpPr>
          <p:cNvPr id="2" name="Title 1"/>
          <p:cNvSpPr>
            <a:spLocks noGrp="1"/>
          </p:cNvSpPr>
          <p:nvPr>
            <p:ph type="title" hasCustomPrompt="1"/>
          </p:nvPr>
        </p:nvSpPr>
        <p:spPr>
          <a:xfrm>
            <a:off x="0" y="2931736"/>
            <a:ext cx="6582643" cy="629788"/>
          </a:xfrm>
        </p:spPr>
        <p:txBody>
          <a:bodyPr lIns="274320" tIns="91440" bIns="45720">
            <a:spAutoFit/>
          </a:bodyPr>
          <a:lstStyle>
            <a:lvl1pPr algn="l">
              <a:defRPr/>
            </a:lvl1pPr>
          </a:lstStyle>
          <a:p>
            <a:pPr lvl="0"/>
            <a:r>
              <a:rPr lang="en-US"/>
              <a:t>Title: Content Slide</a:t>
            </a:r>
            <a:endParaRPr lang="en-US" dirty="0"/>
          </a:p>
        </p:txBody>
      </p:sp>
    </p:spTree>
    <p:extLst>
      <p:ext uri="{BB962C8B-B14F-4D97-AF65-F5344CB8AC3E}">
        <p14:creationId xmlns:p14="http://schemas.microsoft.com/office/powerpoint/2010/main" val="2751025757"/>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_Content Slide - Half Blue - Half 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0" y="1"/>
            <a:ext cx="12192000" cy="4273551"/>
          </a:xfrm>
          <a:solidFill>
            <a:schemeClr val="bg1">
              <a:lumMod val="95000"/>
            </a:schemeClr>
          </a:solidFill>
        </p:spPr>
        <p:txBody>
          <a:bodyPr/>
          <a:lstStyle>
            <a:lvl1pPr marL="0" indent="0" algn="ctr">
              <a:buNone/>
              <a:defRPr/>
            </a:lvl1pPr>
          </a:lstStyle>
          <a:p>
            <a:r>
              <a:rPr lang="en-US" dirty="0"/>
              <a:t>Insert Photo or Graphic</a:t>
            </a:r>
          </a:p>
        </p:txBody>
      </p:sp>
    </p:spTree>
    <p:extLst>
      <p:ext uri="{BB962C8B-B14F-4D97-AF65-F5344CB8AC3E}">
        <p14:creationId xmlns:p14="http://schemas.microsoft.com/office/powerpoint/2010/main" val="35501748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4272595"/>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1030774718"/>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Content Slide - Half Blue 2">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4272595"/>
            <a:ext cx="12192000" cy="2585405"/>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4715934"/>
            <a:ext cx="4411133" cy="1462617"/>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4715934"/>
            <a:ext cx="6189939" cy="1462617"/>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7" name="Text Placeholder 7">
            <a:extLst>
              <a:ext uri="{FF2B5EF4-FFF2-40B4-BE49-F238E27FC236}">
                <a16:creationId xmlns:a16="http://schemas.microsoft.com/office/drawing/2014/main" id="{2736CC6A-2FA9-E242-A5D0-FCF48179A1F7}"/>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308731812"/>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2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0" name="Rectangle 9">
            <a:extLst>
              <a:ext uri="{FF2B5EF4-FFF2-40B4-BE49-F238E27FC236}">
                <a16:creationId xmlns:a16="http://schemas.microsoft.com/office/drawing/2014/main" id="{D0F8E801-C21C-E943-9A0D-715C66D645FB}"/>
              </a:ext>
            </a:extLst>
          </p:cNvPr>
          <p:cNvSpPr/>
          <p:nvPr userDrawn="1"/>
        </p:nvSpPr>
        <p:spPr>
          <a:xfrm>
            <a:off x="0" y="0"/>
            <a:ext cx="12192000" cy="5536819"/>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61105433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3_Content Slide - Half Blue 1">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4" name="Rectangle 3">
            <a:extLst>
              <a:ext uri="{FF2B5EF4-FFF2-40B4-BE49-F238E27FC236}">
                <a16:creationId xmlns:a16="http://schemas.microsoft.com/office/drawing/2014/main" id="{613C7420-D1E3-2748-83F1-0C3F1C99A95C}"/>
              </a:ext>
            </a:extLst>
          </p:cNvPr>
          <p:cNvSpPr/>
          <p:nvPr userDrawn="1"/>
        </p:nvSpPr>
        <p:spPr>
          <a:xfrm>
            <a:off x="0" y="5536819"/>
            <a:ext cx="12192000" cy="132118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639234" y="5759695"/>
            <a:ext cx="4411133" cy="641732"/>
          </a:xfrm>
        </p:spPr>
        <p:txBody>
          <a:bodyPr lIns="0" tIns="0" rIns="0" bIns="0">
            <a:noAutofit/>
          </a:bodyPr>
          <a:lstStyle>
            <a:lvl1pPr marL="0" indent="0">
              <a:spcBef>
                <a:spcPts val="0"/>
              </a:spcBef>
              <a:buNone/>
              <a:defRPr sz="3733"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5472876" y="5759695"/>
            <a:ext cx="6189939" cy="641732"/>
          </a:xfrm>
        </p:spPr>
        <p:txBody>
          <a:bodyPr lIns="0" tIns="73152" rIns="0" bIns="0">
            <a:noAutofit/>
          </a:bodyPr>
          <a:lstStyle>
            <a:lvl1pPr marL="0" indent="0">
              <a:buNone/>
              <a:defRPr sz="2667" b="0">
                <a:solidFill>
                  <a:schemeClr val="bg1"/>
                </a:solidFill>
              </a:defRPr>
            </a:lvl1pPr>
          </a:lstStyle>
          <a:p>
            <a:pPr lvl="0"/>
            <a:r>
              <a:rPr lang="en-US" dirty="0"/>
              <a:t>Supporting body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bg1"/>
                </a:solidFill>
              </a:rPr>
              <a:t>NREL</a:t>
            </a:r>
            <a:r>
              <a:rPr lang="en-US" sz="1067" baseline="0" dirty="0">
                <a:solidFill>
                  <a:schemeClr val="bg1"/>
                </a:solidFill>
              </a:rPr>
              <a:t>    </a:t>
            </a:r>
            <a:r>
              <a:rPr lang="en-US" sz="1067" dirty="0">
                <a:solidFill>
                  <a:schemeClr val="bg1"/>
                </a:solidFill>
              </a:rPr>
              <a:t>|    </a:t>
            </a:r>
            <a:fld id="{BFD71CF8-5198-8441-A7C0-DC22FD64CBE4}" type="slidenum">
              <a:rPr lang="en-US" sz="1067">
                <a:solidFill>
                  <a:schemeClr val="bg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bg1"/>
              </a:solidFill>
            </a:endParaRPr>
          </a:p>
        </p:txBody>
      </p:sp>
      <p:sp>
        <p:nvSpPr>
          <p:cNvPr id="11" name="Text Placeholder 7">
            <a:extLst>
              <a:ext uri="{FF2B5EF4-FFF2-40B4-BE49-F238E27FC236}">
                <a16:creationId xmlns:a16="http://schemas.microsoft.com/office/drawing/2014/main" id="{5870EDA1-21F4-9543-B426-B99B5785504E}"/>
              </a:ext>
            </a:extLst>
          </p:cNvPr>
          <p:cNvSpPr>
            <a:spLocks noGrp="1"/>
          </p:cNvSpPr>
          <p:nvPr>
            <p:ph type="body" sz="quarter" idx="53" hasCustomPrompt="1"/>
          </p:nvPr>
        </p:nvSpPr>
        <p:spPr>
          <a:xfrm>
            <a:off x="639233" y="777440"/>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88902295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687102382"/>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130" y="0"/>
            <a:ext cx="10192871"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1904661897"/>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Content Slide -  Vertical Blue/photo">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6858000"/>
          </a:xfrm>
          <a:solidFill>
            <a:schemeClr val="bg1">
              <a:lumMod val="95000"/>
            </a:schemeClr>
          </a:solidFill>
        </p:spPr>
        <p:txBody>
          <a:bodyPr/>
          <a:lstStyle>
            <a:lvl1pPr marL="0" indent="0" algn="ctr">
              <a:buNone/>
              <a:defRPr/>
            </a:lvl1pPr>
          </a:lstStyle>
          <a:p>
            <a:r>
              <a:rPr lang="en-US" dirty="0"/>
              <a:t>Insert Photo or Graphic</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4089288467"/>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4302269" y="0"/>
            <a:ext cx="7889731"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747391102"/>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1999486" y="0"/>
            <a:ext cx="10192513"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15762201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Content Slide -  Vertical Blue/photo">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5808AC53-C403-F042-A661-2863C5AB400C}"/>
              </a:ext>
            </a:extLst>
          </p:cNvPr>
          <p:cNvSpPr/>
          <p:nvPr userDrawn="1"/>
        </p:nvSpPr>
        <p:spPr>
          <a:xfrm>
            <a:off x="999744" y="0"/>
            <a:ext cx="11192257" cy="68580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4964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C6FB4065-B034-894F-B2AD-10DA51A4FF51}"/>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1713621518"/>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9D95246B-679C-0C47-B3E3-F6535A89622F}"/>
              </a:ext>
            </a:extLst>
          </p:cNvPr>
          <p:cNvSpPr>
            <a:spLocks noGrp="1"/>
          </p:cNvSpPr>
          <p:nvPr>
            <p:ph type="body" sz="quarter" idx="53" hasCustomPrompt="1"/>
          </p:nvPr>
        </p:nvSpPr>
        <p:spPr>
          <a:xfrm>
            <a:off x="515216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8923497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2849383"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8E2A80C-EB6E-8C4C-AB43-79FC52672C2F}"/>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7B2998EE-741E-8640-80ED-7C22B48449F9}"/>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658325296"/>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Content Slide -  Vertical Blue/photo">
    <p:spTree>
      <p:nvGrpSpPr>
        <p:cNvPr id="1" name=""/>
        <p:cNvGrpSpPr/>
        <p:nvPr/>
      </p:nvGrpSpPr>
      <p:grpSpPr>
        <a:xfrm>
          <a:off x="0" y="0"/>
          <a:ext cx="0" cy="0"/>
          <a:chOff x="0" y="0"/>
          <a:chExt cx="0" cy="0"/>
        </a:xfrm>
      </p:grpSpPr>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63524AE8-F7B5-0E44-8BCA-32443B166DB8}"/>
              </a:ext>
            </a:extLst>
          </p:cNvPr>
          <p:cNvSpPr>
            <a:spLocks noGrp="1"/>
          </p:cNvSpPr>
          <p:nvPr>
            <p:ph type="body" sz="quarter" idx="53" hasCustomPrompt="1"/>
          </p:nvPr>
        </p:nvSpPr>
        <p:spPr>
          <a:xfrm>
            <a:off x="1828800"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7" name="Rectangle 6">
            <a:extLst>
              <a:ext uri="{FF2B5EF4-FFF2-40B4-BE49-F238E27FC236}">
                <a16:creationId xmlns:a16="http://schemas.microsoft.com/office/drawing/2014/main" id="{CAF46C4D-EA55-834D-A1ED-486FAB3B53C7}"/>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61752891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1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4302269" y="0"/>
            <a:ext cx="7889731"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Tree>
    <p:extLst>
      <p:ext uri="{BB962C8B-B14F-4D97-AF65-F5344CB8AC3E}">
        <p14:creationId xmlns:p14="http://schemas.microsoft.com/office/powerpoint/2010/main" val="51739568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3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1999488" y="0"/>
            <a:ext cx="10192513"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8"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Rectangle 10">
            <a:extLst>
              <a:ext uri="{FF2B5EF4-FFF2-40B4-BE49-F238E27FC236}">
                <a16:creationId xmlns:a16="http://schemas.microsoft.com/office/drawing/2014/main" id="{4ABA21AF-1C86-484E-8C81-8214908BC04B}"/>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2" name="Text Placeholder 7">
            <a:extLst>
              <a:ext uri="{FF2B5EF4-FFF2-40B4-BE49-F238E27FC236}">
                <a16:creationId xmlns:a16="http://schemas.microsoft.com/office/drawing/2014/main" id="{F6D85388-BAE4-4F43-AA76-E25591032497}"/>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49763335"/>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Content Slide - Vertical Blue/photo/text">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2694E0F-43B5-0F46-B097-5F1C5C7C3C69}"/>
              </a:ext>
            </a:extLst>
          </p:cNvPr>
          <p:cNvSpPr>
            <a:spLocks noGrp="1"/>
          </p:cNvSpPr>
          <p:nvPr>
            <p:ph type="pic" sz="quarter" idx="53" hasCustomPrompt="1"/>
          </p:nvPr>
        </p:nvSpPr>
        <p:spPr>
          <a:xfrm>
            <a:off x="999744" y="0"/>
            <a:ext cx="11192257" cy="3429000"/>
          </a:xfrm>
          <a:solidFill>
            <a:schemeClr val="bg1"/>
          </a:solidFill>
        </p:spPr>
        <p:txBody>
          <a:bodyPr/>
          <a:lstStyle>
            <a:lvl1pPr marL="0" indent="0" algn="ctr">
              <a:buNone/>
              <a:defRPr/>
            </a:lvl1pPr>
          </a:lstStyle>
          <a:p>
            <a:r>
              <a:rPr lang="en-US" dirty="0"/>
              <a:t>Insert Photo or Graphic</a:t>
            </a:r>
          </a:p>
        </p:txBody>
      </p:sp>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8" name="Rectangle 7">
            <a:extLst>
              <a:ext uri="{FF2B5EF4-FFF2-40B4-BE49-F238E27FC236}">
                <a16:creationId xmlns:a16="http://schemas.microsoft.com/office/drawing/2014/main" id="{199804E5-74BF-BD47-85E5-EA49688872F8}"/>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3440810399"/>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4302269" y="3429000"/>
            <a:ext cx="7889731"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10" name="Rectangle 9">
            <a:extLst>
              <a:ext uri="{FF2B5EF4-FFF2-40B4-BE49-F238E27FC236}">
                <a16:creationId xmlns:a16="http://schemas.microsoft.com/office/drawing/2014/main" id="{8A832604-F597-CE4C-9045-0EDB4883F306}"/>
              </a:ext>
            </a:extLst>
          </p:cNvPr>
          <p:cNvSpPr/>
          <p:nvPr userDrawn="1"/>
        </p:nvSpPr>
        <p:spPr>
          <a:xfrm>
            <a:off x="0" y="0"/>
            <a:ext cx="4302269"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8" name="Text Placeholder 7">
            <a:extLst>
              <a:ext uri="{FF2B5EF4-FFF2-40B4-BE49-F238E27FC236}">
                <a16:creationId xmlns:a16="http://schemas.microsoft.com/office/drawing/2014/main" id="{CA23820E-162D-E444-AE76-C4AF2F45B95A}"/>
              </a:ext>
            </a:extLst>
          </p:cNvPr>
          <p:cNvSpPr>
            <a:spLocks noGrp="1"/>
          </p:cNvSpPr>
          <p:nvPr>
            <p:ph type="body" sz="quarter" idx="51" hasCustomPrompt="1"/>
          </p:nvPr>
        </p:nvSpPr>
        <p:spPr>
          <a:xfrm>
            <a:off x="496313" y="674158"/>
            <a:ext cx="3377076" cy="1462617"/>
          </a:xfrm>
        </p:spPr>
        <p:txBody>
          <a:bodyPr lIns="0" tIns="0" rIns="0" bIns="0">
            <a:noAutofit/>
          </a:bodyPr>
          <a:lstStyle>
            <a:lvl1pPr marL="0" indent="0">
              <a:spcBef>
                <a:spcPts val="0"/>
              </a:spcBef>
              <a:buNone/>
              <a:defRPr sz="3200" b="1">
                <a:solidFill>
                  <a:schemeClr val="bg1"/>
                </a:solidFill>
              </a:defRPr>
            </a:lvl1pPr>
          </a:lstStyle>
          <a:p>
            <a:pPr lvl="0"/>
            <a:r>
              <a:rPr lang="en-US" dirty="0"/>
              <a:t>Large important text</a:t>
            </a:r>
          </a:p>
        </p:txBody>
      </p:sp>
      <p:sp>
        <p:nvSpPr>
          <p:cNvPr id="13" name="Text Placeholder 7">
            <a:extLst>
              <a:ext uri="{FF2B5EF4-FFF2-40B4-BE49-F238E27FC236}">
                <a16:creationId xmlns:a16="http://schemas.microsoft.com/office/drawing/2014/main" id="{A8889CC1-1B54-4447-A72C-33A5302A87A9}"/>
              </a:ext>
            </a:extLst>
          </p:cNvPr>
          <p:cNvSpPr>
            <a:spLocks noGrp="1"/>
          </p:cNvSpPr>
          <p:nvPr>
            <p:ph type="body" sz="quarter" idx="52" hasCustomPrompt="1"/>
          </p:nvPr>
        </p:nvSpPr>
        <p:spPr>
          <a:xfrm>
            <a:off x="496313" y="4754570"/>
            <a:ext cx="3377076" cy="1462617"/>
          </a:xfrm>
        </p:spPr>
        <p:txBody>
          <a:bodyPr lIns="0" tIns="0" rIns="0" bIns="0" anchor="b">
            <a:noAutofit/>
          </a:bodyPr>
          <a:lstStyle>
            <a:lvl1pPr marL="0" indent="0">
              <a:buNone/>
              <a:defRPr sz="2400" b="0">
                <a:solidFill>
                  <a:schemeClr val="bg1"/>
                </a:solidFill>
              </a:defRPr>
            </a:lvl1pPr>
          </a:lstStyle>
          <a:p>
            <a:pPr lvl="0"/>
            <a:r>
              <a:rPr lang="en-US" dirty="0"/>
              <a:t>Supporting text</a:t>
            </a:r>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4865295"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Tree>
    <p:extLst>
      <p:ext uri="{BB962C8B-B14F-4D97-AF65-F5344CB8AC3E}">
        <p14:creationId xmlns:p14="http://schemas.microsoft.com/office/powerpoint/2010/main" val="2005865799"/>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1999486" y="3429000"/>
            <a:ext cx="10192513"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2562512"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12" name="Rectangle 11">
            <a:extLst>
              <a:ext uri="{FF2B5EF4-FFF2-40B4-BE49-F238E27FC236}">
                <a16:creationId xmlns:a16="http://schemas.microsoft.com/office/drawing/2014/main" id="{8FAAD8C3-A811-7F49-ABE6-460F673A0377}"/>
              </a:ext>
            </a:extLst>
          </p:cNvPr>
          <p:cNvSpPr/>
          <p:nvPr userDrawn="1"/>
        </p:nvSpPr>
        <p:spPr>
          <a:xfrm>
            <a:off x="-1" y="0"/>
            <a:ext cx="1999488"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
        <p:nvSpPr>
          <p:cNvPr id="14" name="Text Placeholder 7">
            <a:extLst>
              <a:ext uri="{FF2B5EF4-FFF2-40B4-BE49-F238E27FC236}">
                <a16:creationId xmlns:a16="http://schemas.microsoft.com/office/drawing/2014/main" id="{0B0CD720-AECF-2546-AD56-838BD33350C3}"/>
              </a:ext>
            </a:extLst>
          </p:cNvPr>
          <p:cNvSpPr>
            <a:spLocks noGrp="1"/>
          </p:cNvSpPr>
          <p:nvPr>
            <p:ph type="body" sz="quarter" idx="51" hasCustomPrompt="1"/>
          </p:nvPr>
        </p:nvSpPr>
        <p:spPr>
          <a:xfrm>
            <a:off x="381398" y="674158"/>
            <a:ext cx="1314559" cy="1462617"/>
          </a:xfrm>
        </p:spPr>
        <p:txBody>
          <a:bodyPr lIns="0" tIns="0" rIns="0" bIns="0">
            <a:noAutofit/>
          </a:bodyPr>
          <a:lstStyle>
            <a:lvl1pPr marL="0" indent="0">
              <a:spcBef>
                <a:spcPts val="0"/>
              </a:spcBef>
              <a:buNone/>
              <a:defRPr sz="2400" b="0">
                <a:solidFill>
                  <a:schemeClr val="bg1"/>
                </a:solidFill>
              </a:defRPr>
            </a:lvl1pPr>
          </a:lstStyle>
          <a:p>
            <a:pPr lvl="0"/>
            <a:r>
              <a:rPr lang="en-US" dirty="0"/>
              <a:t>text</a:t>
            </a:r>
          </a:p>
        </p:txBody>
      </p:sp>
    </p:spTree>
    <p:extLst>
      <p:ext uri="{BB962C8B-B14F-4D97-AF65-F5344CB8AC3E}">
        <p14:creationId xmlns:p14="http://schemas.microsoft.com/office/powerpoint/2010/main" val="375556841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6_Content Slide - Vertical Blue/photo/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EAE79B0C-B592-1249-A48F-44050F3F4380}"/>
              </a:ext>
            </a:extLst>
          </p:cNvPr>
          <p:cNvSpPr>
            <a:spLocks noGrp="1"/>
          </p:cNvSpPr>
          <p:nvPr>
            <p:ph type="body" sz="quarter" idx="54" hasCustomPrompt="1"/>
          </p:nvPr>
        </p:nvSpPr>
        <p:spPr>
          <a:xfrm>
            <a:off x="999744" y="3429000"/>
            <a:ext cx="11192257" cy="3429000"/>
          </a:xfrm>
          <a:solidFill>
            <a:schemeClr val="bg1">
              <a:lumMod val="95000"/>
            </a:schemeClr>
          </a:solidFill>
          <a:effectLst/>
        </p:spPr>
        <p:txBody>
          <a:bodyPr lIns="365760" tIns="365760" rIns="365760" bIns="640080">
            <a:noAutofit/>
          </a:bodyPr>
          <a:lstStyle>
            <a:lvl1pPr marL="0" indent="0">
              <a:buNone/>
              <a:defRPr sz="2133"/>
            </a:lvl1pPr>
            <a:lvl2pPr>
              <a:defRPr sz="2133"/>
            </a:lvl2pPr>
            <a:lvl3pPr>
              <a:defRPr sz="2133"/>
            </a:lvl3pPr>
            <a:lvl4pPr>
              <a:defRPr sz="2133"/>
            </a:lvl4pPr>
            <a:lvl5pPr>
              <a:defRPr sz="2133"/>
            </a:lvl5pPr>
          </a:lstStyle>
          <a:p>
            <a:pPr lvl="0"/>
            <a:r>
              <a:rPr lang="en-US" dirty="0"/>
              <a:t>Body text</a:t>
            </a:r>
          </a:p>
        </p:txBody>
      </p:sp>
      <p:sp>
        <p:nvSpPr>
          <p:cNvPr id="27" name="TextBox 26"/>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
        <p:nvSpPr>
          <p:cNvPr id="9" name="TextBox 8">
            <a:extLst>
              <a:ext uri="{FF2B5EF4-FFF2-40B4-BE49-F238E27FC236}">
                <a16:creationId xmlns:a16="http://schemas.microsoft.com/office/drawing/2014/main" id="{D986709F-2C55-1C42-9EF2-87C923E7BAF0}"/>
              </a:ext>
            </a:extLst>
          </p:cNvPr>
          <p:cNvSpPr txBox="1"/>
          <p:nvPr userDrawn="1"/>
        </p:nvSpPr>
        <p:spPr>
          <a:xfrm>
            <a:off x="8948928"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dirty="0">
                <a:solidFill>
                  <a:schemeClr val="tx1"/>
                </a:solidFill>
              </a:rPr>
              <a:t>NREL</a:t>
            </a:r>
            <a:r>
              <a:rPr lang="en-US" sz="1067" baseline="0" dirty="0">
                <a:solidFill>
                  <a:schemeClr val="tx1"/>
                </a:solidFill>
              </a:rPr>
              <a:t>    </a:t>
            </a:r>
            <a:r>
              <a:rPr lang="en-US" sz="1067" dirty="0">
                <a:solidFill>
                  <a:schemeClr val="tx1"/>
                </a:solidFill>
              </a:rPr>
              <a:t>|    </a:t>
            </a:r>
            <a:fld id="{BFD71CF8-5198-8441-A7C0-DC22FD64CBE4}" type="slidenum">
              <a:rPr lang="en-US" sz="1067">
                <a:solidFill>
                  <a:schemeClr val="tx1"/>
                </a:solidFill>
              </a:rPr>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dirty="0">
              <a:solidFill>
                <a:schemeClr val="tx1"/>
              </a:solidFill>
            </a:endParaRPr>
          </a:p>
        </p:txBody>
      </p:sp>
      <p:sp>
        <p:nvSpPr>
          <p:cNvPr id="11" name="Text Placeholder 7">
            <a:extLst>
              <a:ext uri="{FF2B5EF4-FFF2-40B4-BE49-F238E27FC236}">
                <a16:creationId xmlns:a16="http://schemas.microsoft.com/office/drawing/2014/main" id="{E09C1F55-AA2F-B448-AD00-1949AE58B945}"/>
              </a:ext>
            </a:extLst>
          </p:cNvPr>
          <p:cNvSpPr>
            <a:spLocks noGrp="1"/>
          </p:cNvSpPr>
          <p:nvPr>
            <p:ph type="body" sz="quarter" idx="53" hasCustomPrompt="1"/>
          </p:nvPr>
        </p:nvSpPr>
        <p:spPr>
          <a:xfrm>
            <a:off x="1562769" y="674157"/>
            <a:ext cx="6189939" cy="1462617"/>
          </a:xfrm>
        </p:spPr>
        <p:txBody>
          <a:bodyPr lIns="0" tIns="73152" rIns="0" bIns="0">
            <a:noAutofit/>
          </a:bodyPr>
          <a:lstStyle>
            <a:lvl1pPr marL="0" indent="0">
              <a:buNone/>
              <a:defRPr sz="2667" b="0">
                <a:solidFill>
                  <a:schemeClr val="tx1"/>
                </a:solidFill>
              </a:defRPr>
            </a:lvl1pPr>
          </a:lstStyle>
          <a:p>
            <a:pPr lvl="0"/>
            <a:r>
              <a:rPr lang="en-US" dirty="0"/>
              <a:t>Supporting body text</a:t>
            </a:r>
          </a:p>
        </p:txBody>
      </p:sp>
      <p:sp>
        <p:nvSpPr>
          <p:cNvPr id="8" name="Rectangle 7">
            <a:extLst>
              <a:ext uri="{FF2B5EF4-FFF2-40B4-BE49-F238E27FC236}">
                <a16:creationId xmlns:a16="http://schemas.microsoft.com/office/drawing/2014/main" id="{D9F44E30-1CE7-304C-AF61-09BD499EEA25}"/>
              </a:ext>
            </a:extLst>
          </p:cNvPr>
          <p:cNvSpPr/>
          <p:nvPr userDrawn="1"/>
        </p:nvSpPr>
        <p:spPr>
          <a:xfrm>
            <a:off x="-1" y="0"/>
            <a:ext cx="999744" cy="68580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p>
        </p:txBody>
      </p:sp>
    </p:spTree>
    <p:extLst>
      <p:ext uri="{BB962C8B-B14F-4D97-AF65-F5344CB8AC3E}">
        <p14:creationId xmlns:p14="http://schemas.microsoft.com/office/powerpoint/2010/main" val="98092428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oto Slide - Multip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Photo Slide</a:t>
            </a:r>
          </a:p>
        </p:txBody>
      </p:sp>
      <p:sp>
        <p:nvSpPr>
          <p:cNvPr id="3" name="Picture Placeholder 2"/>
          <p:cNvSpPr>
            <a:spLocks noGrp="1"/>
          </p:cNvSpPr>
          <p:nvPr>
            <p:ph type="pic" sz="quarter" idx="21" hasCustomPrompt="1"/>
          </p:nvPr>
        </p:nvSpPr>
        <p:spPr>
          <a:xfrm>
            <a:off x="609600" y="1855841"/>
            <a:ext cx="5497435" cy="338985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4" name="Text Placeholder 27"/>
          <p:cNvSpPr>
            <a:spLocks noGrp="1"/>
          </p:cNvSpPr>
          <p:nvPr>
            <p:ph type="body" sz="quarter" idx="20" hasCustomPrompt="1"/>
          </p:nvPr>
        </p:nvSpPr>
        <p:spPr>
          <a:xfrm>
            <a:off x="609600" y="5454634"/>
            <a:ext cx="5497435" cy="969684"/>
          </a:xfrm>
          <a:prstGeom prst="rect">
            <a:avLst/>
          </a:prstGeom>
        </p:spPr>
        <p:txBody>
          <a:bodyPr vert="horz" lIns="0" tIns="0" rIns="0" bIns="0" anchor="t" anchorCtr="0"/>
          <a:lstStyle>
            <a:lvl1pPr marL="0" indent="0">
              <a:spcBef>
                <a:spcPts val="1333"/>
              </a:spcBef>
              <a:buFont typeface="Arial"/>
              <a:buNone/>
              <a:defRPr sz="2400" baseline="0"/>
            </a:lvl1pPr>
          </a:lstStyle>
          <a:p>
            <a:pPr lvl="0"/>
            <a:r>
              <a:rPr lang="en-US"/>
              <a:t>Description of the photo/image</a:t>
            </a:r>
          </a:p>
        </p:txBody>
      </p:sp>
      <p:sp>
        <p:nvSpPr>
          <p:cNvPr id="6" name="Picture Placeholder 2"/>
          <p:cNvSpPr>
            <a:spLocks noGrp="1"/>
          </p:cNvSpPr>
          <p:nvPr>
            <p:ph type="pic" sz="quarter" idx="22" hasCustomPrompt="1"/>
          </p:nvPr>
        </p:nvSpPr>
        <p:spPr>
          <a:xfrm>
            <a:off x="6433744" y="243840"/>
            <a:ext cx="5162664" cy="2794016"/>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7" name="Picture Placeholder 2"/>
          <p:cNvSpPr>
            <a:spLocks noGrp="1"/>
          </p:cNvSpPr>
          <p:nvPr>
            <p:ph type="pic" sz="quarter" idx="23" hasCustomPrompt="1"/>
          </p:nvPr>
        </p:nvSpPr>
        <p:spPr>
          <a:xfrm>
            <a:off x="6433744" y="3306596"/>
            <a:ext cx="5162664" cy="3117721"/>
          </a:xfrm>
          <a:prstGeom prst="rect">
            <a:avLst/>
          </a:prstGeom>
          <a:solidFill>
            <a:schemeClr val="bg1">
              <a:lumMod val="85000"/>
            </a:schemeClr>
          </a:solidFill>
        </p:spPr>
        <p:txBody>
          <a:bodyPr vert="horz"/>
          <a:lstStyle>
            <a:lvl1pPr marL="0" marR="0" indent="0" algn="l" defTabSz="609585" rtl="0" eaLnBrk="1" fontAlgn="auto" latinLnBrk="0" hangingPunct="1">
              <a:lnSpc>
                <a:spcPct val="100000"/>
              </a:lnSpc>
              <a:spcBef>
                <a:spcPct val="20000"/>
              </a:spcBef>
              <a:spcAft>
                <a:spcPts val="0"/>
              </a:spcAft>
              <a:buClrTx/>
              <a:buSzTx/>
              <a:buFont typeface="Arial"/>
              <a:buNone/>
              <a:tabLst/>
              <a:defRPr sz="1600"/>
            </a:lvl1pPr>
          </a:lstStyle>
          <a:p>
            <a:r>
              <a:rPr lang="en-US"/>
              <a:t>Insert Photo</a:t>
            </a:r>
          </a:p>
        </p:txBody>
      </p:sp>
      <p:sp>
        <p:nvSpPr>
          <p:cNvPr id="8" name="TextBox 7"/>
          <p:cNvSpPr txBox="1"/>
          <p:nvPr userDrawn="1"/>
        </p:nvSpPr>
        <p:spPr>
          <a:xfrm>
            <a:off x="8948936" y="6454019"/>
            <a:ext cx="3039363" cy="256545"/>
          </a:xfrm>
          <a:prstGeom prst="rect">
            <a:avLst/>
          </a:prstGeom>
          <a:noFill/>
        </p:spPr>
        <p:txBody>
          <a:bodyPr wrap="square" rtlCol="0">
            <a:spAutoFit/>
          </a:bodyPr>
          <a:lstStyle/>
          <a:p>
            <a:pPr marL="0" marR="0" indent="0" algn="r" defTabSz="609585" rtl="0" eaLnBrk="1" fontAlgn="auto" latinLnBrk="0" hangingPunct="1">
              <a:lnSpc>
                <a:spcPct val="100000"/>
              </a:lnSpc>
              <a:spcBef>
                <a:spcPts val="0"/>
              </a:spcBef>
              <a:spcAft>
                <a:spcPts val="0"/>
              </a:spcAft>
              <a:buClrTx/>
              <a:buSzTx/>
              <a:buFontTx/>
              <a:buNone/>
              <a:tabLst/>
              <a:defRPr/>
            </a:pPr>
            <a:r>
              <a:rPr lang="en-US" sz="1067"/>
              <a:t>NREL</a:t>
            </a:r>
            <a:r>
              <a:rPr lang="en-US" sz="1067" baseline="0"/>
              <a:t>    </a:t>
            </a:r>
            <a:r>
              <a:rPr lang="en-US" sz="1067"/>
              <a:t>|    </a:t>
            </a:r>
            <a:fld id="{BFD71CF8-5198-8441-A7C0-DC22FD64CBE4}" type="slidenum">
              <a:rPr lang="en-US" sz="1067"/>
              <a:pPr marL="0" marR="0" indent="0" algn="r" defTabSz="609585" rtl="0" eaLnBrk="1" fontAlgn="auto" latinLnBrk="0" hangingPunct="1">
                <a:lnSpc>
                  <a:spcPct val="100000"/>
                </a:lnSpc>
                <a:spcBef>
                  <a:spcPts val="0"/>
                </a:spcBef>
                <a:spcAft>
                  <a:spcPts val="0"/>
                </a:spcAft>
                <a:buClrTx/>
                <a:buSzTx/>
                <a:buFontTx/>
                <a:buNone/>
                <a:tabLst/>
                <a:defRPr/>
              </a:pPr>
              <a:t>‹#›</a:t>
            </a:fld>
            <a:endParaRPr lang="en-US" sz="1067"/>
          </a:p>
        </p:txBody>
      </p:sp>
    </p:spTree>
    <p:extLst>
      <p:ext uri="{BB962C8B-B14F-4D97-AF65-F5344CB8AC3E}">
        <p14:creationId xmlns:p14="http://schemas.microsoft.com/office/powerpoint/2010/main" val="146719496"/>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1_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Tree>
    <p:extLst>
      <p:ext uri="{BB962C8B-B14F-4D97-AF65-F5344CB8AC3E}">
        <p14:creationId xmlns:p14="http://schemas.microsoft.com/office/powerpoint/2010/main" val="1029090526"/>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End Slide">
    <p:spTree>
      <p:nvGrpSpPr>
        <p:cNvPr id="1" name=""/>
        <p:cNvGrpSpPr/>
        <p:nvPr/>
      </p:nvGrpSpPr>
      <p:grpSpPr>
        <a:xfrm>
          <a:off x="0" y="0"/>
          <a:ext cx="0" cy="0"/>
          <a:chOff x="0" y="0"/>
          <a:chExt cx="0" cy="0"/>
        </a:xfrm>
      </p:grpSpPr>
      <p:sp>
        <p:nvSpPr>
          <p:cNvPr id="3" name="Text Placeholder 7"/>
          <p:cNvSpPr>
            <a:spLocks noGrp="1"/>
          </p:cNvSpPr>
          <p:nvPr>
            <p:ph type="body" sz="quarter" idx="10" hasCustomPrompt="1"/>
          </p:nvPr>
        </p:nvSpPr>
        <p:spPr>
          <a:xfrm>
            <a:off x="4897552" y="547061"/>
            <a:ext cx="6141829" cy="1797768"/>
          </a:xfrm>
        </p:spPr>
        <p:txBody>
          <a:bodyPr anchor="b" anchorCtr="0">
            <a:noAutofit/>
          </a:bodyPr>
          <a:lstStyle>
            <a:lvl1pPr marL="0" indent="0">
              <a:buNone/>
              <a:defRPr sz="5333" baseline="0"/>
            </a:lvl1pPr>
          </a:lstStyle>
          <a:p>
            <a:pPr lvl="0"/>
            <a:r>
              <a:rPr lang="en-US" dirty="0"/>
              <a:t>Q&amp;A or Thank You</a:t>
            </a:r>
          </a:p>
        </p:txBody>
      </p:sp>
      <p:cxnSp>
        <p:nvCxnSpPr>
          <p:cNvPr id="4" name="Straight Connector 3"/>
          <p:cNvCxnSpPr/>
          <p:nvPr userDrawn="1"/>
        </p:nvCxnSpPr>
        <p:spPr>
          <a:xfrm>
            <a:off x="4988864" y="2585416"/>
            <a:ext cx="6607545" cy="0"/>
          </a:xfrm>
          <a:prstGeom prst="line">
            <a:avLst/>
          </a:prstGeom>
          <a:effectLst/>
        </p:spPr>
        <p:style>
          <a:lnRef idx="2">
            <a:schemeClr val="accent1"/>
          </a:lnRef>
          <a:fillRef idx="0">
            <a:schemeClr val="accent1"/>
          </a:fillRef>
          <a:effectRef idx="1">
            <a:schemeClr val="accent1"/>
          </a:effectRef>
          <a:fontRef idx="minor">
            <a:schemeClr val="tx1"/>
          </a:fontRef>
        </p:style>
      </p:cxnSp>
      <p:sp>
        <p:nvSpPr>
          <p:cNvPr id="5" name="Text Placeholder 14"/>
          <p:cNvSpPr>
            <a:spLocks noGrp="1"/>
          </p:cNvSpPr>
          <p:nvPr>
            <p:ph type="body" sz="quarter" idx="11" hasCustomPrompt="1"/>
          </p:nvPr>
        </p:nvSpPr>
        <p:spPr>
          <a:xfrm>
            <a:off x="4897428" y="3451089"/>
            <a:ext cx="6142709" cy="448208"/>
          </a:xfrm>
        </p:spPr>
        <p:txBody>
          <a:bodyPr>
            <a:noAutofit/>
          </a:bodyPr>
          <a:lstStyle>
            <a:lvl1pPr marL="0" indent="0">
              <a:spcBef>
                <a:spcPts val="533"/>
              </a:spcBef>
              <a:buNone/>
              <a:defRPr sz="1333" baseline="0"/>
            </a:lvl1pPr>
            <a:lvl2pPr marL="609585" indent="0">
              <a:buNone/>
              <a:defRPr/>
            </a:lvl2pPr>
            <a:lvl3pPr marL="1219170" indent="0">
              <a:buNone/>
              <a:defRPr/>
            </a:lvl3pPr>
            <a:lvl4pPr marL="1828754" indent="0">
              <a:buNone/>
              <a:defRPr/>
            </a:lvl4pPr>
            <a:lvl5pPr marL="2438339" indent="0">
              <a:buNone/>
              <a:defRPr/>
            </a:lvl5pPr>
          </a:lstStyle>
          <a:p>
            <a:pPr lvl="0"/>
            <a:r>
              <a:rPr lang="en-US" dirty="0"/>
              <a:t>Publication Number</a:t>
            </a:r>
          </a:p>
        </p:txBody>
      </p:sp>
      <p:sp>
        <p:nvSpPr>
          <p:cNvPr id="9" name="TextBox 8"/>
          <p:cNvSpPr txBox="1"/>
          <p:nvPr userDrawn="1"/>
        </p:nvSpPr>
        <p:spPr>
          <a:xfrm>
            <a:off x="4897557" y="2759470"/>
            <a:ext cx="2822223" cy="471813"/>
          </a:xfrm>
          <a:prstGeom prst="rect">
            <a:avLst/>
          </a:prstGeom>
          <a:solidFill>
            <a:srgbClr val="FFFFFF">
              <a:alpha val="59000"/>
            </a:srgbClr>
          </a:solidFill>
        </p:spPr>
        <p:txBody>
          <a:bodyPr wrap="square" lIns="0" tIns="0" rIns="0" bIns="0" rtlCol="0" anchor="ctr">
            <a:noAutofit/>
          </a:bodyPr>
          <a:lstStyle/>
          <a:p>
            <a:pPr algn="l">
              <a:spcBef>
                <a:spcPts val="1600"/>
              </a:spcBef>
              <a:spcAft>
                <a:spcPts val="800"/>
              </a:spcAft>
            </a:pPr>
            <a:r>
              <a:rPr lang="en-US" sz="2400" b="1" dirty="0">
                <a:solidFill>
                  <a:srgbClr val="333333"/>
                </a:solidFill>
              </a:rPr>
              <a:t>  www.nrel.gov</a:t>
            </a:r>
          </a:p>
        </p:txBody>
      </p:sp>
      <p:pic>
        <p:nvPicPr>
          <p:cNvPr id="6" name="Graphic 5">
            <a:extLst>
              <a:ext uri="{FF2B5EF4-FFF2-40B4-BE49-F238E27FC236}">
                <a16:creationId xmlns:a16="http://schemas.microsoft.com/office/drawing/2014/main" id="{BF13A443-B9EC-D845-B6D9-AB36EFFEC75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0360" y="5350933"/>
            <a:ext cx="3217333" cy="1507067"/>
          </a:xfrm>
          <a:prstGeom prst="rect">
            <a:avLst/>
          </a:prstGeom>
        </p:spPr>
      </p:pic>
      <p:sp>
        <p:nvSpPr>
          <p:cNvPr id="7" name="TextBox 6">
            <a:extLst>
              <a:ext uri="{FF2B5EF4-FFF2-40B4-BE49-F238E27FC236}">
                <a16:creationId xmlns:a16="http://schemas.microsoft.com/office/drawing/2014/main" id="{4D25D62E-9C80-6549-866A-CF8A873BF3DE}"/>
              </a:ext>
            </a:extLst>
          </p:cNvPr>
          <p:cNvSpPr txBox="1"/>
          <p:nvPr userDrawn="1"/>
        </p:nvSpPr>
        <p:spPr>
          <a:xfrm>
            <a:off x="143727" y="5113983"/>
            <a:ext cx="7440927" cy="1569660"/>
          </a:xfrm>
          <a:prstGeom prst="rect">
            <a:avLst/>
          </a:prstGeom>
          <a:noFill/>
        </p:spPr>
        <p:txBody>
          <a:bodyPr wrap="square" rtlCol="0">
            <a:spAutoFit/>
          </a:bodyPr>
          <a:lstStyle/>
          <a:p>
            <a:r>
              <a:rPr lang="en-US" sz="1200" dirty="0"/>
              <a:t>This work was authored </a:t>
            </a:r>
            <a:r>
              <a:rPr lang="en-US" sz="1200" dirty="0">
                <a:solidFill>
                  <a:srgbClr val="FF0000"/>
                </a:solidFill>
              </a:rPr>
              <a:t>[in part]</a:t>
            </a:r>
            <a:r>
              <a:rPr lang="en-US" sz="1200" dirty="0"/>
              <a:t> by the National Renewable Energy Laboratory, operated by Alliance for Sustainable Energy, LLC, for the U.S. Department of Energy (DOE) under Contract No. DE-AC36-08GO28308. Funding provided by </a:t>
            </a:r>
            <a:r>
              <a:rPr lang="en-US" sz="1200" dirty="0">
                <a:solidFill>
                  <a:srgbClr val="FF0000"/>
                </a:solidFill>
              </a:rPr>
              <a:t>[applicable Department of Energy office and program office, e.g., U.S. Department of Energy Office of Energy Efficiency and Renewable Energy Solar Energy Technologies Office (spell out full office names; do not use initialisms/acronyms)]</a:t>
            </a:r>
            <a:r>
              <a:rPr lang="en-US" sz="1200" dirty="0"/>
              <a:t>. The views expressed in the article do not necessarily represent the views of the DOE or the U.S. Government. The U.S. Government retains and the publisher, by accepting the article for publication, acknowledges that the U.S. Government retains a nonexclusive, paid-up, irrevocable, worldwide license to publish or reproduce the published form of this work, or allow others to do so, for U.S. Government purposes.</a:t>
            </a:r>
            <a:endParaRPr lang="en-US" sz="1200" dirty="0">
              <a:solidFill>
                <a:schemeClr val="tx1"/>
              </a:solidFill>
            </a:endParaRPr>
          </a:p>
        </p:txBody>
      </p:sp>
      <p:grpSp>
        <p:nvGrpSpPr>
          <p:cNvPr id="8" name="Group 7">
            <a:extLst>
              <a:ext uri="{FF2B5EF4-FFF2-40B4-BE49-F238E27FC236}">
                <a16:creationId xmlns:a16="http://schemas.microsoft.com/office/drawing/2014/main" id="{EF1042E9-C103-A54C-BB93-07B4BA47A9A6}"/>
              </a:ext>
            </a:extLst>
          </p:cNvPr>
          <p:cNvGrpSpPr/>
          <p:nvPr userDrawn="1"/>
        </p:nvGrpSpPr>
        <p:grpSpPr>
          <a:xfrm>
            <a:off x="1547053" y="3897782"/>
            <a:ext cx="1601320" cy="1188749"/>
            <a:chOff x="2576623" y="33912667"/>
            <a:chExt cx="2971800" cy="2206133"/>
          </a:xfrm>
        </p:grpSpPr>
        <p:sp>
          <p:nvSpPr>
            <p:cNvPr id="10" name="Rounded Rectangular Callout 9">
              <a:extLst>
                <a:ext uri="{FF2B5EF4-FFF2-40B4-BE49-F238E27FC236}">
                  <a16:creationId xmlns:a16="http://schemas.microsoft.com/office/drawing/2014/main" id="{E992B2AE-3F65-9F4A-9CF6-9647603DC89A}"/>
                </a:ext>
              </a:extLst>
            </p:cNvPr>
            <p:cNvSpPr/>
            <p:nvPr/>
          </p:nvSpPr>
          <p:spPr bwMode="auto">
            <a:xfrm>
              <a:off x="2576623" y="33912667"/>
              <a:ext cx="2971800" cy="2206133"/>
            </a:xfrm>
            <a:prstGeom prst="wedgeRoundRectCallout">
              <a:avLst/>
            </a:prstGeom>
            <a:solidFill>
              <a:schemeClr val="bg1"/>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1" name="TextBox 10">
              <a:extLst>
                <a:ext uri="{FF2B5EF4-FFF2-40B4-BE49-F238E27FC236}">
                  <a16:creationId xmlns:a16="http://schemas.microsoft.com/office/drawing/2014/main" id="{50095912-C565-554A-B23A-0162EEF02886}"/>
                </a:ext>
              </a:extLst>
            </p:cNvPr>
            <p:cNvSpPr txBox="1"/>
            <p:nvPr/>
          </p:nvSpPr>
          <p:spPr>
            <a:xfrm>
              <a:off x="2662703" y="34195674"/>
              <a:ext cx="2885720" cy="1732001"/>
            </a:xfrm>
            <a:prstGeom prst="rect">
              <a:avLst/>
            </a:prstGeom>
            <a:noFill/>
          </p:spPr>
          <p:txBody>
            <a:bodyPr wrap="square" rtlCol="0">
              <a:spAutoFit/>
            </a:bodyPr>
            <a:lstStyle/>
            <a:p>
              <a:r>
                <a:rPr lang="en-US" sz="1333" dirty="0">
                  <a:solidFill>
                    <a:srgbClr val="FF0000"/>
                  </a:solidFill>
                </a:rPr>
                <a:t>Insert the words “in part” if this work includes </a:t>
              </a:r>
              <a:br>
                <a:rPr lang="en-US" sz="1333" dirty="0">
                  <a:solidFill>
                    <a:srgbClr val="FF0000"/>
                  </a:solidFill>
                </a:rPr>
              </a:br>
              <a:r>
                <a:rPr lang="en-US" sz="1333" dirty="0">
                  <a:solidFill>
                    <a:srgbClr val="FF0000"/>
                  </a:solidFill>
                </a:rPr>
                <a:t>non-NREL authors.</a:t>
              </a:r>
            </a:p>
            <a:p>
              <a:pPr algn="l"/>
              <a:r>
                <a:rPr lang="en-US" sz="133" dirty="0">
                  <a:solidFill>
                    <a:srgbClr val="FF0000"/>
                  </a:solidFill>
                </a:rPr>
                <a:t>.</a:t>
              </a:r>
            </a:p>
          </p:txBody>
        </p:sp>
      </p:grpSp>
      <p:grpSp>
        <p:nvGrpSpPr>
          <p:cNvPr id="12" name="Group 11">
            <a:extLst>
              <a:ext uri="{FF2B5EF4-FFF2-40B4-BE49-F238E27FC236}">
                <a16:creationId xmlns:a16="http://schemas.microsoft.com/office/drawing/2014/main" id="{459BF0D5-6437-5C45-BCE8-E796DD25A9F5}"/>
              </a:ext>
            </a:extLst>
          </p:cNvPr>
          <p:cNvGrpSpPr/>
          <p:nvPr userDrawn="1"/>
        </p:nvGrpSpPr>
        <p:grpSpPr>
          <a:xfrm>
            <a:off x="4551699" y="3781039"/>
            <a:ext cx="3088339" cy="1621140"/>
            <a:chOff x="-183051" y="33227554"/>
            <a:chExt cx="5731474" cy="3039310"/>
          </a:xfrm>
          <a:solidFill>
            <a:schemeClr val="bg1">
              <a:alpha val="38000"/>
            </a:schemeClr>
          </a:solidFill>
        </p:grpSpPr>
        <p:sp>
          <p:nvSpPr>
            <p:cNvPr id="13" name="Rounded Rectangular Callout 12">
              <a:extLst>
                <a:ext uri="{FF2B5EF4-FFF2-40B4-BE49-F238E27FC236}">
                  <a16:creationId xmlns:a16="http://schemas.microsoft.com/office/drawing/2014/main" id="{993AE333-8181-7B4E-A36B-01F4F72B5AC8}"/>
                </a:ext>
              </a:extLst>
            </p:cNvPr>
            <p:cNvSpPr/>
            <p:nvPr/>
          </p:nvSpPr>
          <p:spPr bwMode="auto">
            <a:xfrm>
              <a:off x="-183051" y="33227554"/>
              <a:ext cx="5731474" cy="3039310"/>
            </a:xfrm>
            <a:prstGeom prst="wedgeRoundRectCallout">
              <a:avLst/>
            </a:prstGeom>
            <a:solidFill>
              <a:schemeClr val="bg1">
                <a:alpha val="81000"/>
              </a:schemeClr>
            </a:solidFill>
            <a:ln w="127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1219170" rtl="0" eaLnBrk="0" fontAlgn="base" latinLnBrk="0" hangingPunct="0">
                <a:lnSpc>
                  <a:spcPct val="100000"/>
                </a:lnSpc>
                <a:spcBef>
                  <a:spcPct val="0"/>
                </a:spcBef>
                <a:spcAft>
                  <a:spcPct val="0"/>
                </a:spcAft>
                <a:buClrTx/>
                <a:buSzTx/>
                <a:buFontTx/>
                <a:buNone/>
                <a:tabLst/>
              </a:pPr>
              <a:endParaRPr kumimoji="0" lang="en-US" sz="3200" b="1" i="1" u="none" strike="noStrike" cap="none" normalizeH="0" baseline="0">
                <a:ln>
                  <a:noFill/>
                </a:ln>
                <a:solidFill>
                  <a:schemeClr val="tx1"/>
                </a:solidFill>
                <a:effectLst/>
                <a:latin typeface="Arial" pitchFamily="-106" charset="0"/>
                <a:ea typeface="ＭＳ Ｐゴシック" pitchFamily="-106" charset="-128"/>
                <a:cs typeface="ＭＳ Ｐゴシック" pitchFamily="-106" charset="-128"/>
              </a:endParaRPr>
            </a:p>
          </p:txBody>
        </p:sp>
        <p:sp>
          <p:nvSpPr>
            <p:cNvPr id="14" name="TextBox 13">
              <a:extLst>
                <a:ext uri="{FF2B5EF4-FFF2-40B4-BE49-F238E27FC236}">
                  <a16:creationId xmlns:a16="http://schemas.microsoft.com/office/drawing/2014/main" id="{BFE1391B-DFC1-8D43-9278-AEF2B02003B1}"/>
                </a:ext>
              </a:extLst>
            </p:cNvPr>
            <p:cNvSpPr txBox="1"/>
            <p:nvPr/>
          </p:nvSpPr>
          <p:spPr>
            <a:xfrm>
              <a:off x="29150" y="33394988"/>
              <a:ext cx="5307072" cy="2596586"/>
            </a:xfrm>
            <a:prstGeom prst="rect">
              <a:avLst/>
            </a:prstGeom>
            <a:grpFill/>
          </p:spPr>
          <p:txBody>
            <a:bodyPr wrap="square" rtlCol="0">
              <a:spAutoFit/>
            </a:bodyPr>
            <a:lstStyle/>
            <a:p>
              <a:r>
                <a:rPr lang="en-US" sz="1200" dirty="0">
                  <a:solidFill>
                    <a:srgbClr val="FF0000"/>
                  </a:solidFill>
                </a:rPr>
                <a:t>Edit the red bracketed text as appropriate with the applicable DOE office(s) and program office(s) that sponsored the work and/or add other funding as needed.  For non-EERE funding, see </a:t>
              </a:r>
              <a:r>
                <a:rPr lang="en-US" sz="1200" u="sng" dirty="0">
                  <a:solidFill>
                    <a:srgbClr val="FF0000"/>
                  </a:solidFill>
                  <a:hlinkClick r:id="rId4"/>
                </a:rPr>
                <a:t>https://thesource.nrel.gov/publishing/disclaimers.html</a:t>
              </a:r>
              <a:endParaRPr lang="en-US" sz="267" i="0" dirty="0">
                <a:solidFill>
                  <a:srgbClr val="FF0000"/>
                </a:solidFill>
              </a:endParaRPr>
            </a:p>
          </p:txBody>
        </p:sp>
      </p:grpSp>
    </p:spTree>
    <p:extLst>
      <p:ext uri="{BB962C8B-B14F-4D97-AF65-F5344CB8AC3E}">
        <p14:creationId xmlns:p14="http://schemas.microsoft.com/office/powerpoint/2010/main" val="2631000049"/>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B8B3CE-7D05-BF03-41EF-121D4B6E879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E88A50A0-625B-986B-461D-56EC57B5731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E316666-D4F8-BB76-56EB-FF8B5DD5706A}"/>
              </a:ext>
            </a:extLst>
          </p:cNvPr>
          <p:cNvSpPr>
            <a:spLocks noGrp="1"/>
          </p:cNvSpPr>
          <p:nvPr>
            <p:ph type="dt" sz="half" idx="10"/>
          </p:nvPr>
        </p:nvSpPr>
        <p:spPr/>
        <p:txBody>
          <a:bodyPr/>
          <a:lstStyle/>
          <a:p>
            <a:fld id="{D2A55204-52B8-418D-AE64-B45092147406}" type="datetimeFigureOut">
              <a:rPr lang="en-US" smtClean="0"/>
              <a:t>2025-10-09</a:t>
            </a:fld>
            <a:endParaRPr lang="en-US"/>
          </a:p>
        </p:txBody>
      </p:sp>
      <p:sp>
        <p:nvSpPr>
          <p:cNvPr id="5" name="Footer Placeholder 4">
            <a:extLst>
              <a:ext uri="{FF2B5EF4-FFF2-40B4-BE49-F238E27FC236}">
                <a16:creationId xmlns:a16="http://schemas.microsoft.com/office/drawing/2014/main" id="{8A6565CA-12B2-D0B9-1C6F-AB37009C1F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6FE6C34-A7BA-8B75-46CF-B4B6140989E6}"/>
              </a:ext>
            </a:extLst>
          </p:cNvPr>
          <p:cNvSpPr>
            <a:spLocks noGrp="1"/>
          </p:cNvSpPr>
          <p:nvPr>
            <p:ph type="sldNum" sz="quarter" idx="12"/>
          </p:nvPr>
        </p:nvSpPr>
        <p:spPr/>
        <p:txBody>
          <a:bodyPr/>
          <a:lstStyle/>
          <a:p>
            <a:fld id="{E1A4E52A-8701-4F4B-B775-FA6C4787349C}" type="slidenum">
              <a:rPr lang="en-US" smtClean="0"/>
              <a:t>‹#›</a:t>
            </a:fld>
            <a:endParaRPr lang="en-US"/>
          </a:p>
        </p:txBody>
      </p:sp>
    </p:spTree>
    <p:extLst>
      <p:ext uri="{BB962C8B-B14F-4D97-AF65-F5344CB8AC3E}">
        <p14:creationId xmlns:p14="http://schemas.microsoft.com/office/powerpoint/2010/main" val="42391066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6.xml"/><Relationship Id="rId18" Type="http://schemas.openxmlformats.org/officeDocument/2006/relationships/slideLayout" Target="../slideLayouts/slideLayout31.xml"/><Relationship Id="rId26" Type="http://schemas.openxmlformats.org/officeDocument/2006/relationships/slideLayout" Target="../slideLayouts/slideLayout39.xml"/><Relationship Id="rId39" Type="http://schemas.openxmlformats.org/officeDocument/2006/relationships/slideLayout" Target="../slideLayouts/slideLayout52.xml"/><Relationship Id="rId3" Type="http://schemas.openxmlformats.org/officeDocument/2006/relationships/slideLayout" Target="../slideLayouts/slideLayout16.xml"/><Relationship Id="rId21" Type="http://schemas.openxmlformats.org/officeDocument/2006/relationships/slideLayout" Target="../slideLayouts/slideLayout34.xml"/><Relationship Id="rId34" Type="http://schemas.openxmlformats.org/officeDocument/2006/relationships/slideLayout" Target="../slideLayouts/slideLayout47.xml"/><Relationship Id="rId42" Type="http://schemas.openxmlformats.org/officeDocument/2006/relationships/slideLayout" Target="../slideLayouts/slideLayout55.xml"/><Relationship Id="rId47" Type="http://schemas.openxmlformats.org/officeDocument/2006/relationships/slideLayout" Target="../slideLayouts/slideLayout60.xml"/><Relationship Id="rId50" Type="http://schemas.openxmlformats.org/officeDocument/2006/relationships/slideLayout" Target="../slideLayouts/slideLayout63.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17" Type="http://schemas.openxmlformats.org/officeDocument/2006/relationships/slideLayout" Target="../slideLayouts/slideLayout30.xml"/><Relationship Id="rId25" Type="http://schemas.openxmlformats.org/officeDocument/2006/relationships/slideLayout" Target="../slideLayouts/slideLayout38.xml"/><Relationship Id="rId33" Type="http://schemas.openxmlformats.org/officeDocument/2006/relationships/slideLayout" Target="../slideLayouts/slideLayout46.xml"/><Relationship Id="rId38" Type="http://schemas.openxmlformats.org/officeDocument/2006/relationships/slideLayout" Target="../slideLayouts/slideLayout51.xml"/><Relationship Id="rId46" Type="http://schemas.openxmlformats.org/officeDocument/2006/relationships/slideLayout" Target="../slideLayouts/slideLayout59.xml"/><Relationship Id="rId2" Type="http://schemas.openxmlformats.org/officeDocument/2006/relationships/slideLayout" Target="../slideLayouts/slideLayout15.xml"/><Relationship Id="rId16" Type="http://schemas.openxmlformats.org/officeDocument/2006/relationships/slideLayout" Target="../slideLayouts/slideLayout29.xml"/><Relationship Id="rId20" Type="http://schemas.openxmlformats.org/officeDocument/2006/relationships/slideLayout" Target="../slideLayouts/slideLayout33.xml"/><Relationship Id="rId29" Type="http://schemas.openxmlformats.org/officeDocument/2006/relationships/slideLayout" Target="../slideLayouts/slideLayout42.xml"/><Relationship Id="rId41" Type="http://schemas.openxmlformats.org/officeDocument/2006/relationships/slideLayout" Target="../slideLayouts/slideLayout54.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24" Type="http://schemas.openxmlformats.org/officeDocument/2006/relationships/slideLayout" Target="../slideLayouts/slideLayout37.xml"/><Relationship Id="rId32" Type="http://schemas.openxmlformats.org/officeDocument/2006/relationships/slideLayout" Target="../slideLayouts/slideLayout45.xml"/><Relationship Id="rId37" Type="http://schemas.openxmlformats.org/officeDocument/2006/relationships/slideLayout" Target="../slideLayouts/slideLayout50.xml"/><Relationship Id="rId40" Type="http://schemas.openxmlformats.org/officeDocument/2006/relationships/slideLayout" Target="../slideLayouts/slideLayout53.xml"/><Relationship Id="rId45" Type="http://schemas.openxmlformats.org/officeDocument/2006/relationships/slideLayout" Target="../slideLayouts/slideLayout58.xml"/><Relationship Id="rId5" Type="http://schemas.openxmlformats.org/officeDocument/2006/relationships/slideLayout" Target="../slideLayouts/slideLayout18.xml"/><Relationship Id="rId15" Type="http://schemas.openxmlformats.org/officeDocument/2006/relationships/slideLayout" Target="../slideLayouts/slideLayout28.xml"/><Relationship Id="rId23" Type="http://schemas.openxmlformats.org/officeDocument/2006/relationships/slideLayout" Target="../slideLayouts/slideLayout36.xml"/><Relationship Id="rId28" Type="http://schemas.openxmlformats.org/officeDocument/2006/relationships/slideLayout" Target="../slideLayouts/slideLayout41.xml"/><Relationship Id="rId36" Type="http://schemas.openxmlformats.org/officeDocument/2006/relationships/slideLayout" Target="../slideLayouts/slideLayout49.xml"/><Relationship Id="rId49" Type="http://schemas.openxmlformats.org/officeDocument/2006/relationships/slideLayout" Target="../slideLayouts/slideLayout62.xml"/><Relationship Id="rId10" Type="http://schemas.openxmlformats.org/officeDocument/2006/relationships/slideLayout" Target="../slideLayouts/slideLayout23.xml"/><Relationship Id="rId19" Type="http://schemas.openxmlformats.org/officeDocument/2006/relationships/slideLayout" Target="../slideLayouts/slideLayout32.xml"/><Relationship Id="rId31" Type="http://schemas.openxmlformats.org/officeDocument/2006/relationships/slideLayout" Target="../slideLayouts/slideLayout44.xml"/><Relationship Id="rId44" Type="http://schemas.openxmlformats.org/officeDocument/2006/relationships/slideLayout" Target="../slideLayouts/slideLayout57.xml"/><Relationship Id="rId4" Type="http://schemas.openxmlformats.org/officeDocument/2006/relationships/slideLayout" Target="../slideLayouts/slideLayout17.xml"/><Relationship Id="rId9" Type="http://schemas.openxmlformats.org/officeDocument/2006/relationships/slideLayout" Target="../slideLayouts/slideLayout22.xml"/><Relationship Id="rId14" Type="http://schemas.openxmlformats.org/officeDocument/2006/relationships/slideLayout" Target="../slideLayouts/slideLayout27.xml"/><Relationship Id="rId22" Type="http://schemas.openxmlformats.org/officeDocument/2006/relationships/slideLayout" Target="../slideLayouts/slideLayout35.xml"/><Relationship Id="rId27" Type="http://schemas.openxmlformats.org/officeDocument/2006/relationships/slideLayout" Target="../slideLayouts/slideLayout40.xml"/><Relationship Id="rId30" Type="http://schemas.openxmlformats.org/officeDocument/2006/relationships/slideLayout" Target="../slideLayouts/slideLayout43.xml"/><Relationship Id="rId35" Type="http://schemas.openxmlformats.org/officeDocument/2006/relationships/slideLayout" Target="../slideLayouts/slideLayout48.xml"/><Relationship Id="rId43" Type="http://schemas.openxmlformats.org/officeDocument/2006/relationships/slideLayout" Target="../slideLayouts/slideLayout56.xml"/><Relationship Id="rId48" Type="http://schemas.openxmlformats.org/officeDocument/2006/relationships/slideLayout" Target="../slideLayouts/slideLayout61.xml"/><Relationship Id="rId8" Type="http://schemas.openxmlformats.org/officeDocument/2006/relationships/slideLayout" Target="../slideLayouts/slideLayout21.xml"/><Relationship Id="rId51"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A21EDD3-4F13-D89E-B7EB-25F5F554FBF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D3F0D09-A1AB-E56E-0D27-67AFE115E0D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233B10B-A481-2323-88B8-DA137882E7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75A27AC-BDD4-43B5-ADB0-8F68CE0D3246}" type="datetimeFigureOut">
              <a:rPr lang="en-US" smtClean="0"/>
              <a:t>2025-10-09</a:t>
            </a:fld>
            <a:endParaRPr lang="en-US"/>
          </a:p>
        </p:txBody>
      </p:sp>
      <p:sp>
        <p:nvSpPr>
          <p:cNvPr id="5" name="Footer Placeholder 4">
            <a:extLst>
              <a:ext uri="{FF2B5EF4-FFF2-40B4-BE49-F238E27FC236}">
                <a16:creationId xmlns:a16="http://schemas.microsoft.com/office/drawing/2014/main" id="{D7B2CF35-B8B4-B9DC-D4F6-5D0E18A78A3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4C1DDD0A-8DAE-9502-C80D-12B1D1E2F480}"/>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5F0DA70-C44F-4B47-A11F-B721337FD6D8}" type="slidenum">
              <a:rPr lang="en-US" smtClean="0"/>
              <a:t>‹#›</a:t>
            </a:fld>
            <a:endParaRPr lang="en-US"/>
          </a:p>
        </p:txBody>
      </p:sp>
    </p:spTree>
    <p:extLst>
      <p:ext uri="{BB962C8B-B14F-4D97-AF65-F5344CB8AC3E}">
        <p14:creationId xmlns:p14="http://schemas.microsoft.com/office/powerpoint/2010/main" val="325939209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1"/>
            <a:ext cx="5497435" cy="1600201"/>
          </a:xfrm>
          <a:prstGeom prst="rect">
            <a:avLst/>
          </a:prstGeom>
          <a:solidFill>
            <a:schemeClr val="accent1"/>
          </a:solidFill>
        </p:spPr>
        <p:txBody>
          <a:bodyPr vert="horz" lIns="91440" tIns="45720" rIns="91440" bIns="45720" rtlCol="0" anchor="ctr">
            <a:noAutofit/>
          </a:bodyPr>
          <a:lstStyle/>
          <a:p>
            <a:r>
              <a:rPr lang="en-US"/>
              <a:t>Click to edit Master </a:t>
            </a:r>
            <a:br>
              <a:rPr lang="en-US"/>
            </a:br>
            <a:r>
              <a:rPr lang="en-US"/>
              <a:t>title style</a:t>
            </a:r>
          </a:p>
        </p:txBody>
      </p:sp>
      <p:sp>
        <p:nvSpPr>
          <p:cNvPr id="3" name="Text Placeholder 2"/>
          <p:cNvSpPr>
            <a:spLocks noGrp="1"/>
          </p:cNvSpPr>
          <p:nvPr>
            <p:ph type="body" idx="1"/>
          </p:nvPr>
        </p:nvSpPr>
        <p:spPr>
          <a:xfrm>
            <a:off x="609600" y="1773689"/>
            <a:ext cx="10972800" cy="4352475"/>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90769100"/>
      </p:ext>
    </p:extLst>
  </p:cSld>
  <p:clrMap bg1="lt1" tx1="dk1" bg2="lt2" tx2="dk2" accent1="accent1" accent2="accent2" accent3="accent3" accent4="accent4" accent5="accent5" accent6="accent6" hlink="hlink" folHlink="fol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Lst>
  <p:txStyles>
    <p:titleStyle>
      <a:lvl1pPr marL="0" algn="ctr" defTabSz="609585" rtl="0" eaLnBrk="1" latinLnBrk="0" hangingPunct="1">
        <a:lnSpc>
          <a:spcPts val="3733"/>
        </a:lnSpc>
        <a:spcBef>
          <a:spcPct val="0"/>
        </a:spcBef>
        <a:buNone/>
        <a:defRPr sz="4000" kern="1200" spc="0">
          <a:solidFill>
            <a:schemeClr val="bg1"/>
          </a:solidFill>
          <a:latin typeface="+mj-lt"/>
          <a:ea typeface="+mj-ea"/>
          <a:cs typeface="+mj-cs"/>
        </a:defRPr>
      </a:lvl1pPr>
    </p:titleStyle>
    <p:bodyStyle>
      <a:lvl1pPr marL="457189" indent="-457189" algn="l" defTabSz="609585" rtl="0" eaLnBrk="1" latinLnBrk="0" hangingPunct="1">
        <a:spcBef>
          <a:spcPct val="20000"/>
        </a:spcBef>
        <a:buFont typeface="Arial"/>
        <a:buChar char="•"/>
        <a:defRPr sz="3200" kern="1200">
          <a:solidFill>
            <a:schemeClr val="tx1"/>
          </a:solidFill>
          <a:latin typeface="+mn-lt"/>
          <a:ea typeface="+mn-ea"/>
          <a:cs typeface="+mn-cs"/>
        </a:defRPr>
      </a:lvl1pPr>
      <a:lvl2pPr marL="990575" indent="-380990" algn="l" defTabSz="609585" rtl="0" eaLnBrk="1" latinLnBrk="0" hangingPunct="1">
        <a:spcBef>
          <a:spcPct val="20000"/>
        </a:spcBef>
        <a:buFont typeface="Arial"/>
        <a:buChar char="–"/>
        <a:defRPr sz="3200" kern="1200">
          <a:solidFill>
            <a:schemeClr val="tx1"/>
          </a:solidFill>
          <a:latin typeface="+mn-lt"/>
          <a:ea typeface="+mn-ea"/>
          <a:cs typeface="+mn-cs"/>
        </a:defRPr>
      </a:lvl2pPr>
      <a:lvl3pPr marL="1523962" indent="-304792" algn="l" defTabSz="609585" rtl="0" eaLnBrk="1" latinLnBrk="0" hangingPunct="1">
        <a:spcBef>
          <a:spcPct val="20000"/>
        </a:spcBef>
        <a:buFont typeface="Arial"/>
        <a:buChar char="•"/>
        <a:defRPr sz="2933" kern="1200">
          <a:solidFill>
            <a:schemeClr val="tx1"/>
          </a:solidFill>
          <a:latin typeface="+mn-lt"/>
          <a:ea typeface="+mn-ea"/>
          <a:cs typeface="+mn-cs"/>
        </a:defRPr>
      </a:lvl3pPr>
      <a:lvl4pPr marL="2133547" indent="-304792" algn="l" defTabSz="609585" rtl="0" eaLnBrk="1" latinLnBrk="0" hangingPunct="1">
        <a:spcBef>
          <a:spcPct val="20000"/>
        </a:spcBef>
        <a:buFont typeface="Arial"/>
        <a:buChar char="–"/>
        <a:defRPr sz="2667" kern="1200">
          <a:solidFill>
            <a:schemeClr val="tx1"/>
          </a:solidFill>
          <a:latin typeface="+mn-lt"/>
          <a:ea typeface="+mn-ea"/>
          <a:cs typeface="+mn-cs"/>
        </a:defRPr>
      </a:lvl4pPr>
      <a:lvl5pPr marL="2743131" indent="-304792" algn="l" defTabSz="609585" rtl="0" eaLnBrk="1" latinLnBrk="0" hangingPunct="1">
        <a:spcBef>
          <a:spcPct val="20000"/>
        </a:spcBef>
        <a:buFont typeface="Arial"/>
        <a:buChar char="»"/>
        <a:defRPr sz="2400" kern="1200">
          <a:solidFill>
            <a:schemeClr val="tx1"/>
          </a:solidFill>
          <a:latin typeface="+mn-lt"/>
          <a:ea typeface="+mn-ea"/>
          <a:cs typeface="+mn-cs"/>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0.xml"/><Relationship Id="rId4"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xml"/><Relationship Id="rId1" Type="http://schemas.openxmlformats.org/officeDocument/2006/relationships/slideLayout" Target="../slideLayouts/slideLayout20.xml"/><Relationship Id="rId4" Type="http://schemas.openxmlformats.org/officeDocument/2006/relationships/image" Target="../media/image1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C302F92A-56E4-0C1C-6333-48237A5D662D}"/>
              </a:ext>
            </a:extLst>
          </p:cNvPr>
          <p:cNvSpPr>
            <a:spLocks noGrp="1"/>
          </p:cNvSpPr>
          <p:nvPr>
            <p:ph type="body" sz="quarter" idx="10"/>
          </p:nvPr>
        </p:nvSpPr>
        <p:spPr>
          <a:xfrm>
            <a:off x="4982633" y="2006435"/>
            <a:ext cx="7191331" cy="2405308"/>
          </a:xfrm>
        </p:spPr>
        <p:txBody>
          <a:bodyPr/>
          <a:lstStyle/>
          <a:p>
            <a:r>
              <a:rPr lang="en-US" dirty="0"/>
              <a:t>Application of regional survival curves to enhance modeling of used vehicle market and stock in TEMPO</a:t>
            </a:r>
          </a:p>
        </p:txBody>
      </p:sp>
      <p:sp>
        <p:nvSpPr>
          <p:cNvPr id="3" name="Text Placeholder 2">
            <a:extLst>
              <a:ext uri="{FF2B5EF4-FFF2-40B4-BE49-F238E27FC236}">
                <a16:creationId xmlns:a16="http://schemas.microsoft.com/office/drawing/2014/main" id="{32FC9BE6-D3E8-ADB1-CD1C-A2B222C3BFF2}"/>
              </a:ext>
            </a:extLst>
          </p:cNvPr>
          <p:cNvSpPr>
            <a:spLocks noGrp="1"/>
          </p:cNvSpPr>
          <p:nvPr>
            <p:ph type="body" sz="quarter" idx="11"/>
          </p:nvPr>
        </p:nvSpPr>
        <p:spPr>
          <a:xfrm>
            <a:off x="4982633" y="4562573"/>
            <a:ext cx="7209367" cy="1908567"/>
          </a:xfrm>
        </p:spPr>
        <p:txBody>
          <a:bodyPr/>
          <a:lstStyle/>
          <a:p>
            <a:r>
              <a:rPr lang="en-US" dirty="0"/>
              <a:t>Arthur Yip</a:t>
            </a:r>
          </a:p>
          <a:p>
            <a:endParaRPr lang="en-US" dirty="0"/>
          </a:p>
          <a:p>
            <a:r>
              <a:rPr lang="en-US" dirty="0"/>
              <a:t>Originally scheduled milestone: Jun 30, 2025</a:t>
            </a:r>
          </a:p>
          <a:p>
            <a:r>
              <a:rPr lang="en-US" dirty="0"/>
              <a:t>Proposed revised deadline: Sep 30, 2025 (end of FY25)</a:t>
            </a:r>
          </a:p>
        </p:txBody>
      </p:sp>
    </p:spTree>
    <p:extLst>
      <p:ext uri="{BB962C8B-B14F-4D97-AF65-F5344CB8AC3E}">
        <p14:creationId xmlns:p14="http://schemas.microsoft.com/office/powerpoint/2010/main" val="310494391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E3642-D8A3-FD64-7FF9-08A8DDE4B7F0}"/>
              </a:ext>
            </a:extLst>
          </p:cNvPr>
          <p:cNvSpPr>
            <a:spLocks noGrp="1"/>
          </p:cNvSpPr>
          <p:nvPr>
            <p:ph type="title"/>
          </p:nvPr>
        </p:nvSpPr>
        <p:spPr>
          <a:xfrm>
            <a:off x="609599" y="1"/>
            <a:ext cx="10913535" cy="1209524"/>
          </a:xfrm>
        </p:spPr>
        <p:txBody>
          <a:bodyPr/>
          <a:lstStyle/>
          <a:p>
            <a:r>
              <a:rPr lang="en-US" dirty="0"/>
              <a:t>Disproportionate ownership of new vehicles and EVs by high-income households</a:t>
            </a:r>
          </a:p>
        </p:txBody>
      </p:sp>
      <p:pic>
        <p:nvPicPr>
          <p:cNvPr id="1026" name="Picture 2" descr="image">
            <a:extLst>
              <a:ext uri="{FF2B5EF4-FFF2-40B4-BE49-F238E27FC236}">
                <a16:creationId xmlns:a16="http://schemas.microsoft.com/office/drawing/2014/main" id="{6753B3D9-602E-59D8-B440-F13EFB341C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9600" y="1465943"/>
            <a:ext cx="5580921" cy="321612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a:extLst>
              <a:ext uri="{FF2B5EF4-FFF2-40B4-BE49-F238E27FC236}">
                <a16:creationId xmlns:a16="http://schemas.microsoft.com/office/drawing/2014/main" id="{01C7B9DC-E229-05D3-7185-1EB1D27817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9633" y="1209523"/>
            <a:ext cx="5781500" cy="4747100"/>
          </a:xfrm>
          <a:prstGeom prst="rect">
            <a:avLst/>
          </a:prstGeom>
          <a:noFill/>
          <a:extLst>
            <a:ext uri="{909E8E84-426E-40DD-AFC4-6F175D3DCCD1}">
              <a14:hiddenFill xmlns:a14="http://schemas.microsoft.com/office/drawing/2010/main">
                <a:solidFill>
                  <a:srgbClr val="FFFFFF"/>
                </a:solidFill>
              </a14:hiddenFill>
            </a:ext>
          </a:extLst>
        </p:spPr>
      </p:pic>
      <p:sp>
        <p:nvSpPr>
          <p:cNvPr id="4" name="Text Placeholder 2">
            <a:extLst>
              <a:ext uri="{FF2B5EF4-FFF2-40B4-BE49-F238E27FC236}">
                <a16:creationId xmlns:a16="http://schemas.microsoft.com/office/drawing/2014/main" id="{FEFC9830-3389-E33B-380E-71AC4E9BD946}"/>
              </a:ext>
            </a:extLst>
          </p:cNvPr>
          <p:cNvSpPr>
            <a:spLocks noGrp="1"/>
          </p:cNvSpPr>
          <p:nvPr>
            <p:ph type="body" sz="quarter" idx="10"/>
          </p:nvPr>
        </p:nvSpPr>
        <p:spPr>
          <a:xfrm>
            <a:off x="3880315" y="5947973"/>
            <a:ext cx="8520363" cy="1735667"/>
          </a:xfrm>
        </p:spPr>
        <p:txBody>
          <a:bodyPr>
            <a:normAutofit/>
          </a:bodyPr>
          <a:lstStyle/>
          <a:p>
            <a:pPr marL="0" indent="0">
              <a:buNone/>
            </a:pPr>
            <a:r>
              <a:rPr lang="en-US" dirty="0"/>
              <a:t>Skew is growing, and may change in the future</a:t>
            </a:r>
          </a:p>
        </p:txBody>
      </p:sp>
      <p:pic>
        <p:nvPicPr>
          <p:cNvPr id="5" name="Picture 4">
            <a:extLst>
              <a:ext uri="{FF2B5EF4-FFF2-40B4-BE49-F238E27FC236}">
                <a16:creationId xmlns:a16="http://schemas.microsoft.com/office/drawing/2014/main" id="{BF6938C4-0244-91F3-CDE3-57875CB2E99C}"/>
              </a:ext>
            </a:extLst>
          </p:cNvPr>
          <p:cNvPicPr>
            <a:picLocks noChangeAspect="1"/>
          </p:cNvPicPr>
          <p:nvPr/>
        </p:nvPicPr>
        <p:blipFill>
          <a:blip r:embed="rId4"/>
          <a:stretch>
            <a:fillRect/>
          </a:stretch>
        </p:blipFill>
        <p:spPr>
          <a:xfrm>
            <a:off x="609599" y="4682067"/>
            <a:ext cx="2621300" cy="2175933"/>
          </a:xfrm>
          <a:prstGeom prst="rect">
            <a:avLst/>
          </a:prstGeom>
        </p:spPr>
      </p:pic>
    </p:spTree>
    <p:extLst>
      <p:ext uri="{BB962C8B-B14F-4D97-AF65-F5344CB8AC3E}">
        <p14:creationId xmlns:p14="http://schemas.microsoft.com/office/powerpoint/2010/main" val="1731212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7864A3-F743-4981-77E2-993E2E0BAF7F}"/>
              </a:ext>
            </a:extLst>
          </p:cNvPr>
          <p:cNvSpPr>
            <a:spLocks noGrp="1"/>
          </p:cNvSpPr>
          <p:nvPr>
            <p:ph type="title"/>
          </p:nvPr>
        </p:nvSpPr>
        <p:spPr>
          <a:xfrm>
            <a:off x="609599" y="1"/>
            <a:ext cx="10912511" cy="1209524"/>
          </a:xfrm>
        </p:spPr>
        <p:txBody>
          <a:bodyPr/>
          <a:lstStyle/>
          <a:p>
            <a:r>
              <a:rPr lang="en-US"/>
              <a:t>EV diffusion depends </a:t>
            </a:r>
            <a:r>
              <a:rPr lang="en-US" dirty="0"/>
              <a:t>on both </a:t>
            </a:r>
            <a:br>
              <a:rPr lang="en-US" dirty="0"/>
            </a:br>
            <a:r>
              <a:rPr lang="en-US" dirty="0"/>
              <a:t>sales share and new sales</a:t>
            </a:r>
          </a:p>
        </p:txBody>
      </p:sp>
      <p:sp>
        <p:nvSpPr>
          <p:cNvPr id="3" name="Text Placeholder 2">
            <a:extLst>
              <a:ext uri="{FF2B5EF4-FFF2-40B4-BE49-F238E27FC236}">
                <a16:creationId xmlns:a16="http://schemas.microsoft.com/office/drawing/2014/main" id="{52663CBC-992C-948C-7BF6-AA7AF1AC8D74}"/>
              </a:ext>
            </a:extLst>
          </p:cNvPr>
          <p:cNvSpPr>
            <a:spLocks noGrp="1"/>
          </p:cNvSpPr>
          <p:nvPr>
            <p:ph type="body" sz="quarter" idx="10"/>
          </p:nvPr>
        </p:nvSpPr>
        <p:spPr>
          <a:xfrm>
            <a:off x="491661" y="1499810"/>
            <a:ext cx="6068283" cy="5358191"/>
          </a:xfrm>
        </p:spPr>
        <p:txBody>
          <a:bodyPr>
            <a:normAutofit fontScale="92500" lnSpcReduction="20000"/>
          </a:bodyPr>
          <a:lstStyle/>
          <a:p>
            <a:pPr marL="0" indent="0">
              <a:buNone/>
            </a:pPr>
            <a:r>
              <a:rPr lang="en-US" b="0" i="0" dirty="0">
                <a:effectLst/>
                <a:latin typeface="-apple-system"/>
              </a:rPr>
              <a:t>Projected EVs in a county = a function of both:</a:t>
            </a:r>
          </a:p>
          <a:p>
            <a:pPr marL="0" indent="0">
              <a:buNone/>
            </a:pPr>
            <a:r>
              <a:rPr lang="en-US" b="0" i="0" dirty="0">
                <a:effectLst/>
                <a:latin typeface="-apple-system"/>
              </a:rPr>
              <a:t>1) Trajectory of EVs as share of new vehicle sales</a:t>
            </a:r>
          </a:p>
          <a:p>
            <a:pPr marL="0" indent="0">
              <a:buNone/>
            </a:pPr>
            <a:r>
              <a:rPr lang="en-US" dirty="0">
                <a:latin typeface="-apple-system"/>
              </a:rPr>
              <a:t>2) Projected vehicle sales, driven by </a:t>
            </a:r>
            <a:r>
              <a:rPr lang="en-US" b="0" i="0" dirty="0">
                <a:effectLst/>
                <a:latin typeface="-apple-system"/>
              </a:rPr>
              <a:t>vehicle survival/ scrappage/turnover</a:t>
            </a:r>
          </a:p>
          <a:p>
            <a:pPr algn="l"/>
            <a:r>
              <a:rPr lang="en-US" b="0" i="0" dirty="0">
                <a:effectLst/>
                <a:latin typeface="-apple-system"/>
              </a:rPr>
              <a:t>“Preference” for “age” (i.e. used vehicles) is an understudied factor affecting EV adoption</a:t>
            </a:r>
          </a:p>
          <a:p>
            <a:pPr algn="l"/>
            <a:r>
              <a:rPr lang="en-US" b="0" i="0" dirty="0">
                <a:effectLst/>
                <a:latin typeface="-apple-system"/>
              </a:rPr>
              <a:t>Higher median age in a county is indicative of slower vehicle stock turnover, fewer new sales, </a:t>
            </a:r>
            <a:r>
              <a:rPr lang="en-US" b="0" i="1" dirty="0">
                <a:effectLst/>
                <a:latin typeface="-apple-system"/>
              </a:rPr>
              <a:t>fewer EVs</a:t>
            </a:r>
          </a:p>
          <a:p>
            <a:pPr marL="0" indent="0">
              <a:buNone/>
            </a:pPr>
            <a:endParaRPr lang="en-US" dirty="0"/>
          </a:p>
        </p:txBody>
      </p:sp>
      <p:sp>
        <p:nvSpPr>
          <p:cNvPr id="10" name="TextBox 9">
            <a:extLst>
              <a:ext uri="{FF2B5EF4-FFF2-40B4-BE49-F238E27FC236}">
                <a16:creationId xmlns:a16="http://schemas.microsoft.com/office/drawing/2014/main" id="{B1C87E73-F7ED-B3BF-39DB-380668B7478D}"/>
              </a:ext>
            </a:extLst>
          </p:cNvPr>
          <p:cNvSpPr txBox="1"/>
          <p:nvPr/>
        </p:nvSpPr>
        <p:spPr>
          <a:xfrm>
            <a:off x="5429423" y="1313701"/>
            <a:ext cx="7525812" cy="297454"/>
          </a:xfrm>
          <a:prstGeom prst="rect">
            <a:avLst/>
          </a:prstGeom>
          <a:noFill/>
        </p:spPr>
        <p:txBody>
          <a:bodyPr wrap="square">
            <a:spAutoFit/>
          </a:bodyPr>
          <a:lstStyle/>
          <a:p>
            <a:pPr marL="731502" marR="731502" algn="ctr">
              <a:spcBef>
                <a:spcPts val="1333"/>
              </a:spcBef>
              <a:spcAft>
                <a:spcPts val="1067"/>
              </a:spcAft>
            </a:pPr>
            <a:r>
              <a:rPr lang="en-US" sz="1333" i="1" dirty="0">
                <a:solidFill>
                  <a:srgbClr val="404040"/>
                </a:solidFill>
                <a:latin typeface="Times New Roman" panose="02020603050405020304" pitchFamily="18" charset="0"/>
                <a:ea typeface="Times New Roman" panose="02020603050405020304" pitchFamily="18" charset="0"/>
              </a:rPr>
              <a:t>“The future is already here; it’s just not very evenly distributed.” – William Gibson</a:t>
            </a:r>
          </a:p>
        </p:txBody>
      </p:sp>
      <p:pic>
        <p:nvPicPr>
          <p:cNvPr id="5" name="Picture 4" descr="Map&#10;&#10;Description automatically generated">
            <a:extLst>
              <a:ext uri="{FF2B5EF4-FFF2-40B4-BE49-F238E27FC236}">
                <a16:creationId xmlns:a16="http://schemas.microsoft.com/office/drawing/2014/main" id="{F3DADE64-A476-99E7-216B-FCF50F910C5F}"/>
              </a:ext>
            </a:extLst>
          </p:cNvPr>
          <p:cNvPicPr>
            <a:picLocks noChangeAspect="1"/>
          </p:cNvPicPr>
          <p:nvPr/>
        </p:nvPicPr>
        <p:blipFill>
          <a:blip r:embed="rId3"/>
          <a:stretch>
            <a:fillRect/>
          </a:stretch>
        </p:blipFill>
        <p:spPr>
          <a:xfrm>
            <a:off x="6753928" y="1499809"/>
            <a:ext cx="4876800" cy="3010371"/>
          </a:xfrm>
          <a:prstGeom prst="rect">
            <a:avLst/>
          </a:prstGeom>
        </p:spPr>
      </p:pic>
      <p:pic>
        <p:nvPicPr>
          <p:cNvPr id="9" name="Picture 8" descr="Map&#10;&#10;Description automatically generated">
            <a:extLst>
              <a:ext uri="{FF2B5EF4-FFF2-40B4-BE49-F238E27FC236}">
                <a16:creationId xmlns:a16="http://schemas.microsoft.com/office/drawing/2014/main" id="{8D5FB8D1-2AB4-485D-5334-1A2509DD39F4}"/>
              </a:ext>
            </a:extLst>
          </p:cNvPr>
          <p:cNvPicPr>
            <a:picLocks noChangeAspect="1"/>
          </p:cNvPicPr>
          <p:nvPr/>
        </p:nvPicPr>
        <p:blipFill>
          <a:blip r:embed="rId4"/>
          <a:stretch>
            <a:fillRect/>
          </a:stretch>
        </p:blipFill>
        <p:spPr>
          <a:xfrm>
            <a:off x="6823539" y="4039115"/>
            <a:ext cx="4876800" cy="3010371"/>
          </a:xfrm>
          <a:prstGeom prst="rect">
            <a:avLst/>
          </a:prstGeom>
        </p:spPr>
      </p:pic>
    </p:spTree>
    <p:extLst>
      <p:ext uri="{BB962C8B-B14F-4D97-AF65-F5344CB8AC3E}">
        <p14:creationId xmlns:p14="http://schemas.microsoft.com/office/powerpoint/2010/main" val="511406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F0994A-4DDC-15E8-3F9A-428065C5A9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A1AA595-795D-4810-7802-C438159F4574}"/>
              </a:ext>
            </a:extLst>
          </p:cNvPr>
          <p:cNvSpPr>
            <a:spLocks noGrp="1"/>
          </p:cNvSpPr>
          <p:nvPr>
            <p:ph type="title"/>
          </p:nvPr>
        </p:nvSpPr>
        <p:spPr>
          <a:xfrm>
            <a:off x="609599" y="1"/>
            <a:ext cx="10912511" cy="1209524"/>
          </a:xfrm>
        </p:spPr>
        <p:txBody>
          <a:bodyPr/>
          <a:lstStyle/>
          <a:p>
            <a:r>
              <a:rPr lang="en-US" dirty="0"/>
              <a:t>Objectives and Status</a:t>
            </a:r>
          </a:p>
        </p:txBody>
      </p:sp>
      <p:sp>
        <p:nvSpPr>
          <p:cNvPr id="4" name="Text Placeholder 2">
            <a:extLst>
              <a:ext uri="{FF2B5EF4-FFF2-40B4-BE49-F238E27FC236}">
                <a16:creationId xmlns:a16="http://schemas.microsoft.com/office/drawing/2014/main" id="{927D177F-2F8E-A4AE-3162-6A2EAC78E483}"/>
              </a:ext>
            </a:extLst>
          </p:cNvPr>
          <p:cNvSpPr>
            <a:spLocks noGrp="1"/>
          </p:cNvSpPr>
          <p:nvPr>
            <p:ph type="body" sz="quarter" idx="10"/>
          </p:nvPr>
        </p:nvSpPr>
        <p:spPr>
          <a:xfrm>
            <a:off x="609601" y="1499810"/>
            <a:ext cx="10826751" cy="4829025"/>
          </a:xfrm>
        </p:spPr>
        <p:txBody>
          <a:bodyPr>
            <a:normAutofit fontScale="85000" lnSpcReduction="10000"/>
          </a:bodyPr>
          <a:lstStyle/>
          <a:p>
            <a:r>
              <a:rPr lang="en-US" dirty="0"/>
              <a:t>Supporting contributions of survival data/analysis/paper complete</a:t>
            </a:r>
          </a:p>
          <a:p>
            <a:pPr lvl="1"/>
            <a:r>
              <a:rPr lang="en-US" sz="2133" dirty="0"/>
              <a:t>UTK Research Report published, journal manuscript about to be submitted</a:t>
            </a:r>
          </a:p>
          <a:p>
            <a:pPr lvl="1"/>
            <a:r>
              <a:rPr lang="en-US" sz="2133" dirty="0"/>
              <a:t>Team has proposed research extensions (unfunded)</a:t>
            </a:r>
          </a:p>
          <a:p>
            <a:pPr lvl="1"/>
            <a:r>
              <a:rPr lang="en-US" sz="2133" dirty="0"/>
              <a:t>Some additional analyses and preliminary results on vehicle ages and sales also available</a:t>
            </a:r>
          </a:p>
          <a:p>
            <a:r>
              <a:rPr lang="en-US" dirty="0"/>
              <a:t>Remaining objective:</a:t>
            </a:r>
          </a:p>
          <a:p>
            <a:pPr lvl="1"/>
            <a:r>
              <a:rPr lang="en-US" dirty="0"/>
              <a:t>Implement new theory and data on regional LDV survival curves to better represent the used vehicle market and overall stock at a granular level in TEMPO</a:t>
            </a:r>
          </a:p>
          <a:p>
            <a:r>
              <a:rPr lang="en-US" dirty="0"/>
              <a:t>Milestone: </a:t>
            </a:r>
          </a:p>
          <a:p>
            <a:pPr lvl="1"/>
            <a:r>
              <a:rPr lang="en-US" dirty="0"/>
              <a:t>Explain implications of modeling enhancements on national and subnational stock modeling, result consistency, and future applicable analyses e.g. new technology adoption.</a:t>
            </a:r>
          </a:p>
        </p:txBody>
      </p:sp>
    </p:spTree>
    <p:extLst>
      <p:ext uri="{BB962C8B-B14F-4D97-AF65-F5344CB8AC3E}">
        <p14:creationId xmlns:p14="http://schemas.microsoft.com/office/powerpoint/2010/main" val="321268020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759D1-E782-2C71-37EB-B71CE67740F9}"/>
              </a:ext>
            </a:extLst>
          </p:cNvPr>
          <p:cNvSpPr>
            <a:spLocks noGrp="1"/>
          </p:cNvSpPr>
          <p:nvPr>
            <p:ph type="title"/>
          </p:nvPr>
        </p:nvSpPr>
        <p:spPr/>
        <p:txBody>
          <a:bodyPr/>
          <a:lstStyle/>
          <a:p>
            <a:r>
              <a:rPr lang="en-US" dirty="0"/>
              <a:t>Objectives and Status</a:t>
            </a:r>
          </a:p>
        </p:txBody>
      </p:sp>
      <p:sp>
        <p:nvSpPr>
          <p:cNvPr id="5" name="Text Placeholder 4">
            <a:extLst>
              <a:ext uri="{FF2B5EF4-FFF2-40B4-BE49-F238E27FC236}">
                <a16:creationId xmlns:a16="http://schemas.microsoft.com/office/drawing/2014/main" id="{44B782B9-6F1E-3330-C245-17F2FE5D44B4}"/>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3151237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08CD-ECE7-80EE-AB9F-E108E66B98CD}"/>
              </a:ext>
            </a:extLst>
          </p:cNvPr>
          <p:cNvSpPr>
            <a:spLocks noGrp="1"/>
          </p:cNvSpPr>
          <p:nvPr>
            <p:ph type="title"/>
          </p:nvPr>
        </p:nvSpPr>
        <p:spPr/>
        <p:txBody>
          <a:bodyPr/>
          <a:lstStyle/>
          <a:p>
            <a:r>
              <a:rPr lang="en-US" dirty="0"/>
              <a:t>Advancing the state of the art</a:t>
            </a:r>
          </a:p>
        </p:txBody>
      </p:sp>
      <p:sp>
        <p:nvSpPr>
          <p:cNvPr id="3" name="Text Placeholder 2">
            <a:extLst>
              <a:ext uri="{FF2B5EF4-FFF2-40B4-BE49-F238E27FC236}">
                <a16:creationId xmlns:a16="http://schemas.microsoft.com/office/drawing/2014/main" id="{0850CDE3-497F-2920-03FE-7B29F1DC7C6B}"/>
              </a:ext>
            </a:extLst>
          </p:cNvPr>
          <p:cNvSpPr>
            <a:spLocks noGrp="1"/>
          </p:cNvSpPr>
          <p:nvPr>
            <p:ph type="body" sz="quarter" idx="10"/>
          </p:nvPr>
        </p:nvSpPr>
        <p:spPr>
          <a:xfrm>
            <a:off x="609601" y="1499810"/>
            <a:ext cx="10826751" cy="5358191"/>
          </a:xfrm>
        </p:spPr>
        <p:txBody>
          <a:bodyPr>
            <a:normAutofit fontScale="85000" lnSpcReduction="20000"/>
          </a:bodyPr>
          <a:lstStyle/>
          <a:p>
            <a:pPr fontAlgn="base"/>
            <a:r>
              <a:rPr lang="en-US" dirty="0"/>
              <a:t>Current state of the art: </a:t>
            </a:r>
          </a:p>
          <a:p>
            <a:pPr lvl="1" fontAlgn="base"/>
            <a:r>
              <a:rPr lang="en-US" dirty="0"/>
              <a:t>Survival is exclusively modeled nationally in peer-reviewed literature and energy-economy models*</a:t>
            </a:r>
          </a:p>
          <a:p>
            <a:pPr lvl="1" fontAlgn="base"/>
            <a:r>
              <a:rPr lang="en-US" dirty="0"/>
              <a:t>* In the latest EIA NEMS model and AEO 2025, EIA derived and implemented regional survival curves, but without documentation and without vetting of theory and data</a:t>
            </a:r>
          </a:p>
          <a:p>
            <a:pPr fontAlgn="base"/>
            <a:endParaRPr lang="en-US" dirty="0"/>
          </a:p>
          <a:p>
            <a:pPr fontAlgn="base"/>
            <a:r>
              <a:rPr lang="en-US" dirty="0"/>
              <a:t>Anticipated &amp; desired improvements in modeling results: </a:t>
            </a:r>
          </a:p>
          <a:p>
            <a:pPr lvl="1" fontAlgn="base"/>
            <a:r>
              <a:rPr lang="en-US" dirty="0"/>
              <a:t>Represent &amp; maintain existing vehicle age distributions within subnational regions</a:t>
            </a:r>
          </a:p>
          <a:p>
            <a:pPr lvl="1" fontAlgn="base"/>
            <a:r>
              <a:rPr lang="en-US" dirty="0"/>
              <a:t>Predict regional vehicle survival and sales, with implications on technology adoption</a:t>
            </a:r>
          </a:p>
          <a:p>
            <a:pPr fontAlgn="base"/>
            <a:endParaRPr lang="en-US" dirty="0"/>
          </a:p>
          <a:p>
            <a:pPr fontAlgn="base"/>
            <a:r>
              <a:rPr lang="en-US" dirty="0"/>
              <a:t>Anticipated issues &amp; risks: </a:t>
            </a:r>
          </a:p>
          <a:p>
            <a:pPr lvl="1" fontAlgn="base"/>
            <a:r>
              <a:rPr lang="en-US" dirty="0"/>
              <a:t>Potential inconsistencies in national &amp; subnational vehicle stock totals</a:t>
            </a:r>
          </a:p>
          <a:p>
            <a:pPr lvl="2" fontAlgn="base"/>
            <a:r>
              <a:rPr lang="en-US" dirty="0"/>
              <a:t>In the case of negative survival, vehicles start appearing into the stock (rather than disappear from fixed tracked quantities)</a:t>
            </a:r>
          </a:p>
          <a:p>
            <a:pPr lvl="1" fontAlgn="base"/>
            <a:r>
              <a:rPr lang="en-US" dirty="0"/>
              <a:t>Scarce data on EV-specific survival/movement; risk of inappropriate application</a:t>
            </a:r>
          </a:p>
          <a:p>
            <a:pPr lvl="1" fontAlgn="base"/>
            <a:r>
              <a:rPr lang="en-US" dirty="0"/>
              <a:t>Inability to distinguish vehicle movements vs. true scrappage variation between areas, which could lead to inappropriate extrapolation of temporary trends</a:t>
            </a:r>
          </a:p>
          <a:p>
            <a:pPr lvl="2" fontAlgn="base"/>
            <a:r>
              <a:rPr lang="en-US" dirty="0"/>
              <a:t>No data and theory available to model vehicle movements/transfers between regions</a:t>
            </a:r>
          </a:p>
          <a:p>
            <a:pPr lvl="1" fontAlgn="base"/>
            <a:endParaRPr lang="en-US" dirty="0"/>
          </a:p>
          <a:p>
            <a:endParaRPr lang="en-US" dirty="0"/>
          </a:p>
        </p:txBody>
      </p:sp>
    </p:spTree>
    <p:extLst>
      <p:ext uri="{BB962C8B-B14F-4D97-AF65-F5344CB8AC3E}">
        <p14:creationId xmlns:p14="http://schemas.microsoft.com/office/powerpoint/2010/main" val="30646147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0860B-1B0E-DE8E-EF8C-B53F1C3C8C0B}"/>
              </a:ext>
            </a:extLst>
          </p:cNvPr>
          <p:cNvSpPr>
            <a:spLocks noGrp="1"/>
          </p:cNvSpPr>
          <p:nvPr>
            <p:ph type="title"/>
          </p:nvPr>
        </p:nvSpPr>
        <p:spPr/>
        <p:txBody>
          <a:bodyPr>
            <a:normAutofit fontScale="90000"/>
          </a:bodyPr>
          <a:lstStyle/>
          <a:p>
            <a:r>
              <a:rPr lang="en-US" dirty="0"/>
              <a:t>With remaining budget, plan is to…</a:t>
            </a:r>
          </a:p>
        </p:txBody>
      </p:sp>
      <p:sp>
        <p:nvSpPr>
          <p:cNvPr id="3" name="Text Placeholder 2">
            <a:extLst>
              <a:ext uri="{FF2B5EF4-FFF2-40B4-BE49-F238E27FC236}">
                <a16:creationId xmlns:a16="http://schemas.microsoft.com/office/drawing/2014/main" id="{B5715896-084A-729F-5180-58DFB29ED4B7}"/>
              </a:ext>
            </a:extLst>
          </p:cNvPr>
          <p:cNvSpPr>
            <a:spLocks noGrp="1"/>
          </p:cNvSpPr>
          <p:nvPr>
            <p:ph type="body" sz="quarter" idx="10"/>
          </p:nvPr>
        </p:nvSpPr>
        <p:spPr>
          <a:xfrm>
            <a:off x="609601" y="1499810"/>
            <a:ext cx="10826751" cy="5358191"/>
          </a:xfrm>
        </p:spPr>
        <p:txBody>
          <a:bodyPr>
            <a:normAutofit fontScale="92500" lnSpcReduction="10000"/>
          </a:bodyPr>
          <a:lstStyle/>
          <a:p>
            <a:pPr marL="0" indent="0">
              <a:buNone/>
            </a:pPr>
            <a:r>
              <a:rPr lang="en-US" dirty="0"/>
              <a:t>First-cut application of regional survival curves</a:t>
            </a:r>
          </a:p>
          <a:p>
            <a:r>
              <a:rPr lang="en-US" dirty="0"/>
              <a:t>Run TEMPO for 50 states or ~3000 counties, with regional initial stocks and with national and regional survival curves</a:t>
            </a:r>
          </a:p>
          <a:p>
            <a:pPr lvl="1"/>
            <a:r>
              <a:rPr lang="en-US" dirty="0"/>
              <a:t>Reduce or increase vehicle stocks by age according to regional survival curve (including negative net survival)</a:t>
            </a:r>
          </a:p>
          <a:p>
            <a:pPr lvl="2"/>
            <a:r>
              <a:rPr lang="en-US" dirty="0"/>
              <a:t>Naïvely reduce/increase uniformly across powertrain types</a:t>
            </a:r>
          </a:p>
          <a:p>
            <a:pPr lvl="2"/>
            <a:r>
              <a:rPr lang="en-US" dirty="0"/>
              <a:t>Assume BEVs follow same survival rates</a:t>
            </a:r>
          </a:p>
          <a:p>
            <a:r>
              <a:rPr lang="en-US" dirty="0"/>
              <a:t>Observe regional and aggregate sales and stock-age distributions; compare with TEMPO national run results</a:t>
            </a:r>
          </a:p>
          <a:p>
            <a:r>
              <a:rPr lang="en-US" dirty="0"/>
              <a:t>Compare with EIA NEMS implementation</a:t>
            </a:r>
          </a:p>
          <a:p>
            <a:r>
              <a:rPr lang="en-US" dirty="0"/>
              <a:t>Describe results, assess progress, explain limitations &amp; future applicability</a:t>
            </a:r>
          </a:p>
          <a:p>
            <a:r>
              <a:rPr lang="en-US" dirty="0"/>
              <a:t>Propose alternative data structures, parameterization, and assumptions to address limitations</a:t>
            </a:r>
          </a:p>
          <a:p>
            <a:pPr marL="0" indent="0">
              <a:buNone/>
            </a:pPr>
            <a:endParaRPr lang="en-US" dirty="0"/>
          </a:p>
          <a:p>
            <a:endParaRPr lang="en-US" dirty="0"/>
          </a:p>
        </p:txBody>
      </p:sp>
    </p:spTree>
    <p:extLst>
      <p:ext uri="{BB962C8B-B14F-4D97-AF65-F5344CB8AC3E}">
        <p14:creationId xmlns:p14="http://schemas.microsoft.com/office/powerpoint/2010/main" val="16375770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B2F373-415D-49D4-A916-4177B18BF039}"/>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89CDDFA3-BA7F-28A0-D02F-F850DEE4239F}"/>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160074941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Custom 10">
      <a:dk1>
        <a:srgbClr val="333333"/>
      </a:dk1>
      <a:lt1>
        <a:srgbClr val="FFFFFF"/>
      </a:lt1>
      <a:dk2>
        <a:srgbClr val="FFC425"/>
      </a:dk2>
      <a:lt2>
        <a:srgbClr val="8DC63F"/>
      </a:lt2>
      <a:accent1>
        <a:srgbClr val="0079C1"/>
      </a:accent1>
      <a:accent2>
        <a:srgbClr val="00A4E4"/>
      </a:accent2>
      <a:accent3>
        <a:srgbClr val="F6A01A"/>
      </a:accent3>
      <a:accent4>
        <a:srgbClr val="5E9732"/>
      </a:accent4>
      <a:accent5>
        <a:srgbClr val="933C06"/>
      </a:accent5>
      <a:accent6>
        <a:srgbClr val="6A737B"/>
      </a:accent6>
      <a:hlink>
        <a:srgbClr val="0079C1"/>
      </a:hlink>
      <a:folHlink>
        <a:srgbClr val="00A4E4"/>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16-9-presentation-2019" id="{E8A68D52-70D5-1F45-9E2B-50DC26CDF849}" vid="{0CCD6724-4B42-BC4D-AA89-F63B9FDE5D3F}"/>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95965d95-ecc0-4720-b759-1f33c42ed7da}" enabled="1" method="Standard" siteId="{a0f29d7e-28cd-4f54-8442-7885aee7c080}" contentBits="0" removed="0"/>
</clbl:labelList>
</file>

<file path=docProps/app.xml><?xml version="1.0" encoding="utf-8"?>
<Properties xmlns="http://schemas.openxmlformats.org/officeDocument/2006/extended-properties" xmlns:vt="http://schemas.openxmlformats.org/officeDocument/2006/docPropsVTypes">
  <TotalTime>12130</TotalTime>
  <Words>874</Words>
  <Application>Microsoft Office PowerPoint</Application>
  <PresentationFormat>Widescreen</PresentationFormat>
  <Paragraphs>77</Paragraphs>
  <Slides>8</Slides>
  <Notes>3</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8</vt:i4>
      </vt:variant>
    </vt:vector>
  </HeadingPairs>
  <TitlesOfParts>
    <vt:vector size="17" baseType="lpstr">
      <vt:lpstr>-apple-system</vt:lpstr>
      <vt:lpstr>Aptos</vt:lpstr>
      <vt:lpstr>Aptos Display</vt:lpstr>
      <vt:lpstr>Arial</vt:lpstr>
      <vt:lpstr>Calibri</vt:lpstr>
      <vt:lpstr>Segoe UI</vt:lpstr>
      <vt:lpstr>Times New Roman</vt:lpstr>
      <vt:lpstr>Office Theme</vt:lpstr>
      <vt:lpstr>1_Office Theme</vt:lpstr>
      <vt:lpstr>PowerPoint Presentation</vt:lpstr>
      <vt:lpstr>Disproportionate ownership of new vehicles and EVs by high-income households</vt:lpstr>
      <vt:lpstr>EV diffusion depends on both  sales share and new sales</vt:lpstr>
      <vt:lpstr>Objectives and Status</vt:lpstr>
      <vt:lpstr>Objectives and Status</vt:lpstr>
      <vt:lpstr>Advancing the state of the art</vt:lpstr>
      <vt:lpstr>With remaining budget, plan is to…</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Yip, Arthur</dc:creator>
  <cp:lastModifiedBy>Yip, Arthur</cp:lastModifiedBy>
  <cp:revision>1</cp:revision>
  <dcterms:created xsi:type="dcterms:W3CDTF">2025-06-27T16:51:39Z</dcterms:created>
  <dcterms:modified xsi:type="dcterms:W3CDTF">2025-10-17T23:06:37Z</dcterms:modified>
</cp:coreProperties>
</file>