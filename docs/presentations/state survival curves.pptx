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bookmarkIdSeed="2">
  <p:sldMasterIdLst>
    <p:sldMasterId id="2147483935" r:id="rId1"/>
    <p:sldMasterId id="2147483967" r:id="rId2"/>
    <p:sldMasterId id="2147483970" r:id="rId3"/>
  </p:sldMasterIdLst>
  <p:notesMasterIdLst>
    <p:notesMasterId r:id="rId9"/>
  </p:notesMasterIdLst>
  <p:handoutMasterIdLst>
    <p:handoutMasterId r:id="rId10"/>
  </p:handoutMasterIdLst>
  <p:sldIdLst>
    <p:sldId id="2147469121" r:id="rId4"/>
    <p:sldId id="2147481345" r:id="rId5"/>
    <p:sldId id="2147481347" r:id="rId6"/>
    <p:sldId id="2147481346" r:id="rId7"/>
    <p:sldId id="2147481348" r:id="rId8"/>
  </p:sldIdLst>
  <p:sldSz cx="12192000" cy="68580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4181" userDrawn="1">
          <p15:clr>
            <a:srgbClr val="A4A3A4"/>
          </p15:clr>
        </p15:guide>
        <p15:guide id="2" pos="1812" userDrawn="1">
          <p15:clr>
            <a:srgbClr val="A4A3A4"/>
          </p15:clr>
        </p15:guide>
        <p15:guide id="3" pos="5120" userDrawn="1">
          <p15:clr>
            <a:srgbClr val="A4A3A4"/>
          </p15:clr>
        </p15:guide>
        <p15:guide id="4" pos="264" userDrawn="1">
          <p15:clr>
            <a:srgbClr val="A4A3A4"/>
          </p15:clr>
        </p15:guide>
        <p15:guide id="5" pos="7445" userDrawn="1">
          <p15:clr>
            <a:srgbClr val="A4A3A4"/>
          </p15:clr>
        </p15:guide>
        <p15:guide id="6" pos="5472" userDrawn="1">
          <p15:clr>
            <a:srgbClr val="A4A3A4"/>
          </p15:clr>
        </p15:guide>
        <p15:guide id="7" pos="718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orient="horz" pos="1882">
          <p15:clr>
            <a:srgbClr val="A4A3A4"/>
          </p15:clr>
        </p15:guide>
        <p15:guide id="3" pos="22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7E59"/>
    <a:srgbClr val="CCFFCC"/>
    <a:srgbClr val="A2EFD8"/>
    <a:srgbClr val="84B641"/>
    <a:srgbClr val="D0A0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310" autoAdjust="0"/>
    <p:restoredTop sz="96327" autoAdjust="0"/>
  </p:normalViewPr>
  <p:slideViewPr>
    <p:cSldViewPr snapToGrid="0" showGuides="1">
      <p:cViewPr varScale="1">
        <p:scale>
          <a:sx n="123" d="100"/>
          <a:sy n="123" d="100"/>
        </p:scale>
        <p:origin x="1096" y="192"/>
      </p:cViewPr>
      <p:guideLst>
        <p:guide orient="horz" pos="4181"/>
        <p:guide pos="1812"/>
        <p:guide pos="5120"/>
        <p:guide pos="264"/>
        <p:guide pos="7445"/>
        <p:guide pos="5472"/>
        <p:guide pos="7189"/>
      </p:guideLst>
    </p:cSldViewPr>
  </p:slideViewPr>
  <p:outlineViewPr>
    <p:cViewPr>
      <p:scale>
        <a:sx n="33" d="100"/>
        <a:sy n="33" d="100"/>
      </p:scale>
      <p:origin x="0" y="-36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>
        <p:scale>
          <a:sx n="75" d="100"/>
          <a:sy n="75" d="100"/>
        </p:scale>
        <p:origin x="-792" y="-48"/>
      </p:cViewPr>
      <p:guideLst>
        <p:guide orient="horz" pos="2928"/>
        <p:guide orient="horz" pos="1882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commentAuthors" Target="commentAuthors.xml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n, Ruixiao" userId="321cc422-f2c5-442e-8b6c-7a2cde537052" providerId="ADAL" clId="{28E89638-8265-5112-AB2E-D75BB59A3E60}"/>
    <pc:docChg chg="undo custSel addSld delSld modSld sldOrd delMainMaster">
      <pc:chgData name="Sun, Ruixiao" userId="321cc422-f2c5-442e-8b6c-7a2cde537052" providerId="ADAL" clId="{28E89638-8265-5112-AB2E-D75BB59A3E60}" dt="2026-02-13T20:59:04.209" v="1108" actId="2696"/>
      <pc:docMkLst>
        <pc:docMk/>
      </pc:docMkLst>
      <pc:sldChg chg="add del">
        <pc:chgData name="Sun, Ruixiao" userId="321cc422-f2c5-442e-8b6c-7a2cde537052" providerId="ADAL" clId="{28E89638-8265-5112-AB2E-D75BB59A3E60}" dt="2026-02-13T20:55:54.725" v="1066" actId="2696"/>
        <pc:sldMkLst>
          <pc:docMk/>
          <pc:sldMk cId="1832300236" sldId="263"/>
        </pc:sldMkLst>
      </pc:sldChg>
      <pc:sldChg chg="add del">
        <pc:chgData name="Sun, Ruixiao" userId="321cc422-f2c5-442e-8b6c-7a2cde537052" providerId="ADAL" clId="{28E89638-8265-5112-AB2E-D75BB59A3E60}" dt="2026-02-13T20:55:54.237" v="1065" actId="2696"/>
        <pc:sldMkLst>
          <pc:docMk/>
          <pc:sldMk cId="2726687532" sldId="369"/>
        </pc:sldMkLst>
      </pc:sldChg>
      <pc:sldChg chg="add del">
        <pc:chgData name="Sun, Ruixiao" userId="321cc422-f2c5-442e-8b6c-7a2cde537052" providerId="ADAL" clId="{28E89638-8265-5112-AB2E-D75BB59A3E60}" dt="2026-02-13T20:55:56.359" v="1067" actId="2696"/>
        <pc:sldMkLst>
          <pc:docMk/>
          <pc:sldMk cId="3583188648" sldId="390"/>
        </pc:sldMkLst>
      </pc:sldChg>
      <pc:sldChg chg="add del">
        <pc:chgData name="Sun, Ruixiao" userId="321cc422-f2c5-442e-8b6c-7a2cde537052" providerId="ADAL" clId="{28E89638-8265-5112-AB2E-D75BB59A3E60}" dt="2026-02-13T20:59:03.764" v="1107" actId="2696"/>
        <pc:sldMkLst>
          <pc:docMk/>
          <pc:sldMk cId="328018184" sldId="394"/>
        </pc:sldMkLst>
      </pc:sldChg>
      <pc:sldChg chg="modSp add del mod">
        <pc:chgData name="Sun, Ruixiao" userId="321cc422-f2c5-442e-8b6c-7a2cde537052" providerId="ADAL" clId="{28E89638-8265-5112-AB2E-D75BB59A3E60}" dt="2026-02-13T20:57:04.268" v="1105" actId="2696"/>
        <pc:sldMkLst>
          <pc:docMk/>
          <pc:sldMk cId="3791591323" sldId="732"/>
        </pc:sldMkLst>
      </pc:sldChg>
      <pc:sldChg chg="modSp del mod modShow">
        <pc:chgData name="Sun, Ruixiao" userId="321cc422-f2c5-442e-8b6c-7a2cde537052" providerId="ADAL" clId="{28E89638-8265-5112-AB2E-D75BB59A3E60}" dt="2026-02-13T20:55:35.015" v="1044" actId="2696"/>
        <pc:sldMkLst>
          <pc:docMk/>
          <pc:sldMk cId="31348081" sldId="734"/>
        </pc:sldMkLst>
      </pc:sldChg>
      <pc:sldChg chg="addSp delSp modSp mod">
        <pc:chgData name="Sun, Ruixiao" userId="321cc422-f2c5-442e-8b6c-7a2cde537052" providerId="ADAL" clId="{28E89638-8265-5112-AB2E-D75BB59A3E60}" dt="2026-02-13T20:56:54.435" v="1104" actId="20577"/>
        <pc:sldMkLst>
          <pc:docMk/>
          <pc:sldMk cId="2798031379" sldId="2147469121"/>
        </pc:sldMkLst>
        <pc:spChg chg="add del mod">
          <ac:chgData name="Sun, Ruixiao" userId="321cc422-f2c5-442e-8b6c-7a2cde537052" providerId="ADAL" clId="{28E89638-8265-5112-AB2E-D75BB59A3E60}" dt="2026-02-13T20:56:32.214" v="1088" actId="478"/>
          <ac:spMkLst>
            <pc:docMk/>
            <pc:sldMk cId="2798031379" sldId="2147469121"/>
            <ac:spMk id="3" creationId="{B1FBBAD4-AE2A-6910-7A88-CCC4453D01BF}"/>
          </ac:spMkLst>
        </pc:spChg>
        <pc:spChg chg="mod">
          <ac:chgData name="Sun, Ruixiao" userId="321cc422-f2c5-442e-8b6c-7a2cde537052" providerId="ADAL" clId="{28E89638-8265-5112-AB2E-D75BB59A3E60}" dt="2026-02-13T20:56:54.435" v="1104" actId="20577"/>
          <ac:spMkLst>
            <pc:docMk/>
            <pc:sldMk cId="2798031379" sldId="2147469121"/>
            <ac:spMk id="7" creationId="{23840813-7735-7870-4954-E123BBC3581B}"/>
          </ac:spMkLst>
        </pc:spChg>
        <pc:spChg chg="mod">
          <ac:chgData name="Sun, Ruixiao" userId="321cc422-f2c5-442e-8b6c-7a2cde537052" providerId="ADAL" clId="{28E89638-8265-5112-AB2E-D75BB59A3E60}" dt="2026-02-13T20:56:18.221" v="1086" actId="20577"/>
          <ac:spMkLst>
            <pc:docMk/>
            <pc:sldMk cId="2798031379" sldId="2147469121"/>
            <ac:spMk id="8" creationId="{C5A09B5E-ED3D-E267-C2B3-397E9F9313D4}"/>
          </ac:spMkLst>
        </pc:spChg>
        <pc:spChg chg="mod">
          <ac:chgData name="Sun, Ruixiao" userId="321cc422-f2c5-442e-8b6c-7a2cde537052" providerId="ADAL" clId="{28E89638-8265-5112-AB2E-D75BB59A3E60}" dt="2026-02-03T21:17:58.696" v="1015" actId="20577"/>
          <ac:spMkLst>
            <pc:docMk/>
            <pc:sldMk cId="2798031379" sldId="2147469121"/>
            <ac:spMk id="9" creationId="{933B72BE-DF92-8C37-10D1-23ABA95F1B0F}"/>
          </ac:spMkLst>
        </pc:spChg>
        <pc:spChg chg="del">
          <ac:chgData name="Sun, Ruixiao" userId="321cc422-f2c5-442e-8b6c-7a2cde537052" providerId="ADAL" clId="{28E89638-8265-5112-AB2E-D75BB59A3E60}" dt="2026-02-13T20:56:21.408" v="1087" actId="478"/>
          <ac:spMkLst>
            <pc:docMk/>
            <pc:sldMk cId="2798031379" sldId="2147469121"/>
            <ac:spMk id="11" creationId="{8FD0E904-04A7-3517-9C7C-56A69D9D6CB5}"/>
          </ac:spMkLst>
        </pc:spChg>
      </pc:sldChg>
      <pc:sldChg chg="del">
        <pc:chgData name="Sun, Ruixiao" userId="321cc422-f2c5-442e-8b6c-7a2cde537052" providerId="ADAL" clId="{28E89638-8265-5112-AB2E-D75BB59A3E60}" dt="2026-02-13T20:55:35.756" v="1048" actId="2696"/>
        <pc:sldMkLst>
          <pc:docMk/>
          <pc:sldMk cId="1823480608" sldId="2147469122"/>
        </pc:sldMkLst>
      </pc:sldChg>
      <pc:sldChg chg="addSp modSp add del mod">
        <pc:chgData name="Sun, Ruixiao" userId="321cc422-f2c5-442e-8b6c-7a2cde537052" providerId="ADAL" clId="{28E89638-8265-5112-AB2E-D75BB59A3E60}" dt="2026-02-13T20:59:03.222" v="1106" actId="2696"/>
        <pc:sldMkLst>
          <pc:docMk/>
          <pc:sldMk cId="4218871284" sldId="2147469125"/>
        </pc:sldMkLst>
      </pc:sldChg>
      <pc:sldChg chg="modSp del mod">
        <pc:chgData name="Sun, Ruixiao" userId="321cc422-f2c5-442e-8b6c-7a2cde537052" providerId="ADAL" clId="{28E89638-8265-5112-AB2E-D75BB59A3E60}" dt="2026-02-13T20:55:35.221" v="1045" actId="2696"/>
        <pc:sldMkLst>
          <pc:docMk/>
          <pc:sldMk cId="1235093073" sldId="2147469129"/>
        </pc:sldMkLst>
      </pc:sldChg>
      <pc:sldChg chg="del">
        <pc:chgData name="Sun, Ruixiao" userId="321cc422-f2c5-442e-8b6c-7a2cde537052" providerId="ADAL" clId="{28E89638-8265-5112-AB2E-D75BB59A3E60}" dt="2026-02-13T20:55:35.938" v="1049" actId="2696"/>
        <pc:sldMkLst>
          <pc:docMk/>
          <pc:sldMk cId="1964470318" sldId="2147469209"/>
        </pc:sldMkLst>
      </pc:sldChg>
      <pc:sldChg chg="modSp del mod">
        <pc:chgData name="Sun, Ruixiao" userId="321cc422-f2c5-442e-8b6c-7a2cde537052" providerId="ADAL" clId="{28E89638-8265-5112-AB2E-D75BB59A3E60}" dt="2026-02-13T20:55:36.177" v="1050" actId="2696"/>
        <pc:sldMkLst>
          <pc:docMk/>
          <pc:sldMk cId="3054502009" sldId="2147469211"/>
        </pc:sldMkLst>
      </pc:sldChg>
      <pc:sldChg chg="del">
        <pc:chgData name="Sun, Ruixiao" userId="321cc422-f2c5-442e-8b6c-7a2cde537052" providerId="ADAL" clId="{28E89638-8265-5112-AB2E-D75BB59A3E60}" dt="2026-02-13T20:55:35.435" v="1046" actId="2696"/>
        <pc:sldMkLst>
          <pc:docMk/>
          <pc:sldMk cId="3816806852" sldId="2147481341"/>
        </pc:sldMkLst>
      </pc:sldChg>
      <pc:sldChg chg="del">
        <pc:chgData name="Sun, Ruixiao" userId="321cc422-f2c5-442e-8b6c-7a2cde537052" providerId="ADAL" clId="{28E89638-8265-5112-AB2E-D75BB59A3E60}" dt="2026-02-13T20:55:35.568" v="1047" actId="2696"/>
        <pc:sldMkLst>
          <pc:docMk/>
          <pc:sldMk cId="2369040085" sldId="2147481342"/>
        </pc:sldMkLst>
      </pc:sldChg>
      <pc:sldChg chg="addSp modSp add del mod">
        <pc:chgData name="Sun, Ruixiao" userId="321cc422-f2c5-442e-8b6c-7a2cde537052" providerId="ADAL" clId="{28E89638-8265-5112-AB2E-D75BB59A3E60}" dt="2026-02-13T20:55:38.984" v="1058" actId="2696"/>
        <pc:sldMkLst>
          <pc:docMk/>
          <pc:sldMk cId="2025863265" sldId="2147481345"/>
        </pc:sldMkLst>
        <pc:spChg chg="add mod">
          <ac:chgData name="Sun, Ruixiao" userId="321cc422-f2c5-442e-8b6c-7a2cde537052" providerId="ADAL" clId="{28E89638-8265-5112-AB2E-D75BB59A3E60}" dt="2026-02-03T19:35:08.458" v="324" actId="1076"/>
          <ac:spMkLst>
            <pc:docMk/>
            <pc:sldMk cId="2025863265" sldId="2147481345"/>
            <ac:spMk id="2" creationId="{0580E10E-FA20-ED10-28E6-CA961305EF10}"/>
          </ac:spMkLst>
        </pc:spChg>
        <pc:spChg chg="add mod">
          <ac:chgData name="Sun, Ruixiao" userId="321cc422-f2c5-442e-8b6c-7a2cde537052" providerId="ADAL" clId="{28E89638-8265-5112-AB2E-D75BB59A3E60}" dt="2026-02-03T19:35:23.162" v="326" actId="1076"/>
          <ac:spMkLst>
            <pc:docMk/>
            <pc:sldMk cId="2025863265" sldId="2147481345"/>
            <ac:spMk id="3" creationId="{7261AA87-57DC-15B0-0488-9F907DC65C68}"/>
          </ac:spMkLst>
        </pc:spChg>
        <pc:spChg chg="add mod">
          <ac:chgData name="Sun, Ruixiao" userId="321cc422-f2c5-442e-8b6c-7a2cde537052" providerId="ADAL" clId="{28E89638-8265-5112-AB2E-D75BB59A3E60}" dt="2026-02-03T19:35:39.511" v="328" actId="1076"/>
          <ac:spMkLst>
            <pc:docMk/>
            <pc:sldMk cId="2025863265" sldId="2147481345"/>
            <ac:spMk id="4" creationId="{147BB20A-317E-4E46-70CB-B1CFB3554070}"/>
          </ac:spMkLst>
        </pc:spChg>
        <pc:spChg chg="add mod">
          <ac:chgData name="Sun, Ruixiao" userId="321cc422-f2c5-442e-8b6c-7a2cde537052" providerId="ADAL" clId="{28E89638-8265-5112-AB2E-D75BB59A3E60}" dt="2026-02-03T19:35:58.218" v="330" actId="1076"/>
          <ac:spMkLst>
            <pc:docMk/>
            <pc:sldMk cId="2025863265" sldId="2147481345"/>
            <ac:spMk id="6" creationId="{665A11BF-E8E3-DBF4-5D1C-6573F1FF13E5}"/>
          </ac:spMkLst>
        </pc:spChg>
      </pc:sldChg>
      <pc:sldChg chg="addSp delSp modSp mod">
        <pc:chgData name="Sun, Ruixiao" userId="321cc422-f2c5-442e-8b6c-7a2cde537052" providerId="ADAL" clId="{28E89638-8265-5112-AB2E-D75BB59A3E60}" dt="2026-02-03T19:41:02.996" v="339" actId="478"/>
        <pc:sldMkLst>
          <pc:docMk/>
          <pc:sldMk cId="4212097133" sldId="2147481346"/>
        </pc:sldMkLst>
        <pc:spChg chg="add mod">
          <ac:chgData name="Sun, Ruixiao" userId="321cc422-f2c5-442e-8b6c-7a2cde537052" providerId="ADAL" clId="{28E89638-8265-5112-AB2E-D75BB59A3E60}" dt="2026-02-03T19:40:50.155" v="338" actId="1076"/>
          <ac:spMkLst>
            <pc:docMk/>
            <pc:sldMk cId="4212097133" sldId="2147481346"/>
            <ac:spMk id="3" creationId="{01B4D30C-B61E-6622-B779-2D92FE602045}"/>
          </ac:spMkLst>
        </pc:spChg>
        <pc:spChg chg="add mod">
          <ac:chgData name="Sun, Ruixiao" userId="321cc422-f2c5-442e-8b6c-7a2cde537052" providerId="ADAL" clId="{28E89638-8265-5112-AB2E-D75BB59A3E60}" dt="2026-02-03T19:40:50.155" v="338" actId="1076"/>
          <ac:spMkLst>
            <pc:docMk/>
            <pc:sldMk cId="4212097133" sldId="2147481346"/>
            <ac:spMk id="4" creationId="{C4315747-2B48-6933-44E2-8F102479F4E2}"/>
          </ac:spMkLst>
        </pc:spChg>
        <pc:spChg chg="add mod">
          <ac:chgData name="Sun, Ruixiao" userId="321cc422-f2c5-442e-8b6c-7a2cde537052" providerId="ADAL" clId="{28E89638-8265-5112-AB2E-D75BB59A3E60}" dt="2026-02-03T19:40:50.155" v="338" actId="1076"/>
          <ac:spMkLst>
            <pc:docMk/>
            <pc:sldMk cId="4212097133" sldId="2147481346"/>
            <ac:spMk id="6" creationId="{0E9674B2-7149-7168-53D2-680636867360}"/>
          </ac:spMkLst>
        </pc:spChg>
      </pc:sldChg>
      <pc:sldChg chg="addSp modSp mod">
        <pc:chgData name="Sun, Ruixiao" userId="321cc422-f2c5-442e-8b6c-7a2cde537052" providerId="ADAL" clId="{28E89638-8265-5112-AB2E-D75BB59A3E60}" dt="2026-02-03T19:40:28.570" v="336" actId="1076"/>
        <pc:sldMkLst>
          <pc:docMk/>
          <pc:sldMk cId="1119979205" sldId="2147481347"/>
        </pc:sldMkLst>
        <pc:spChg chg="add mod">
          <ac:chgData name="Sun, Ruixiao" userId="321cc422-f2c5-442e-8b6c-7a2cde537052" providerId="ADAL" clId="{28E89638-8265-5112-AB2E-D75BB59A3E60}" dt="2026-02-03T19:40:28.570" v="336" actId="1076"/>
          <ac:spMkLst>
            <pc:docMk/>
            <pc:sldMk cId="1119979205" sldId="2147481347"/>
            <ac:spMk id="3" creationId="{47DDB14F-FF90-C18A-E67D-50F51F08F198}"/>
          </ac:spMkLst>
        </pc:spChg>
        <pc:spChg chg="add mod">
          <ac:chgData name="Sun, Ruixiao" userId="321cc422-f2c5-442e-8b6c-7a2cde537052" providerId="ADAL" clId="{28E89638-8265-5112-AB2E-D75BB59A3E60}" dt="2026-02-03T19:40:28.570" v="336" actId="1076"/>
          <ac:spMkLst>
            <pc:docMk/>
            <pc:sldMk cId="1119979205" sldId="2147481347"/>
            <ac:spMk id="4" creationId="{7BE90999-12E9-E543-7180-57016454864D}"/>
          </ac:spMkLst>
        </pc:spChg>
        <pc:spChg chg="add mod">
          <ac:chgData name="Sun, Ruixiao" userId="321cc422-f2c5-442e-8b6c-7a2cde537052" providerId="ADAL" clId="{28E89638-8265-5112-AB2E-D75BB59A3E60}" dt="2026-02-03T19:40:28.570" v="336" actId="1076"/>
          <ac:spMkLst>
            <pc:docMk/>
            <pc:sldMk cId="1119979205" sldId="2147481347"/>
            <ac:spMk id="6" creationId="{E927908F-C2C6-E90F-D66E-4642C7053B8D}"/>
          </ac:spMkLst>
        </pc:spChg>
        <pc:spChg chg="add mod">
          <ac:chgData name="Sun, Ruixiao" userId="321cc422-f2c5-442e-8b6c-7a2cde537052" providerId="ADAL" clId="{28E89638-8265-5112-AB2E-D75BB59A3E60}" dt="2026-02-03T19:40:28.570" v="336" actId="1076"/>
          <ac:spMkLst>
            <pc:docMk/>
            <pc:sldMk cId="1119979205" sldId="2147481347"/>
            <ac:spMk id="7" creationId="{ACB0651C-382D-2ED5-B458-C82552911642}"/>
          </ac:spMkLst>
        </pc:spChg>
      </pc:sldChg>
      <pc:sldChg chg="addSp delSp modSp mod">
        <pc:chgData name="Sun, Ruixiao" userId="321cc422-f2c5-442e-8b6c-7a2cde537052" providerId="ADAL" clId="{28E89638-8265-5112-AB2E-D75BB59A3E60}" dt="2026-02-03T19:36:43.679" v="334" actId="1076"/>
        <pc:sldMkLst>
          <pc:docMk/>
          <pc:sldMk cId="1553248049" sldId="2147481348"/>
        </pc:sldMkLst>
        <pc:picChg chg="add mod">
          <ac:chgData name="Sun, Ruixiao" userId="321cc422-f2c5-442e-8b6c-7a2cde537052" providerId="ADAL" clId="{28E89638-8265-5112-AB2E-D75BB59A3E60}" dt="2026-02-03T19:36:43.679" v="334" actId="1076"/>
          <ac:picMkLst>
            <pc:docMk/>
            <pc:sldMk cId="1553248049" sldId="2147481348"/>
            <ac:picMk id="2" creationId="{AE14C2BF-E676-E763-6834-9DAB29D62879}"/>
          </ac:picMkLst>
        </pc:picChg>
      </pc:sldChg>
      <pc:sldChg chg="addSp delSp modSp add del mod">
        <pc:chgData name="Sun, Ruixiao" userId="321cc422-f2c5-442e-8b6c-7a2cde537052" providerId="ADAL" clId="{28E89638-8265-5112-AB2E-D75BB59A3E60}" dt="2026-02-13T20:59:04.209" v="1108" actId="2696"/>
        <pc:sldMkLst>
          <pc:docMk/>
          <pc:sldMk cId="3249961428" sldId="2147481349"/>
        </pc:sldMkLst>
      </pc:sldChg>
      <pc:sldChg chg="addSp delSp modSp add del mod">
        <pc:chgData name="Sun, Ruixiao" userId="321cc422-f2c5-442e-8b6c-7a2cde537052" providerId="ADAL" clId="{28E89638-8265-5112-AB2E-D75BB59A3E60}" dt="2026-02-13T20:55:34.473" v="1043" actId="2696"/>
        <pc:sldMkLst>
          <pc:docMk/>
          <pc:sldMk cId="2640774370" sldId="214748135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61A6FC-215E-440C-85C1-7C5D8113132A}" type="datetimeFigureOut">
              <a:rPr lang="en-US" smtClean="0"/>
              <a:t>2/13/26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5C4BCF-1057-4162-BB32-3C91D6411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9806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762069-76AF-42C7-A5A2-4F411E37AD85}" type="datetimeFigureOut">
              <a:rPr lang="en-US" smtClean="0"/>
              <a:t>2/13/26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6BAA5A-EBA8-43FC-A55E-47642B82A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816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1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911" y="236982"/>
            <a:ext cx="11515053" cy="484748"/>
          </a:xfrm>
        </p:spPr>
        <p:txBody>
          <a:bodyPr/>
          <a:lstStyle>
            <a:lvl1pPr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224" y="1508760"/>
            <a:ext cx="11523520" cy="4195415"/>
          </a:xfrm>
        </p:spPr>
        <p:txBody>
          <a:bodyPr/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482725" indent="-222250">
              <a:buFont typeface="Arial" panose="020B0604020202020204" pitchFamily="34" charset="0"/>
              <a:buChar char="•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09220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 flipH="1">
            <a:off x="534150" y="-534659"/>
            <a:ext cx="3519399" cy="4588036"/>
          </a:xfrm>
          <a:prstGeom prst="rect">
            <a:avLst/>
          </a:prstGeom>
        </p:spPr>
      </p:pic>
      <p:sp>
        <p:nvSpPr>
          <p:cNvPr id="7" name="Freeform 13"/>
          <p:cNvSpPr>
            <a:spLocks/>
          </p:cNvSpPr>
          <p:nvPr userDrawn="1"/>
        </p:nvSpPr>
        <p:spPr bwMode="auto">
          <a:xfrm>
            <a:off x="7169685" y="0"/>
            <a:ext cx="1648884" cy="6858000"/>
          </a:xfrm>
          <a:custGeom>
            <a:avLst/>
            <a:gdLst>
              <a:gd name="T0" fmla="*/ 221 w 402"/>
              <a:gd name="T1" fmla="*/ 2166 h 2166"/>
              <a:gd name="T2" fmla="*/ 240 w 402"/>
              <a:gd name="T3" fmla="*/ 2166 h 2166"/>
              <a:gd name="T4" fmla="*/ 90 w 402"/>
              <a:gd name="T5" fmla="*/ 0 h 2166"/>
              <a:gd name="T6" fmla="*/ 0 w 402"/>
              <a:gd name="T7" fmla="*/ 0 h 2166"/>
              <a:gd name="T8" fmla="*/ 221 w 402"/>
              <a:gd name="T9" fmla="*/ 2166 h 2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2" h="2166">
                <a:moveTo>
                  <a:pt x="221" y="2166"/>
                </a:moveTo>
                <a:cubicBezTo>
                  <a:pt x="240" y="2166"/>
                  <a:pt x="240" y="2166"/>
                  <a:pt x="240" y="2166"/>
                </a:cubicBezTo>
                <a:cubicBezTo>
                  <a:pt x="240" y="2166"/>
                  <a:pt x="402" y="989"/>
                  <a:pt x="9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346" y="767"/>
                  <a:pt x="221" y="216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dist="25400" algn="l" rotWithShape="0">
              <a:schemeClr val="tx2"/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224" y="237745"/>
            <a:ext cx="6003085" cy="484748"/>
          </a:xfrm>
        </p:spPr>
        <p:txBody>
          <a:bodyPr/>
          <a:lstStyle>
            <a:lvl1pPr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86045" y="66"/>
            <a:ext cx="3905955" cy="6192917"/>
          </a:xfrm>
          <a:prstGeom prst="rect">
            <a:avLst/>
          </a:prstGeom>
        </p:spPr>
      </p:pic>
      <p:pic>
        <p:nvPicPr>
          <p:cNvPr id="16" name="Picture 9" descr="C:\Users\xnv\Desktop\png\NTRC_color.png"/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875183" y="6335096"/>
            <a:ext cx="2943527" cy="32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2109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147" y="244004"/>
            <a:ext cx="11504904" cy="48474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8867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3336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5"/>
          <p:cNvSpPr>
            <a:spLocks/>
          </p:cNvSpPr>
          <p:nvPr userDrawn="1"/>
        </p:nvSpPr>
        <p:spPr bwMode="auto">
          <a:xfrm>
            <a:off x="7573075" y="1"/>
            <a:ext cx="4618925" cy="6861871"/>
          </a:xfrm>
          <a:custGeom>
            <a:avLst/>
            <a:gdLst>
              <a:gd name="T0" fmla="*/ 149 w 1094"/>
              <a:gd name="T1" fmla="*/ 2166 h 2166"/>
              <a:gd name="T2" fmla="*/ 1094 w 1094"/>
              <a:gd name="T3" fmla="*/ 2166 h 2166"/>
              <a:gd name="T4" fmla="*/ 1094 w 1094"/>
              <a:gd name="T5" fmla="*/ 0 h 2166"/>
              <a:gd name="T6" fmla="*/ 0 w 1094"/>
              <a:gd name="T7" fmla="*/ 0 h 2166"/>
              <a:gd name="T8" fmla="*/ 149 w 1094"/>
              <a:gd name="T9" fmla="*/ 2166 h 2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94" h="2166">
                <a:moveTo>
                  <a:pt x="149" y="2166"/>
                </a:moveTo>
                <a:cubicBezTo>
                  <a:pt x="1094" y="2166"/>
                  <a:pt x="1094" y="2166"/>
                  <a:pt x="1094" y="2166"/>
                </a:cubicBezTo>
                <a:cubicBezTo>
                  <a:pt x="1094" y="0"/>
                  <a:pt x="1094" y="0"/>
                  <a:pt x="1094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304" y="816"/>
                  <a:pt x="149" y="2166"/>
                </a:cubicBezTo>
                <a:close/>
              </a:path>
            </a:pathLst>
          </a:custGeom>
          <a:solidFill>
            <a:srgbClr val="027A3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6"/>
          <p:cNvSpPr>
            <a:spLocks/>
          </p:cNvSpPr>
          <p:nvPr userDrawn="1"/>
        </p:nvSpPr>
        <p:spPr bwMode="auto">
          <a:xfrm>
            <a:off x="7169685" y="1"/>
            <a:ext cx="1697041" cy="6861871"/>
          </a:xfrm>
          <a:custGeom>
            <a:avLst/>
            <a:gdLst>
              <a:gd name="T0" fmla="*/ 221 w 402"/>
              <a:gd name="T1" fmla="*/ 2166 h 2166"/>
              <a:gd name="T2" fmla="*/ 240 w 402"/>
              <a:gd name="T3" fmla="*/ 2166 h 2166"/>
              <a:gd name="T4" fmla="*/ 90 w 402"/>
              <a:gd name="T5" fmla="*/ 0 h 2166"/>
              <a:gd name="T6" fmla="*/ 0 w 402"/>
              <a:gd name="T7" fmla="*/ 0 h 2166"/>
              <a:gd name="T8" fmla="*/ 221 w 402"/>
              <a:gd name="T9" fmla="*/ 2166 h 2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2" h="2166">
                <a:moveTo>
                  <a:pt x="221" y="2166"/>
                </a:moveTo>
                <a:cubicBezTo>
                  <a:pt x="240" y="2166"/>
                  <a:pt x="240" y="2166"/>
                  <a:pt x="240" y="2166"/>
                </a:cubicBezTo>
                <a:cubicBezTo>
                  <a:pt x="240" y="2166"/>
                  <a:pt x="402" y="989"/>
                  <a:pt x="9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347" y="767"/>
                  <a:pt x="221" y="2166"/>
                </a:cubicBezTo>
                <a:close/>
              </a:path>
            </a:pathLst>
          </a:custGeom>
          <a:solidFill>
            <a:srgbClr val="85B74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40890" y="66"/>
            <a:ext cx="3938061" cy="619291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 rotWithShape="1">
          <a:blip r:embed="rId3" cstate="screen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 flipH="1">
            <a:off x="534150" y="-534659"/>
            <a:ext cx="3519399" cy="4588036"/>
          </a:xfrm>
          <a:prstGeom prst="rect">
            <a:avLst/>
          </a:prstGeom>
        </p:spPr>
      </p:pic>
      <p:sp>
        <p:nvSpPr>
          <p:cNvPr id="8" name="AutoShape 3"/>
          <p:cNvSpPr>
            <a:spLocks noChangeAspect="1" noChangeArrowheads="1" noTextEdit="1"/>
          </p:cNvSpPr>
          <p:nvPr userDrawn="1"/>
        </p:nvSpPr>
        <p:spPr bwMode="auto">
          <a:xfrm rot="16200000">
            <a:off x="6210126" y="868053"/>
            <a:ext cx="6858002" cy="5079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268224" y="235946"/>
            <a:ext cx="5546896" cy="484748"/>
          </a:xfrm>
        </p:spPr>
        <p:txBody>
          <a:bodyPr/>
          <a:lstStyle>
            <a:lvl1pPr algn="l">
              <a:defRPr sz="3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268225" y="1761403"/>
            <a:ext cx="4340396" cy="757130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9" name="TextBox 18"/>
          <p:cNvSpPr txBox="1"/>
          <p:nvPr userDrawn="1"/>
        </p:nvSpPr>
        <p:spPr>
          <a:xfrm>
            <a:off x="281512" y="6313044"/>
            <a:ext cx="86647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dirty="0">
                <a:solidFill>
                  <a:schemeClr val="tx2"/>
                </a:solidFill>
              </a:rPr>
              <a:t>ORNL is managed by UT-Battelle for the US Department of Energy</a:t>
            </a:r>
          </a:p>
        </p:txBody>
      </p:sp>
      <p:pic>
        <p:nvPicPr>
          <p:cNvPr id="29" name="Picture 9" descr="C:\Users\xnv\Desktop\png\NTRC_color.png"/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875183" y="6335096"/>
            <a:ext cx="2943527" cy="32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84384" y="2748849"/>
            <a:ext cx="2218944" cy="1664208"/>
          </a:xfrm>
          <a:prstGeom prst="ellipse">
            <a:avLst/>
          </a:prstGeom>
          <a:solidFill>
            <a:schemeClr val="tx1"/>
          </a:solidFill>
          <a:ln w="76200">
            <a:solidFill>
              <a:schemeClr val="accent2">
                <a:alpha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46221" y="1388917"/>
            <a:ext cx="2487168" cy="1865376"/>
          </a:xfrm>
          <a:prstGeom prst="ellipse">
            <a:avLst/>
          </a:prstGeom>
          <a:solidFill>
            <a:schemeClr val="tx1"/>
          </a:solidFill>
          <a:ln w="76200">
            <a:solidFill>
              <a:schemeClr val="accent2">
                <a:alpha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43637" y="845406"/>
            <a:ext cx="2865120" cy="2148840"/>
          </a:xfrm>
          <a:prstGeom prst="ellipse">
            <a:avLst/>
          </a:prstGeom>
          <a:ln w="76200">
            <a:solidFill>
              <a:schemeClr val="accent2">
                <a:alpha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1959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911" y="236982"/>
            <a:ext cx="11515053" cy="484748"/>
          </a:xfrm>
        </p:spPr>
        <p:txBody>
          <a:bodyPr/>
          <a:lstStyle>
            <a:lvl1pPr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224" y="1508760"/>
            <a:ext cx="11523520" cy="4195415"/>
          </a:xfrm>
        </p:spPr>
        <p:txBody>
          <a:bodyPr/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482725" indent="-222250">
              <a:buFont typeface="Arial" panose="020B0604020202020204" pitchFamily="34" charset="0"/>
              <a:buChar char="•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55445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337BA4A-B024-42C0-AEE3-721B228F8259}"/>
              </a:ext>
            </a:extLst>
          </p:cNvPr>
          <p:cNvSpPr/>
          <p:nvPr userDrawn="1"/>
        </p:nvSpPr>
        <p:spPr>
          <a:xfrm>
            <a:off x="0" y="320040"/>
            <a:ext cx="274320" cy="51090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9E6EA7-E7F1-42F0-95B8-1B1A5A465AF6}"/>
              </a:ext>
            </a:extLst>
          </p:cNvPr>
          <p:cNvSpPr/>
          <p:nvPr userDrawn="1"/>
        </p:nvSpPr>
        <p:spPr>
          <a:xfrm>
            <a:off x="274320" y="320040"/>
            <a:ext cx="1412673" cy="510909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A5D040-4FD6-4BA1-AC81-B5CFF26CC6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4321" y="1074420"/>
            <a:ext cx="11334582" cy="4233245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267160" y="5343835"/>
            <a:ext cx="53848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dirty="0">
                <a:solidFill>
                  <a:schemeClr val="tx1"/>
                </a:solidFill>
                <a:latin typeface="Century Gothic" panose="020B0502020202020204" pitchFamily="34" charset="0"/>
              </a:rPr>
              <a:t>ORNL is managed by UT-Battelle, LLC for the US Department of Energy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28736" y="1388962"/>
            <a:ext cx="8678194" cy="978729"/>
          </a:xfrm>
        </p:spPr>
        <p:txBody>
          <a:bodyPr/>
          <a:lstStyle>
            <a:lvl1pPr algn="l">
              <a:defRPr sz="3200" b="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447481" y="3013455"/>
            <a:ext cx="5440514" cy="2028101"/>
          </a:xfrm>
        </p:spPr>
        <p:txBody>
          <a:bodyPr/>
          <a:lstStyle>
            <a:lvl1pPr marL="0" indent="0" algn="l">
              <a:buNone/>
              <a:defRPr sz="2000" baseline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5E99884-2636-4794-A093-0F9256951E0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129" y="456244"/>
            <a:ext cx="1088136" cy="261860"/>
          </a:xfrm>
          <a:prstGeom prst="rect">
            <a:avLst/>
          </a:prstGeom>
        </p:spPr>
      </p:pic>
      <p:sp>
        <p:nvSpPr>
          <p:cNvPr id="15" name="Freeform 7">
            <a:extLst>
              <a:ext uri="{FF2B5EF4-FFF2-40B4-BE49-F238E27FC236}">
                <a16:creationId xmlns:a16="http://schemas.microsoft.com/office/drawing/2014/main" id="{454A96CC-B6D3-471D-892D-1DBFEFBD0D12}"/>
              </a:ext>
            </a:extLst>
          </p:cNvPr>
          <p:cNvSpPr>
            <a:spLocks/>
          </p:cNvSpPr>
          <p:nvPr userDrawn="1"/>
        </p:nvSpPr>
        <p:spPr bwMode="auto">
          <a:xfrm>
            <a:off x="6096000" y="0"/>
            <a:ext cx="6096000" cy="6858000"/>
          </a:xfrm>
          <a:custGeom>
            <a:avLst/>
            <a:gdLst>
              <a:gd name="T0" fmla="*/ 3049 w 3388"/>
              <a:gd name="T1" fmla="*/ 0 h 3815"/>
              <a:gd name="T2" fmla="*/ 3049 w 3388"/>
              <a:gd name="T3" fmla="*/ 2951 h 3815"/>
              <a:gd name="T4" fmla="*/ 0 w 3388"/>
              <a:gd name="T5" fmla="*/ 2951 h 3815"/>
              <a:gd name="T6" fmla="*/ 0 w 3388"/>
              <a:gd name="T7" fmla="*/ 3815 h 3815"/>
              <a:gd name="T8" fmla="*/ 3388 w 3388"/>
              <a:gd name="T9" fmla="*/ 3815 h 3815"/>
              <a:gd name="T10" fmla="*/ 3388 w 3388"/>
              <a:gd name="T11" fmla="*/ 2969 h 3815"/>
              <a:gd name="T12" fmla="*/ 3388 w 3388"/>
              <a:gd name="T13" fmla="*/ 2951 h 3815"/>
              <a:gd name="T14" fmla="*/ 3388 w 3388"/>
              <a:gd name="T15" fmla="*/ 0 h 3815"/>
              <a:gd name="T16" fmla="*/ 3049 w 3388"/>
              <a:gd name="T17" fmla="*/ 0 h 38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388" h="3815">
                <a:moveTo>
                  <a:pt x="3049" y="0"/>
                </a:moveTo>
                <a:lnTo>
                  <a:pt x="3049" y="2951"/>
                </a:lnTo>
                <a:lnTo>
                  <a:pt x="0" y="2951"/>
                </a:lnTo>
                <a:lnTo>
                  <a:pt x="0" y="3815"/>
                </a:lnTo>
                <a:lnTo>
                  <a:pt x="3388" y="3815"/>
                </a:lnTo>
                <a:lnTo>
                  <a:pt x="3388" y="2969"/>
                </a:lnTo>
                <a:lnTo>
                  <a:pt x="3388" y="2951"/>
                </a:lnTo>
                <a:lnTo>
                  <a:pt x="3388" y="0"/>
                </a:lnTo>
                <a:lnTo>
                  <a:pt x="3049" y="0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 dirty="0">
              <a:latin typeface="+mn-lt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27030A5-C7D7-48D4-B261-45DC936EE5D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4576" y="5409488"/>
            <a:ext cx="1603756" cy="388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456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6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7" y="274320"/>
            <a:ext cx="11430000" cy="539496"/>
          </a:xfrm>
        </p:spPr>
        <p:txBody>
          <a:bodyPr/>
          <a:lstStyle>
            <a:lvl1pPr>
              <a:lnSpc>
                <a:spcPct val="90000"/>
              </a:lnSpc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055" y="1653735"/>
            <a:ext cx="11430000" cy="4047778"/>
          </a:xfrm>
        </p:spPr>
        <p:txBody>
          <a:bodyPr/>
          <a:lstStyle>
            <a:lvl1pPr marL="288925" indent="-288925">
              <a:spcBef>
                <a:spcPts val="1800"/>
              </a:spcBef>
              <a:buClr>
                <a:schemeClr val="tx1"/>
              </a:buClr>
              <a:buSzPct val="90000"/>
              <a:buFont typeface="Century Gothic" panose="020B0502020202020204" pitchFamily="34" charset="0"/>
              <a:buChar char="•"/>
              <a:defRPr lang="en-US" sz="2800" kern="1200" dirty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687388" indent="-288925">
              <a:buClr>
                <a:schemeClr val="tx1"/>
              </a:buClr>
              <a:buSzPct val="90000"/>
              <a:buFont typeface="Century Gothic" panose="020B0502020202020204" pitchFamily="34" charset="0"/>
              <a:buChar char="–"/>
              <a:defRPr>
                <a:latin typeface="+mn-lt"/>
                <a:cs typeface="Arial" panose="020B0604020202020204" pitchFamily="34" charset="0"/>
              </a:defRPr>
            </a:lvl2pPr>
            <a:lvl3pPr marL="1031875" indent="-288925">
              <a:buClr>
                <a:schemeClr val="tx1"/>
              </a:buClr>
              <a:buSzPct val="90000"/>
              <a:buFont typeface="Century Gothic" panose="020B0502020202020204" pitchFamily="34" charset="0"/>
              <a:buChar char="•"/>
              <a:defRPr>
                <a:latin typeface="+mn-lt"/>
                <a:cs typeface="Arial" panose="020B0604020202020204" pitchFamily="34" charset="0"/>
              </a:defRPr>
            </a:lvl3pPr>
            <a:lvl4pPr>
              <a:buClr>
                <a:schemeClr val="tx1"/>
              </a:buClr>
              <a:defRPr>
                <a:latin typeface="+mn-lt"/>
                <a:cs typeface="Arial" panose="020B0604020202020204" pitchFamily="34" charset="0"/>
              </a:defRPr>
            </a:lvl4pPr>
            <a:lvl5pPr marL="1482725" indent="-222250">
              <a:buClr>
                <a:schemeClr val="tx1"/>
              </a:buClr>
              <a:buFont typeface="Arial" panose="020B0604020202020204" pitchFamily="34" charset="0"/>
              <a:buChar char="•"/>
              <a:defRPr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85FFDA-509C-4548-B17D-5409853CA429}"/>
              </a:ext>
            </a:extLst>
          </p:cNvPr>
          <p:cNvSpPr/>
          <p:nvPr userDrawn="1"/>
        </p:nvSpPr>
        <p:spPr>
          <a:xfrm>
            <a:off x="0" y="320040"/>
            <a:ext cx="274320" cy="653795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D9F2534-297B-446C-B822-74E3C23864F7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-4391" y="6626132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900" smtClean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AE7B96-D2A6-4A16-9C8C-9BA017C834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3129" y="6477000"/>
            <a:ext cx="1088136" cy="261860"/>
          </a:xfrm>
          <a:prstGeom prst="rect">
            <a:avLst/>
          </a:prstGeom>
        </p:spPr>
      </p:pic>
      <p:sp>
        <p:nvSpPr>
          <p:cNvPr id="8" name="Rectangle 256">
            <a:extLst>
              <a:ext uri="{FF2B5EF4-FFF2-40B4-BE49-F238E27FC236}">
                <a16:creationId xmlns:a16="http://schemas.microsoft.com/office/drawing/2014/main" id="{6349825E-C749-4CDB-BDE4-DDAFE00D2BF9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8010282" y="6583680"/>
            <a:ext cx="3860800" cy="182562"/>
          </a:xfrm>
          <a:prstGeom prst="rect">
            <a:avLst/>
          </a:prstGeom>
          <a:ln/>
        </p:spPr>
        <p:txBody>
          <a:bodyPr anchor="ctr"/>
          <a:lstStyle/>
          <a:p>
            <a:pPr algn="r"/>
            <a:r>
              <a:rPr lang="en-US" sz="1000" dirty="0">
                <a:solidFill>
                  <a:srgbClr val="BFBFBF"/>
                </a:solidFill>
                <a:latin typeface="+mn-lt"/>
                <a:cs typeface="Arial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13947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7DAB3A-4154-42CC-B73A-07DD412DD1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401" b="-1"/>
          <a:stretch/>
        </p:blipFill>
        <p:spPr>
          <a:xfrm>
            <a:off x="6095998" y="1078992"/>
            <a:ext cx="5535025" cy="422867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679D6E9-7CB6-4816-BA71-A98C108727C8}"/>
              </a:ext>
            </a:extLst>
          </p:cNvPr>
          <p:cNvSpPr/>
          <p:nvPr userDrawn="1"/>
        </p:nvSpPr>
        <p:spPr>
          <a:xfrm>
            <a:off x="274320" y="1078992"/>
            <a:ext cx="5821680" cy="4228673"/>
          </a:xfrm>
          <a:prstGeom prst="rect">
            <a:avLst/>
          </a:prstGeom>
          <a:solidFill>
            <a:srgbClr val="CFCFCF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F2F47A-E421-4CE0-A746-76A8C436B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352479"/>
            <a:ext cx="5413469" cy="110078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6068FB31-3CF5-496E-BC0D-61D682234A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12217" y="2891883"/>
            <a:ext cx="5431021" cy="2252546"/>
          </a:xfrm>
        </p:spPr>
        <p:txBody>
          <a:bodyPr/>
          <a:lstStyle>
            <a:lvl1pPr marL="287338" indent="-287338">
              <a:buClr>
                <a:schemeClr val="tx1"/>
              </a:buClr>
              <a:buFont typeface="Century Gothic" panose="020B0502020202020204" pitchFamily="34" charset="0"/>
              <a:buChar char="•"/>
              <a:defRPr sz="2000">
                <a:latin typeface="Century Gothic" panose="020B0502020202020204" pitchFamily="34" charset="0"/>
              </a:defRPr>
            </a:lvl1pPr>
            <a:lvl2pPr marL="688975" indent="-285750">
              <a:buClr>
                <a:schemeClr val="tx1"/>
              </a:buClr>
              <a:buFont typeface="Century Gothic" panose="020B0502020202020204" pitchFamily="34" charset="0"/>
              <a:buChar char="–"/>
              <a:defRPr sz="1800">
                <a:latin typeface="Century Gothic" panose="020B0502020202020204" pitchFamily="34" charset="0"/>
              </a:defRPr>
            </a:lvl2pPr>
            <a:lvl3pPr>
              <a:defRPr sz="1600"/>
            </a:lvl3pPr>
            <a:lvl4pPr>
              <a:defRPr sz="1400"/>
            </a:lvl4pPr>
            <a:lvl5pPr marL="1482725" indent="-2222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8ACC93F-6123-3F49-8C15-4A811AF8B7BB}"/>
              </a:ext>
            </a:extLst>
          </p:cNvPr>
          <p:cNvSpPr/>
          <p:nvPr userDrawn="1"/>
        </p:nvSpPr>
        <p:spPr>
          <a:xfrm>
            <a:off x="0" y="320040"/>
            <a:ext cx="274320" cy="51090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756F41-5AD0-C346-AE90-A0206E07D1B9}"/>
              </a:ext>
            </a:extLst>
          </p:cNvPr>
          <p:cNvSpPr/>
          <p:nvPr userDrawn="1"/>
        </p:nvSpPr>
        <p:spPr>
          <a:xfrm>
            <a:off x="274320" y="320040"/>
            <a:ext cx="1412673" cy="510909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CE79036-1F33-40EB-AB47-F9529E5C3C6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129" y="456244"/>
            <a:ext cx="1088136" cy="261860"/>
          </a:xfrm>
          <a:prstGeom prst="rect">
            <a:avLst/>
          </a:prstGeom>
        </p:spPr>
      </p:pic>
      <p:sp>
        <p:nvSpPr>
          <p:cNvPr id="12" name="Freeform 7">
            <a:extLst>
              <a:ext uri="{FF2B5EF4-FFF2-40B4-BE49-F238E27FC236}">
                <a16:creationId xmlns:a16="http://schemas.microsoft.com/office/drawing/2014/main" id="{3E861E90-11A2-4A0B-85EB-1A2865C9A48F}"/>
              </a:ext>
            </a:extLst>
          </p:cNvPr>
          <p:cNvSpPr>
            <a:spLocks/>
          </p:cNvSpPr>
          <p:nvPr userDrawn="1"/>
        </p:nvSpPr>
        <p:spPr bwMode="auto">
          <a:xfrm>
            <a:off x="6096000" y="0"/>
            <a:ext cx="6096000" cy="6858000"/>
          </a:xfrm>
          <a:custGeom>
            <a:avLst/>
            <a:gdLst>
              <a:gd name="T0" fmla="*/ 3049 w 3388"/>
              <a:gd name="T1" fmla="*/ 0 h 3815"/>
              <a:gd name="T2" fmla="*/ 3049 w 3388"/>
              <a:gd name="T3" fmla="*/ 2951 h 3815"/>
              <a:gd name="T4" fmla="*/ 0 w 3388"/>
              <a:gd name="T5" fmla="*/ 2951 h 3815"/>
              <a:gd name="T6" fmla="*/ 0 w 3388"/>
              <a:gd name="T7" fmla="*/ 3815 h 3815"/>
              <a:gd name="T8" fmla="*/ 3388 w 3388"/>
              <a:gd name="T9" fmla="*/ 3815 h 3815"/>
              <a:gd name="T10" fmla="*/ 3388 w 3388"/>
              <a:gd name="T11" fmla="*/ 2969 h 3815"/>
              <a:gd name="T12" fmla="*/ 3388 w 3388"/>
              <a:gd name="T13" fmla="*/ 2951 h 3815"/>
              <a:gd name="T14" fmla="*/ 3388 w 3388"/>
              <a:gd name="T15" fmla="*/ 0 h 3815"/>
              <a:gd name="T16" fmla="*/ 3049 w 3388"/>
              <a:gd name="T17" fmla="*/ 0 h 38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388" h="3815">
                <a:moveTo>
                  <a:pt x="3049" y="0"/>
                </a:moveTo>
                <a:lnTo>
                  <a:pt x="3049" y="2951"/>
                </a:lnTo>
                <a:lnTo>
                  <a:pt x="0" y="2951"/>
                </a:lnTo>
                <a:lnTo>
                  <a:pt x="0" y="3815"/>
                </a:lnTo>
                <a:lnTo>
                  <a:pt x="3388" y="3815"/>
                </a:lnTo>
                <a:lnTo>
                  <a:pt x="3388" y="2969"/>
                </a:lnTo>
                <a:lnTo>
                  <a:pt x="3388" y="2951"/>
                </a:lnTo>
                <a:lnTo>
                  <a:pt x="3388" y="0"/>
                </a:lnTo>
                <a:lnTo>
                  <a:pt x="3049" y="0"/>
                </a:lnTo>
                <a:close/>
              </a:path>
            </a:pathLst>
          </a:custGeom>
          <a:solidFill>
            <a:srgbClr val="CBCBCB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0861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885FFDA-509C-4548-B17D-5409853CA429}"/>
              </a:ext>
            </a:extLst>
          </p:cNvPr>
          <p:cNvSpPr/>
          <p:nvPr userDrawn="1"/>
        </p:nvSpPr>
        <p:spPr>
          <a:xfrm>
            <a:off x="0" y="320040"/>
            <a:ext cx="274320" cy="653795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274320"/>
            <a:ext cx="11425236" cy="535531"/>
          </a:xfrm>
        </p:spPr>
        <p:txBody>
          <a:bodyPr/>
          <a:lstStyle>
            <a:lvl1pPr>
              <a:lnSpc>
                <a:spcPct val="90000"/>
              </a:lnSpc>
              <a:defRPr sz="32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D9F2534-297B-446C-B822-74E3C23864F7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-4391" y="6626132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900" smtClean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911F93-34D4-49C9-8A88-C4DDE1F1E0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3129" y="6477000"/>
            <a:ext cx="1088136" cy="261860"/>
          </a:xfrm>
          <a:prstGeom prst="rect">
            <a:avLst/>
          </a:prstGeom>
        </p:spPr>
      </p:pic>
      <p:sp>
        <p:nvSpPr>
          <p:cNvPr id="7" name="Rectangle 256">
            <a:extLst>
              <a:ext uri="{FF2B5EF4-FFF2-40B4-BE49-F238E27FC236}">
                <a16:creationId xmlns:a16="http://schemas.microsoft.com/office/drawing/2014/main" id="{BF6A1C92-1EE6-4390-85D8-ACD208CF9DB8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8010282" y="6583680"/>
            <a:ext cx="3860800" cy="182562"/>
          </a:xfrm>
          <a:prstGeom prst="rect">
            <a:avLst/>
          </a:prstGeom>
          <a:ln/>
        </p:spPr>
        <p:txBody>
          <a:bodyPr anchor="ctr"/>
          <a:lstStyle/>
          <a:p>
            <a:pPr algn="r"/>
            <a:r>
              <a:rPr lang="en-US" sz="1000" dirty="0">
                <a:solidFill>
                  <a:srgbClr val="BFBFBF"/>
                </a:solidFill>
                <a:latin typeface="+mn-lt"/>
                <a:cs typeface="Arial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65684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D6DB211-F94D-644A-8C58-020193A03AAA}"/>
              </a:ext>
            </a:extLst>
          </p:cNvPr>
          <p:cNvSpPr/>
          <p:nvPr userDrawn="1"/>
        </p:nvSpPr>
        <p:spPr>
          <a:xfrm>
            <a:off x="0" y="320040"/>
            <a:ext cx="274320" cy="653795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274320"/>
            <a:ext cx="11504904" cy="535531"/>
          </a:xfrm>
        </p:spPr>
        <p:txBody>
          <a:bodyPr/>
          <a:lstStyle>
            <a:lvl1pPr>
              <a:lnSpc>
                <a:spcPct val="90000"/>
              </a:lnSpc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010" y="1444752"/>
            <a:ext cx="5507832" cy="821190"/>
          </a:xfrm>
        </p:spPr>
        <p:txBody>
          <a:bodyPr anchor="b"/>
          <a:lstStyle>
            <a:lvl1pPr marL="0" indent="0">
              <a:buNone/>
              <a:defRPr sz="2400" b="0" baseline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7010" y="2275467"/>
            <a:ext cx="5507832" cy="3373229"/>
          </a:xfrm>
        </p:spPr>
        <p:txBody>
          <a:bodyPr/>
          <a:lstStyle>
            <a:lvl1pPr marL="230188" indent="-230188">
              <a:buClr>
                <a:schemeClr val="tx1"/>
              </a:buClr>
              <a:buFont typeface="Century Gothic" panose="020B0502020202020204" pitchFamily="34" charset="0"/>
              <a:buChar char="•"/>
              <a:defRPr sz="2000" baseline="0">
                <a:latin typeface="Century Gothic" panose="020B0502020202020204" pitchFamily="34" charset="0"/>
              </a:defRPr>
            </a:lvl1pPr>
            <a:lvl2pPr marL="625475" indent="-279400">
              <a:buClr>
                <a:schemeClr val="tx1"/>
              </a:buClr>
              <a:buSzPct val="90000"/>
              <a:buFont typeface="Century Gothic" panose="020B0502020202020204" pitchFamily="34" charset="0"/>
              <a:buChar char="–"/>
              <a:defRPr sz="1800">
                <a:latin typeface="+mn-lt"/>
              </a:defRPr>
            </a:lvl2pPr>
            <a:lvl3pPr marL="914400" indent="-230188">
              <a:buClr>
                <a:schemeClr val="tx1"/>
              </a:buClr>
              <a:buFont typeface="Century Gothic" panose="020B0502020202020204" pitchFamily="34" charset="0"/>
              <a:buChar char="•"/>
              <a:defRPr sz="1600" baseline="0">
                <a:latin typeface="Century Gothic" panose="020B0502020202020204" pitchFamily="34" charset="0"/>
              </a:defRPr>
            </a:lvl3pPr>
            <a:lvl4pPr marL="971550" indent="0">
              <a:buClr>
                <a:schemeClr val="tx1"/>
              </a:buClr>
              <a:buFont typeface="Century Gothic" panose="020B0502020202020204" pitchFamily="34" charset="0"/>
              <a:buNone/>
              <a:defRPr sz="1400">
                <a:latin typeface="+mn-lt"/>
              </a:defRPr>
            </a:lvl4pPr>
            <a:lvl5pPr marL="1482725" indent="-222250">
              <a:buClr>
                <a:schemeClr val="tx1"/>
              </a:buClr>
              <a:buFont typeface="Century Gothic" panose="020B0502020202020204" pitchFamily="34" charset="0"/>
              <a:buChar char="•"/>
              <a:defRPr sz="1600">
                <a:latin typeface="+mn-lt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444752"/>
            <a:ext cx="5504688" cy="821190"/>
          </a:xfrm>
        </p:spPr>
        <p:txBody>
          <a:bodyPr anchor="b"/>
          <a:lstStyle>
            <a:lvl1pPr marL="0" indent="0">
              <a:buNone/>
              <a:defRPr sz="2400" b="0" baseline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275467"/>
            <a:ext cx="5504688" cy="3373229"/>
          </a:xfrm>
        </p:spPr>
        <p:txBody>
          <a:bodyPr/>
          <a:lstStyle>
            <a:lvl1pPr marL="287338" indent="-287338">
              <a:buClr>
                <a:schemeClr val="tx1"/>
              </a:buClr>
              <a:buFont typeface="Century Gothic" panose="020B0502020202020204" pitchFamily="34" charset="0"/>
              <a:buChar char="•"/>
              <a:defRPr sz="2000" baseline="0">
                <a:latin typeface="Century Gothic" panose="020B0502020202020204" pitchFamily="34" charset="0"/>
              </a:defRPr>
            </a:lvl1pPr>
            <a:lvl2pPr marL="625475" indent="-279400">
              <a:buClr>
                <a:schemeClr val="tx1"/>
              </a:buClr>
              <a:buSzPct val="90000"/>
              <a:buFont typeface="Century Gothic" panose="020B0502020202020204" pitchFamily="34" charset="0"/>
              <a:buChar char="–"/>
              <a:defRPr sz="1800" baseline="0">
                <a:latin typeface="Century Gothic" panose="020B0502020202020204" pitchFamily="34" charset="0"/>
              </a:defRPr>
            </a:lvl2pPr>
            <a:lvl3pPr marL="914400" indent="-230188">
              <a:buClr>
                <a:schemeClr val="tx1"/>
              </a:buClr>
              <a:buFont typeface="Century Gothic" panose="020B0502020202020204" pitchFamily="34" charset="0"/>
              <a:buChar char="•"/>
              <a:defRPr sz="1600">
                <a:latin typeface="+mn-lt"/>
              </a:defRPr>
            </a:lvl3pPr>
            <a:lvl4pPr marL="1144588" indent="-173038">
              <a:buClr>
                <a:schemeClr val="tx1"/>
              </a:buClr>
              <a:buFont typeface="Century Gothic" panose="020B0502020202020204" pitchFamily="34" charset="0"/>
              <a:buChar char="•"/>
              <a:defRPr sz="1400">
                <a:latin typeface="+mn-lt"/>
              </a:defRPr>
            </a:lvl4pPr>
            <a:lvl5pPr marL="1482725" indent="-222250">
              <a:buClr>
                <a:schemeClr val="tx1"/>
              </a:buClr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0C0632-ACDA-4D24-A2CC-14539B91BC55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-4391" y="6626132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900" smtClean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4EEDC71-13B7-4B76-A967-98C8665C45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3129" y="6486525"/>
            <a:ext cx="1088136" cy="261860"/>
          </a:xfrm>
          <a:prstGeom prst="rect">
            <a:avLst/>
          </a:prstGeom>
        </p:spPr>
      </p:pic>
      <p:sp>
        <p:nvSpPr>
          <p:cNvPr id="12" name="Rectangle 256">
            <a:extLst>
              <a:ext uri="{FF2B5EF4-FFF2-40B4-BE49-F238E27FC236}">
                <a16:creationId xmlns:a16="http://schemas.microsoft.com/office/drawing/2014/main" id="{0ED8B866-A29F-4437-842E-6B7908B2FB7D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8010282" y="6583680"/>
            <a:ext cx="3860800" cy="182562"/>
          </a:xfrm>
          <a:prstGeom prst="rect">
            <a:avLst/>
          </a:prstGeom>
          <a:ln/>
        </p:spPr>
        <p:txBody>
          <a:bodyPr anchor="ctr"/>
          <a:lstStyle/>
          <a:p>
            <a:pPr algn="r"/>
            <a:r>
              <a:rPr lang="en-US" sz="1000" dirty="0">
                <a:solidFill>
                  <a:srgbClr val="BFBFBF"/>
                </a:solidFill>
                <a:latin typeface="+mn-lt"/>
                <a:cs typeface="Arial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385093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3 content boxes with reverse 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7FC5867-1737-E84C-B42D-608A49EBBAA6}"/>
              </a:ext>
            </a:extLst>
          </p:cNvPr>
          <p:cNvSpPr/>
          <p:nvPr userDrawn="1"/>
        </p:nvSpPr>
        <p:spPr>
          <a:xfrm>
            <a:off x="0" y="320040"/>
            <a:ext cx="274320" cy="653795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274320"/>
            <a:ext cx="11504904" cy="535531"/>
          </a:xfrm>
        </p:spPr>
        <p:txBody>
          <a:bodyPr/>
          <a:lstStyle>
            <a:lvl1pPr>
              <a:lnSpc>
                <a:spcPct val="9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6696" y="1387602"/>
            <a:ext cx="3610478" cy="821190"/>
          </a:xfr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tIns="91440" bIns="91440" anchor="b"/>
          <a:lstStyle>
            <a:lvl1pPr marL="0" indent="0">
              <a:lnSpc>
                <a:spcPct val="90000"/>
              </a:lnSpc>
              <a:buNone/>
              <a:defRPr sz="20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6696" y="2208792"/>
            <a:ext cx="3610478" cy="3813071"/>
          </a:xfrm>
          <a:ln w="12700">
            <a:gradFill flip="none" rotWithShape="1">
              <a:gsLst>
                <a:gs pos="0">
                  <a:schemeClr val="bg1">
                    <a:alpha val="0"/>
                  </a:schemeClr>
                </a:gs>
                <a:gs pos="100000">
                  <a:schemeClr val="tx2"/>
                </a:gs>
              </a:gsLst>
              <a:lin ang="16200000" scaled="1"/>
              <a:tileRect/>
            </a:gradFill>
          </a:ln>
        </p:spPr>
        <p:txBody>
          <a:bodyPr tIns="91440" bIns="91440"/>
          <a:lstStyle>
            <a:lvl1pPr marL="227013" indent="-227013">
              <a:lnSpc>
                <a:spcPct val="90000"/>
              </a:lnSpc>
              <a:buClr>
                <a:schemeClr val="tx1"/>
              </a:buClr>
              <a:buFont typeface="Century Gothic" panose="020B0502020202020204" pitchFamily="34" charset="0"/>
              <a:buChar char="•"/>
              <a:defRPr sz="1800" baseline="0"/>
            </a:lvl1pPr>
            <a:lvl2pPr marL="514350" indent="-225425">
              <a:lnSpc>
                <a:spcPct val="90000"/>
              </a:lnSpc>
              <a:buClr>
                <a:schemeClr val="tx1"/>
              </a:buClr>
              <a:buSzPct val="90000"/>
              <a:buFont typeface="Century Gothic" panose="020B0502020202020204" pitchFamily="34" charset="0"/>
              <a:buChar char="–"/>
              <a:defRPr sz="1600" baseline="0"/>
            </a:lvl2pPr>
            <a:lvl3pPr marL="742950" indent="-173038">
              <a:lnSpc>
                <a:spcPct val="90000"/>
              </a:lnSpc>
              <a:buClr>
                <a:schemeClr val="tx1"/>
              </a:buClr>
              <a:buFont typeface="Century Gothic" panose="020B0502020202020204" pitchFamily="34" charset="0"/>
              <a:buChar char="•"/>
              <a:defRPr sz="1400"/>
            </a:lvl3pPr>
            <a:lvl4pPr marL="1144588" indent="-173038">
              <a:lnSpc>
                <a:spcPct val="90000"/>
              </a:lnSpc>
              <a:buClr>
                <a:schemeClr val="tx1"/>
              </a:buClr>
              <a:buSzPct val="90000"/>
              <a:buFont typeface="Century Gothic" panose="020B0502020202020204" pitchFamily="34" charset="0"/>
              <a:buChar char="–"/>
              <a:defRPr sz="1200"/>
            </a:lvl4pPr>
            <a:lvl5pPr marL="1482725" indent="-222250">
              <a:lnSpc>
                <a:spcPct val="9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93659" y="1387602"/>
            <a:ext cx="3608418" cy="821190"/>
          </a:xfr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tIns="91440" bIns="91440" anchor="b"/>
          <a:lstStyle>
            <a:lvl1pPr marL="0" indent="0">
              <a:lnSpc>
                <a:spcPct val="90000"/>
              </a:lnSpc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93659" y="2213184"/>
            <a:ext cx="3608418" cy="3813071"/>
          </a:xfrm>
          <a:ln w="12700">
            <a:gradFill flip="none" rotWithShape="1">
              <a:gsLst>
                <a:gs pos="0">
                  <a:schemeClr val="bg1">
                    <a:alpha val="0"/>
                  </a:schemeClr>
                </a:gs>
                <a:gs pos="100000">
                  <a:schemeClr val="tx2"/>
                </a:gs>
              </a:gsLst>
              <a:lin ang="16200000" scaled="1"/>
              <a:tileRect/>
            </a:gradFill>
          </a:ln>
        </p:spPr>
        <p:txBody>
          <a:bodyPr tIns="91440" bIns="91440"/>
          <a:lstStyle>
            <a:lvl1pPr marL="227013" indent="-227013">
              <a:lnSpc>
                <a:spcPct val="90000"/>
              </a:lnSpc>
              <a:buClr>
                <a:schemeClr val="tx1"/>
              </a:buClr>
              <a:buFont typeface="Century Gothic" panose="020B0502020202020204" pitchFamily="34" charset="0"/>
              <a:buChar char="•"/>
              <a:defRPr sz="1800"/>
            </a:lvl1pPr>
            <a:lvl2pPr marL="460375" indent="-171450">
              <a:lnSpc>
                <a:spcPct val="90000"/>
              </a:lnSpc>
              <a:buClr>
                <a:schemeClr val="tx1"/>
              </a:buClr>
              <a:buSzPct val="90000"/>
              <a:buFont typeface="Century Gothic" panose="020B0502020202020204" pitchFamily="34" charset="0"/>
              <a:buChar char="–"/>
              <a:defRPr lang="en-US" sz="1600" kern="1200" baseline="0" dirty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742950" indent="-173038">
              <a:lnSpc>
                <a:spcPct val="90000"/>
              </a:lnSpc>
              <a:buClr>
                <a:schemeClr val="tx1"/>
              </a:buClr>
              <a:buFont typeface="Century Gothic" panose="020B0502020202020204" pitchFamily="34" charset="0"/>
              <a:buChar char="•"/>
              <a:defRPr sz="1400"/>
            </a:lvl3pPr>
            <a:lvl4pPr marL="1144588" indent="-173038">
              <a:lnSpc>
                <a:spcPct val="90000"/>
              </a:lnSpc>
              <a:buClr>
                <a:schemeClr val="tx1"/>
              </a:buClr>
              <a:buSzPct val="90000"/>
              <a:buFont typeface="Century Gothic" panose="020B0502020202020204" pitchFamily="34" charset="0"/>
              <a:buChar char="–"/>
              <a:defRPr sz="1200"/>
            </a:lvl4pPr>
            <a:lvl5pPr marL="1482725" indent="-222250">
              <a:lnSpc>
                <a:spcPct val="90000"/>
              </a:lnSpc>
              <a:buClr>
                <a:schemeClr val="tx1"/>
              </a:buClr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marL="514350" lvl="1" indent="-225425" algn="l" rtl="0" eaLnBrk="1" fontAlgn="base" hangingPunct="1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1"/>
              </a:buClr>
              <a:buSzPct val="90000"/>
              <a:buFont typeface="Century Gothic" panose="020B0502020202020204" pitchFamily="34" charset="0"/>
              <a:buChar char="–"/>
            </a:pPr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9D91D4C-0C90-4594-94C2-E939B6EF57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248562" y="1387602"/>
            <a:ext cx="3608418" cy="821190"/>
          </a:xfr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tIns="91440" bIns="91440" anchor="b"/>
          <a:lstStyle>
            <a:lvl1pPr marL="0" indent="0">
              <a:lnSpc>
                <a:spcPct val="90000"/>
              </a:lnSpc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E1A87D9D-30BD-4BC1-AB79-1F900F87185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248562" y="2213184"/>
            <a:ext cx="3608418" cy="3813071"/>
          </a:xfrm>
          <a:ln w="12700">
            <a:gradFill flip="none" rotWithShape="1">
              <a:gsLst>
                <a:gs pos="0">
                  <a:schemeClr val="bg1">
                    <a:alpha val="0"/>
                  </a:schemeClr>
                </a:gs>
                <a:gs pos="100000">
                  <a:schemeClr val="tx2"/>
                </a:gs>
              </a:gsLst>
              <a:lin ang="16200000" scaled="1"/>
              <a:tileRect/>
            </a:gradFill>
          </a:ln>
        </p:spPr>
        <p:txBody>
          <a:bodyPr tIns="91440" bIns="91440"/>
          <a:lstStyle>
            <a:lvl1pPr marL="227013" indent="-227013">
              <a:lnSpc>
                <a:spcPct val="90000"/>
              </a:lnSpc>
              <a:buClr>
                <a:schemeClr val="tx1"/>
              </a:buClr>
              <a:buFont typeface="Century Gothic" panose="020B0502020202020204" pitchFamily="34" charset="0"/>
              <a:buChar char="•"/>
              <a:defRPr sz="1800"/>
            </a:lvl1pPr>
            <a:lvl2pPr marL="460375" indent="-171450">
              <a:lnSpc>
                <a:spcPct val="90000"/>
              </a:lnSpc>
              <a:buClr>
                <a:schemeClr val="tx1"/>
              </a:buClr>
              <a:buSzPct val="90000"/>
              <a:buFont typeface="Century Gothic" panose="020B0502020202020204" pitchFamily="34" charset="0"/>
              <a:buChar char="–"/>
              <a:defRPr lang="en-US" sz="1600" kern="1200" baseline="0" dirty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742950" indent="-173038">
              <a:lnSpc>
                <a:spcPct val="90000"/>
              </a:lnSpc>
              <a:buClr>
                <a:schemeClr val="tx1"/>
              </a:buClr>
              <a:buFont typeface="Century Gothic" panose="020B0502020202020204" pitchFamily="34" charset="0"/>
              <a:buChar char="•"/>
              <a:defRPr sz="1400"/>
            </a:lvl3pPr>
            <a:lvl4pPr marL="1144588" indent="-173038">
              <a:lnSpc>
                <a:spcPct val="90000"/>
              </a:lnSpc>
              <a:buClr>
                <a:schemeClr val="tx1"/>
              </a:buClr>
              <a:buSzPct val="90000"/>
              <a:buFont typeface="Century Gothic" panose="020B0502020202020204" pitchFamily="34" charset="0"/>
              <a:buChar char="–"/>
              <a:defRPr sz="1200"/>
            </a:lvl4pPr>
            <a:lvl5pPr marL="1482725" indent="-222250">
              <a:lnSpc>
                <a:spcPct val="90000"/>
              </a:lnSpc>
              <a:buClr>
                <a:schemeClr val="tx1"/>
              </a:buClr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marL="514350" lvl="1" indent="-225425" algn="l" rtl="0" eaLnBrk="1" fontAlgn="base" hangingPunct="1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1"/>
              </a:buClr>
              <a:buSzPct val="90000"/>
              <a:buFont typeface="Century Gothic" panose="020B0502020202020204" pitchFamily="34" charset="0"/>
              <a:buChar char="–"/>
            </a:pPr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4B83B09-CF3A-4A36-84C0-D32086A13DE2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-4391" y="6626132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900" smtClean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7690CFA-BCE4-4BCB-BADE-0862029B12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3129" y="6477000"/>
            <a:ext cx="1088136" cy="261860"/>
          </a:xfrm>
          <a:prstGeom prst="rect">
            <a:avLst/>
          </a:prstGeom>
        </p:spPr>
      </p:pic>
      <p:sp>
        <p:nvSpPr>
          <p:cNvPr id="14" name="Rectangle 256">
            <a:extLst>
              <a:ext uri="{FF2B5EF4-FFF2-40B4-BE49-F238E27FC236}">
                <a16:creationId xmlns:a16="http://schemas.microsoft.com/office/drawing/2014/main" id="{B764CAE0-734A-4D16-BDA1-3E43A810370F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8010282" y="6583680"/>
            <a:ext cx="3860800" cy="182562"/>
          </a:xfrm>
          <a:prstGeom prst="rect">
            <a:avLst/>
          </a:prstGeom>
          <a:ln/>
        </p:spPr>
        <p:txBody>
          <a:bodyPr anchor="ctr"/>
          <a:lstStyle/>
          <a:p>
            <a:pPr algn="r"/>
            <a:r>
              <a:rPr lang="en-US" sz="1000" dirty="0">
                <a:solidFill>
                  <a:srgbClr val="BFBFBF"/>
                </a:solidFill>
                <a:latin typeface="+mn-lt"/>
                <a:cs typeface="Arial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710456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3 section science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1DC80716-D7F2-40BD-B894-87B7C5521D93}"/>
              </a:ext>
            </a:extLst>
          </p:cNvPr>
          <p:cNvSpPr/>
          <p:nvPr userDrawn="1"/>
        </p:nvSpPr>
        <p:spPr>
          <a:xfrm>
            <a:off x="274320" y="1435551"/>
            <a:ext cx="5840756" cy="5224413"/>
          </a:xfrm>
          <a:prstGeom prst="rect">
            <a:avLst/>
          </a:prstGeom>
          <a:gradFill flip="none" rotWithShape="1">
            <a:gsLst>
              <a:gs pos="52000">
                <a:schemeClr val="bg1">
                  <a:lumMod val="95000"/>
                </a:schemeClr>
              </a:gs>
              <a:gs pos="0">
                <a:schemeClr val="bg2">
                  <a:alpha val="0"/>
                </a:schemeClr>
              </a:gs>
              <a:gs pos="100000">
                <a:srgbClr val="CFCFCF"/>
              </a:gs>
            </a:gsLst>
            <a:lin ang="162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772E6C0-3363-4678-BD7B-839981CFEC1B}"/>
              </a:ext>
            </a:extLst>
          </p:cNvPr>
          <p:cNvSpPr/>
          <p:nvPr userDrawn="1"/>
        </p:nvSpPr>
        <p:spPr>
          <a:xfrm>
            <a:off x="6351585" y="1435551"/>
            <a:ext cx="5840415" cy="5224413"/>
          </a:xfrm>
          <a:prstGeom prst="rect">
            <a:avLst/>
          </a:prstGeom>
          <a:gradFill flip="none" rotWithShape="1">
            <a:gsLst>
              <a:gs pos="52000">
                <a:schemeClr val="bg1">
                  <a:lumMod val="95000"/>
                </a:schemeClr>
              </a:gs>
              <a:gs pos="0">
                <a:schemeClr val="bg2">
                  <a:alpha val="0"/>
                </a:schemeClr>
              </a:gs>
              <a:gs pos="100000">
                <a:srgbClr val="CFCFCF"/>
              </a:gs>
            </a:gsLst>
            <a:lin ang="162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D431D86-B4F2-4178-9479-C223044E67E1}"/>
              </a:ext>
            </a:extLst>
          </p:cNvPr>
          <p:cNvSpPr/>
          <p:nvPr userDrawn="1"/>
        </p:nvSpPr>
        <p:spPr>
          <a:xfrm>
            <a:off x="274320" y="948037"/>
            <a:ext cx="5838672" cy="48688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881C044-83B1-4BEC-A2A0-51CA4BF72CE4}"/>
              </a:ext>
            </a:extLst>
          </p:cNvPr>
          <p:cNvSpPr/>
          <p:nvPr userDrawn="1"/>
        </p:nvSpPr>
        <p:spPr>
          <a:xfrm>
            <a:off x="6351584" y="948037"/>
            <a:ext cx="5840415" cy="48688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A568B759-9EAF-4F57-B09C-A71D9D5B516C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280804" y="966165"/>
            <a:ext cx="5815195" cy="457200"/>
          </a:xfrm>
          <a:noFill/>
          <a:ln w="12700">
            <a:noFill/>
          </a:ln>
        </p:spPr>
        <p:txBody>
          <a:bodyPr tIns="91440" bIns="91440" anchor="ctr"/>
          <a:lstStyle>
            <a:lvl1pPr marL="0" indent="0">
              <a:lnSpc>
                <a:spcPct val="90000"/>
              </a:lnSpc>
              <a:buNone/>
              <a:defRPr sz="20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2AD586E-7375-402D-9BA8-7C07EB8240E8}"/>
              </a:ext>
            </a:extLst>
          </p:cNvPr>
          <p:cNvSpPr>
            <a:spLocks noGrp="1"/>
          </p:cNvSpPr>
          <p:nvPr userDrawn="1">
            <p:ph sz="half" idx="2"/>
          </p:nvPr>
        </p:nvSpPr>
        <p:spPr>
          <a:xfrm>
            <a:off x="280804" y="1517523"/>
            <a:ext cx="5815195" cy="4110352"/>
          </a:xfrm>
          <a:ln w="12700">
            <a:noFill/>
          </a:ln>
        </p:spPr>
        <p:txBody>
          <a:bodyPr tIns="45720" bIns="91440"/>
          <a:lstStyle>
            <a:lvl1pPr marL="227013" indent="-227013">
              <a:lnSpc>
                <a:spcPct val="90000"/>
              </a:lnSpc>
              <a:buFont typeface="Century Gothic" panose="020B0502020202020204" pitchFamily="34" charset="0"/>
              <a:buChar char="•"/>
              <a:defRPr sz="1800"/>
            </a:lvl1pPr>
            <a:lvl2pPr marL="569913" indent="-225425">
              <a:lnSpc>
                <a:spcPct val="90000"/>
              </a:lnSpc>
              <a:buSzPct val="90000"/>
              <a:buFont typeface="Century Gothic" panose="020B0502020202020204" pitchFamily="34" charset="0"/>
              <a:buChar char="–"/>
              <a:defRPr sz="1600"/>
            </a:lvl2pPr>
            <a:lvl3pPr marL="860425" indent="-173038">
              <a:lnSpc>
                <a:spcPct val="90000"/>
              </a:lnSpc>
              <a:buFont typeface="Century Gothic" panose="020B0502020202020204" pitchFamily="34" charset="0"/>
              <a:buChar char="•"/>
              <a:defRPr sz="1400"/>
            </a:lvl3pPr>
            <a:lvl4pPr marL="1144588" indent="-173038">
              <a:lnSpc>
                <a:spcPct val="90000"/>
              </a:lnSpc>
              <a:buSzPct val="90000"/>
              <a:buFont typeface="Century Gothic" panose="020B0502020202020204" pitchFamily="34" charset="0"/>
              <a:buChar char="–"/>
              <a:defRPr sz="1200"/>
            </a:lvl4pPr>
            <a:lvl5pPr marL="1482725" indent="-222250">
              <a:lnSpc>
                <a:spcPct val="90000"/>
              </a:lnSpc>
              <a:buFont typeface="Arial" panose="020B0604020202020204" pitchFamily="34" charset="0"/>
              <a:buChar char="•"/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2A49DFE2-905F-42AB-9CE1-CCCD2BB9576B}"/>
              </a:ext>
            </a:extLst>
          </p:cNvPr>
          <p:cNvSpPr>
            <a:spLocks noGrp="1"/>
          </p:cNvSpPr>
          <p:nvPr userDrawn="1">
            <p:ph type="body" sz="quarter" idx="3"/>
          </p:nvPr>
        </p:nvSpPr>
        <p:spPr>
          <a:xfrm>
            <a:off x="6357344" y="966165"/>
            <a:ext cx="5811876" cy="457200"/>
          </a:xfrm>
          <a:noFill/>
          <a:ln w="12700">
            <a:noFill/>
          </a:ln>
        </p:spPr>
        <p:txBody>
          <a:bodyPr tIns="91440" bIns="91440" anchor="ctr"/>
          <a:lstStyle>
            <a:lvl1pPr marL="0" indent="0">
              <a:lnSpc>
                <a:spcPct val="90000"/>
              </a:lnSpc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AF1555CB-15BC-4181-B741-965A19E6BA91}"/>
              </a:ext>
            </a:extLst>
          </p:cNvPr>
          <p:cNvSpPr>
            <a:spLocks noGrp="1"/>
          </p:cNvSpPr>
          <p:nvPr userDrawn="1">
            <p:ph sz="quarter" idx="4"/>
          </p:nvPr>
        </p:nvSpPr>
        <p:spPr>
          <a:xfrm>
            <a:off x="6357344" y="1517523"/>
            <a:ext cx="5811876" cy="4110352"/>
          </a:xfrm>
          <a:ln w="12700">
            <a:noFill/>
          </a:ln>
        </p:spPr>
        <p:txBody>
          <a:bodyPr tIns="45720" bIns="91440"/>
          <a:lstStyle>
            <a:lvl1pPr marL="227013" indent="-227013">
              <a:lnSpc>
                <a:spcPct val="90000"/>
              </a:lnSpc>
              <a:buFont typeface="Century Gothic" panose="020B0502020202020204" pitchFamily="34" charset="0"/>
              <a:buChar char="•"/>
              <a:defRPr sz="1800"/>
            </a:lvl1pPr>
            <a:lvl2pPr marL="569913" indent="-225425">
              <a:lnSpc>
                <a:spcPct val="90000"/>
              </a:lnSpc>
              <a:buSzPct val="90000"/>
              <a:buFont typeface="Century Gothic" panose="020B0502020202020204" pitchFamily="34" charset="0"/>
              <a:buChar char="–"/>
              <a:defRPr sz="1600"/>
            </a:lvl2pPr>
            <a:lvl3pPr marL="860425" indent="-173038">
              <a:lnSpc>
                <a:spcPct val="90000"/>
              </a:lnSpc>
              <a:buFont typeface="Century Gothic" panose="020B0502020202020204" pitchFamily="34" charset="0"/>
              <a:buChar char="•"/>
              <a:defRPr sz="1400"/>
            </a:lvl3pPr>
            <a:lvl4pPr marL="1144588" indent="-173038">
              <a:lnSpc>
                <a:spcPct val="90000"/>
              </a:lnSpc>
              <a:buSzPct val="90000"/>
              <a:buFont typeface="Century Gothic" panose="020B0502020202020204" pitchFamily="34" charset="0"/>
              <a:buChar char="–"/>
              <a:defRPr sz="1200"/>
            </a:lvl4pPr>
            <a:lvl5pPr marL="1482725" indent="-222250">
              <a:lnSpc>
                <a:spcPct val="90000"/>
              </a:lnSpc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A1CB721-FBCB-4DC7-9C2A-15C90E984F90}"/>
              </a:ext>
            </a:extLst>
          </p:cNvPr>
          <p:cNvSpPr/>
          <p:nvPr userDrawn="1"/>
        </p:nvSpPr>
        <p:spPr>
          <a:xfrm>
            <a:off x="1773669" y="320040"/>
            <a:ext cx="10418331" cy="510909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9FDFB4D2-95C3-44FB-85E0-FB87B96D0DC8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773669" y="342737"/>
            <a:ext cx="10332720" cy="457200"/>
          </a:xfrm>
        </p:spPr>
        <p:txBody>
          <a:bodyPr anchor="ctr"/>
          <a:lstStyle>
            <a:lvl1pPr>
              <a:lnSpc>
                <a:spcPct val="90000"/>
              </a:lnSpc>
              <a:defRPr sz="2400" b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E38BD24-68BF-4642-BFC4-180B70D413B8}"/>
              </a:ext>
            </a:extLst>
          </p:cNvPr>
          <p:cNvSpPr/>
          <p:nvPr userDrawn="1"/>
        </p:nvSpPr>
        <p:spPr>
          <a:xfrm>
            <a:off x="0" y="320040"/>
            <a:ext cx="274320" cy="51090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CDDBDFD-39A6-0043-BAD4-065FAFF6A9DA}"/>
              </a:ext>
            </a:extLst>
          </p:cNvPr>
          <p:cNvSpPr/>
          <p:nvPr userDrawn="1"/>
        </p:nvSpPr>
        <p:spPr>
          <a:xfrm>
            <a:off x="274320" y="320040"/>
            <a:ext cx="1412673" cy="510909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F20E070A-FF02-490F-91F7-767E82133AD8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-4391" y="6626132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900" smtClean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3BD6692-283A-4A7F-AE4C-0175D48F79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3129" y="456244"/>
            <a:ext cx="1088136" cy="261860"/>
          </a:xfrm>
          <a:prstGeom prst="rect">
            <a:avLst/>
          </a:prstGeom>
        </p:spPr>
      </p:pic>
      <p:sp>
        <p:nvSpPr>
          <p:cNvPr id="26" name="Rectangle 256">
            <a:extLst>
              <a:ext uri="{FF2B5EF4-FFF2-40B4-BE49-F238E27FC236}">
                <a16:creationId xmlns:a16="http://schemas.microsoft.com/office/drawing/2014/main" id="{7312AC61-61BF-4F96-99DC-555BD73A05FA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8011069" y="6546080"/>
            <a:ext cx="3860800" cy="182562"/>
          </a:xfrm>
          <a:prstGeom prst="rect">
            <a:avLst/>
          </a:prstGeom>
          <a:ln/>
        </p:spPr>
        <p:txBody>
          <a:bodyPr anchor="ctr"/>
          <a:lstStyle/>
          <a:p>
            <a:pPr algn="r">
              <a:lnSpc>
                <a:spcPct val="90000"/>
              </a:lnSpc>
            </a:pPr>
            <a:r>
              <a:rPr lang="en-US" sz="1000" dirty="0">
                <a:solidFill>
                  <a:srgbClr val="BFBFBF"/>
                </a:solidFill>
                <a:latin typeface="+mn-lt"/>
                <a:cs typeface="Arial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657043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3 section science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1DC80716-D7F2-40BD-B894-87B7C5521D93}"/>
              </a:ext>
            </a:extLst>
          </p:cNvPr>
          <p:cNvSpPr/>
          <p:nvPr userDrawn="1"/>
        </p:nvSpPr>
        <p:spPr>
          <a:xfrm>
            <a:off x="274320" y="1435551"/>
            <a:ext cx="3868138" cy="5224413"/>
          </a:xfrm>
          <a:prstGeom prst="rect">
            <a:avLst/>
          </a:prstGeom>
          <a:gradFill flip="none" rotWithShape="1">
            <a:gsLst>
              <a:gs pos="52000">
                <a:schemeClr val="bg1">
                  <a:lumMod val="95000"/>
                </a:schemeClr>
              </a:gs>
              <a:gs pos="0">
                <a:schemeClr val="bg2">
                  <a:alpha val="0"/>
                </a:schemeClr>
              </a:gs>
              <a:gs pos="100000">
                <a:srgbClr val="CFCFCF"/>
              </a:gs>
            </a:gsLst>
            <a:lin ang="162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772E6C0-3363-4678-BD7B-839981CFEC1B}"/>
              </a:ext>
            </a:extLst>
          </p:cNvPr>
          <p:cNvSpPr/>
          <p:nvPr userDrawn="1"/>
        </p:nvSpPr>
        <p:spPr>
          <a:xfrm>
            <a:off x="4299090" y="1435551"/>
            <a:ext cx="3867912" cy="5224413"/>
          </a:xfrm>
          <a:prstGeom prst="rect">
            <a:avLst/>
          </a:prstGeom>
          <a:gradFill flip="none" rotWithShape="1">
            <a:gsLst>
              <a:gs pos="52000">
                <a:schemeClr val="bg1">
                  <a:lumMod val="95000"/>
                </a:schemeClr>
              </a:gs>
              <a:gs pos="0">
                <a:schemeClr val="bg2">
                  <a:alpha val="0"/>
                </a:schemeClr>
              </a:gs>
              <a:gs pos="100000">
                <a:srgbClr val="CFCFCF"/>
              </a:gs>
            </a:gsLst>
            <a:lin ang="162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04C995C-9C57-406C-A69D-7613F8F47165}"/>
              </a:ext>
            </a:extLst>
          </p:cNvPr>
          <p:cNvSpPr/>
          <p:nvPr userDrawn="1"/>
        </p:nvSpPr>
        <p:spPr>
          <a:xfrm>
            <a:off x="8323860" y="1435551"/>
            <a:ext cx="3868138" cy="5224413"/>
          </a:xfrm>
          <a:prstGeom prst="rect">
            <a:avLst/>
          </a:prstGeom>
          <a:gradFill flip="none" rotWithShape="1">
            <a:gsLst>
              <a:gs pos="52000">
                <a:schemeClr val="bg1">
                  <a:lumMod val="95000"/>
                </a:schemeClr>
              </a:gs>
              <a:gs pos="0">
                <a:schemeClr val="bg2">
                  <a:alpha val="0"/>
                </a:schemeClr>
              </a:gs>
              <a:gs pos="100000">
                <a:srgbClr val="CFCFCF"/>
              </a:gs>
            </a:gsLst>
            <a:lin ang="162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D431D86-B4F2-4178-9479-C223044E67E1}"/>
              </a:ext>
            </a:extLst>
          </p:cNvPr>
          <p:cNvSpPr/>
          <p:nvPr userDrawn="1"/>
        </p:nvSpPr>
        <p:spPr>
          <a:xfrm>
            <a:off x="274320" y="948037"/>
            <a:ext cx="3866758" cy="48688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881C044-83B1-4BEC-A2A0-51CA4BF72CE4}"/>
              </a:ext>
            </a:extLst>
          </p:cNvPr>
          <p:cNvSpPr/>
          <p:nvPr userDrawn="1"/>
        </p:nvSpPr>
        <p:spPr>
          <a:xfrm>
            <a:off x="4299089" y="948037"/>
            <a:ext cx="3867912" cy="48688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526A7F5-6E08-49A4-A894-85B35B49A075}"/>
              </a:ext>
            </a:extLst>
          </p:cNvPr>
          <p:cNvSpPr/>
          <p:nvPr userDrawn="1"/>
        </p:nvSpPr>
        <p:spPr>
          <a:xfrm>
            <a:off x="8323860" y="948037"/>
            <a:ext cx="3885931" cy="48688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A568B759-9EAF-4F57-B09C-A71D9D5B516C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278000" y="966165"/>
            <a:ext cx="3833880" cy="457200"/>
          </a:xfrm>
          <a:noFill/>
          <a:ln w="12700">
            <a:noFill/>
          </a:ln>
        </p:spPr>
        <p:txBody>
          <a:bodyPr tIns="91440" bIns="91440" anchor="ctr"/>
          <a:lstStyle>
            <a:lvl1pPr marL="0" indent="0">
              <a:lnSpc>
                <a:spcPct val="90000"/>
              </a:lnSpc>
              <a:buNone/>
              <a:defRPr sz="20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2AD586E-7375-402D-9BA8-7C07EB8240E8}"/>
              </a:ext>
            </a:extLst>
          </p:cNvPr>
          <p:cNvSpPr>
            <a:spLocks noGrp="1"/>
          </p:cNvSpPr>
          <p:nvPr userDrawn="1">
            <p:ph sz="half" idx="2"/>
          </p:nvPr>
        </p:nvSpPr>
        <p:spPr>
          <a:xfrm>
            <a:off x="283464" y="1517904"/>
            <a:ext cx="3833880" cy="4110352"/>
          </a:xfrm>
          <a:ln w="12700">
            <a:noFill/>
          </a:ln>
        </p:spPr>
        <p:txBody>
          <a:bodyPr tIns="45720" bIns="91440"/>
          <a:lstStyle>
            <a:lvl1pPr marL="227013" indent="-227013">
              <a:lnSpc>
                <a:spcPct val="90000"/>
              </a:lnSpc>
              <a:buFont typeface="Century Gothic" panose="020B0502020202020204" pitchFamily="34" charset="0"/>
              <a:buChar char="•"/>
              <a:defRPr sz="1800"/>
            </a:lvl1pPr>
            <a:lvl2pPr marL="569913" indent="-225425">
              <a:lnSpc>
                <a:spcPct val="90000"/>
              </a:lnSpc>
              <a:buSzPct val="90000"/>
              <a:buFont typeface="Century Gothic" panose="020B0502020202020204" pitchFamily="34" charset="0"/>
              <a:buChar char="–"/>
              <a:defRPr sz="1600"/>
            </a:lvl2pPr>
            <a:lvl3pPr marL="860425" indent="-173038">
              <a:lnSpc>
                <a:spcPct val="90000"/>
              </a:lnSpc>
              <a:buFont typeface="Century Gothic" panose="020B0502020202020204" pitchFamily="34" charset="0"/>
              <a:buChar char="•"/>
              <a:defRPr sz="1400"/>
            </a:lvl3pPr>
            <a:lvl4pPr marL="1144588" indent="-173038">
              <a:lnSpc>
                <a:spcPct val="90000"/>
              </a:lnSpc>
              <a:buSzPct val="90000"/>
              <a:buFont typeface="Century Gothic" panose="020B0502020202020204" pitchFamily="34" charset="0"/>
              <a:buChar char="–"/>
              <a:defRPr sz="1200"/>
            </a:lvl4pPr>
            <a:lvl5pPr marL="1482725" indent="-222250">
              <a:lnSpc>
                <a:spcPct val="90000"/>
              </a:lnSpc>
              <a:buFont typeface="Arial" panose="020B0604020202020204" pitchFamily="34" charset="0"/>
              <a:buChar char="•"/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2A49DFE2-905F-42AB-9CE1-CCCD2BB9576B}"/>
              </a:ext>
            </a:extLst>
          </p:cNvPr>
          <p:cNvSpPr>
            <a:spLocks noGrp="1"/>
          </p:cNvSpPr>
          <p:nvPr userDrawn="1">
            <p:ph type="body" sz="quarter" idx="3"/>
          </p:nvPr>
        </p:nvSpPr>
        <p:spPr>
          <a:xfrm>
            <a:off x="4312016" y="966165"/>
            <a:ext cx="3831692" cy="457200"/>
          </a:xfrm>
          <a:noFill/>
          <a:ln w="12700">
            <a:noFill/>
          </a:ln>
        </p:spPr>
        <p:txBody>
          <a:bodyPr tIns="91440" bIns="91440" anchor="ctr"/>
          <a:lstStyle>
            <a:lvl1pPr marL="0" indent="0">
              <a:lnSpc>
                <a:spcPct val="90000"/>
              </a:lnSpc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AF1555CB-15BC-4181-B741-965A19E6BA91}"/>
              </a:ext>
            </a:extLst>
          </p:cNvPr>
          <p:cNvSpPr>
            <a:spLocks noGrp="1"/>
          </p:cNvSpPr>
          <p:nvPr userDrawn="1">
            <p:ph sz="quarter" idx="4"/>
          </p:nvPr>
        </p:nvSpPr>
        <p:spPr>
          <a:xfrm>
            <a:off x="4319831" y="1517904"/>
            <a:ext cx="3831692" cy="4110352"/>
          </a:xfrm>
          <a:ln w="12700">
            <a:noFill/>
          </a:ln>
        </p:spPr>
        <p:txBody>
          <a:bodyPr tIns="45720" bIns="91440"/>
          <a:lstStyle>
            <a:lvl1pPr marL="227013" indent="-227013">
              <a:lnSpc>
                <a:spcPct val="90000"/>
              </a:lnSpc>
              <a:buFont typeface="Century Gothic" panose="020B0502020202020204" pitchFamily="34" charset="0"/>
              <a:buChar char="•"/>
              <a:defRPr sz="1800"/>
            </a:lvl1pPr>
            <a:lvl2pPr marL="569913" indent="-225425">
              <a:lnSpc>
                <a:spcPct val="90000"/>
              </a:lnSpc>
              <a:buSzPct val="90000"/>
              <a:buFont typeface="Century Gothic" panose="020B0502020202020204" pitchFamily="34" charset="0"/>
              <a:buChar char="–"/>
              <a:defRPr sz="1600"/>
            </a:lvl2pPr>
            <a:lvl3pPr marL="860425" indent="-173038">
              <a:lnSpc>
                <a:spcPct val="90000"/>
              </a:lnSpc>
              <a:buFont typeface="Century Gothic" panose="020B0502020202020204" pitchFamily="34" charset="0"/>
              <a:buChar char="•"/>
              <a:defRPr sz="1400"/>
            </a:lvl3pPr>
            <a:lvl4pPr marL="1144588" indent="-173038">
              <a:lnSpc>
                <a:spcPct val="90000"/>
              </a:lnSpc>
              <a:buSzPct val="90000"/>
              <a:buFont typeface="Century Gothic" panose="020B0502020202020204" pitchFamily="34" charset="0"/>
              <a:buChar char="–"/>
              <a:defRPr sz="1200"/>
            </a:lvl4pPr>
            <a:lvl5pPr marL="1482725" indent="-222250">
              <a:lnSpc>
                <a:spcPct val="90000"/>
              </a:lnSpc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21FF3A3E-474D-4F1F-9B01-4428215B857D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8337939" y="966165"/>
            <a:ext cx="3797323" cy="457200"/>
          </a:xfrm>
          <a:noFill/>
          <a:ln w="12700">
            <a:noFill/>
          </a:ln>
        </p:spPr>
        <p:txBody>
          <a:bodyPr tIns="91440" bIns="91440" anchor="ctr"/>
          <a:lstStyle>
            <a:lvl1pPr marL="0" indent="0">
              <a:lnSpc>
                <a:spcPct val="90000"/>
              </a:lnSpc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EDB166DE-69D8-4E82-A304-FF11CEBD23D7}"/>
              </a:ext>
            </a:extLst>
          </p:cNvPr>
          <p:cNvSpPr>
            <a:spLocks noGrp="1"/>
          </p:cNvSpPr>
          <p:nvPr userDrawn="1">
            <p:ph sz="quarter" idx="11"/>
          </p:nvPr>
        </p:nvSpPr>
        <p:spPr>
          <a:xfrm>
            <a:off x="8345754" y="1517904"/>
            <a:ext cx="3797323" cy="4110352"/>
          </a:xfrm>
          <a:ln w="12700">
            <a:noFill/>
          </a:ln>
        </p:spPr>
        <p:txBody>
          <a:bodyPr tIns="45720" bIns="91440"/>
          <a:lstStyle>
            <a:lvl1pPr marL="227013" indent="-227013">
              <a:lnSpc>
                <a:spcPct val="90000"/>
              </a:lnSpc>
              <a:defRPr sz="1800"/>
            </a:lvl1pPr>
            <a:lvl2pPr marL="569913" indent="-225425">
              <a:lnSpc>
                <a:spcPct val="90000"/>
              </a:lnSpc>
              <a:buSzPct val="90000"/>
              <a:buFont typeface="Century Gothic" panose="020B0502020202020204" pitchFamily="34" charset="0"/>
              <a:buChar char="–"/>
              <a:defRPr sz="1600"/>
            </a:lvl2pPr>
            <a:lvl3pPr marL="860425" indent="-173038">
              <a:lnSpc>
                <a:spcPct val="90000"/>
              </a:lnSpc>
              <a:buFont typeface="Century Gothic" panose="020B0502020202020204" pitchFamily="34" charset="0"/>
              <a:buChar char="•"/>
              <a:defRPr sz="1400"/>
            </a:lvl3pPr>
            <a:lvl4pPr marL="1144588" indent="-173038">
              <a:lnSpc>
                <a:spcPct val="90000"/>
              </a:lnSpc>
              <a:buSzPct val="90000"/>
              <a:buFont typeface="Century Gothic" panose="020B0502020202020204" pitchFamily="34" charset="0"/>
              <a:buChar char="–"/>
              <a:defRPr sz="1200"/>
            </a:lvl4pPr>
            <a:lvl5pPr marL="1482725" indent="-222250">
              <a:lnSpc>
                <a:spcPct val="90000"/>
              </a:lnSpc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A1CB721-FBCB-4DC7-9C2A-15C90E984F90}"/>
              </a:ext>
            </a:extLst>
          </p:cNvPr>
          <p:cNvSpPr/>
          <p:nvPr userDrawn="1"/>
        </p:nvSpPr>
        <p:spPr>
          <a:xfrm>
            <a:off x="1773669" y="320040"/>
            <a:ext cx="10418331" cy="510909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9FDFB4D2-95C3-44FB-85E0-FB87B96D0DC8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773936" y="347472"/>
            <a:ext cx="10332720" cy="457200"/>
          </a:xfrm>
        </p:spPr>
        <p:txBody>
          <a:bodyPr anchor="ctr"/>
          <a:lstStyle>
            <a:lvl1pPr>
              <a:lnSpc>
                <a:spcPct val="90000"/>
              </a:lnSpc>
              <a:defRPr sz="2400" b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E38BD24-68BF-4642-BFC4-180B70D413B8}"/>
              </a:ext>
            </a:extLst>
          </p:cNvPr>
          <p:cNvSpPr/>
          <p:nvPr userDrawn="1"/>
        </p:nvSpPr>
        <p:spPr>
          <a:xfrm>
            <a:off x="0" y="320040"/>
            <a:ext cx="274320" cy="51090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CDDBDFD-39A6-0043-BAD4-065FAFF6A9DA}"/>
              </a:ext>
            </a:extLst>
          </p:cNvPr>
          <p:cNvSpPr/>
          <p:nvPr userDrawn="1"/>
        </p:nvSpPr>
        <p:spPr>
          <a:xfrm>
            <a:off x="274320" y="320040"/>
            <a:ext cx="1412673" cy="510909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F20E070A-FF02-490F-91F7-767E82133AD8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-4391" y="6626132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900" smtClean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3BD6692-283A-4A7F-AE4C-0175D48F79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3129" y="456244"/>
            <a:ext cx="1088136" cy="261860"/>
          </a:xfrm>
          <a:prstGeom prst="rect">
            <a:avLst/>
          </a:prstGeom>
        </p:spPr>
      </p:pic>
      <p:sp>
        <p:nvSpPr>
          <p:cNvPr id="26" name="Rectangle 256">
            <a:extLst>
              <a:ext uri="{FF2B5EF4-FFF2-40B4-BE49-F238E27FC236}">
                <a16:creationId xmlns:a16="http://schemas.microsoft.com/office/drawing/2014/main" id="{7312AC61-61BF-4F96-99DC-555BD73A05FA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8011069" y="6546080"/>
            <a:ext cx="3860800" cy="182562"/>
          </a:xfrm>
          <a:prstGeom prst="rect">
            <a:avLst/>
          </a:prstGeom>
          <a:ln/>
        </p:spPr>
        <p:txBody>
          <a:bodyPr anchor="ctr"/>
          <a:lstStyle/>
          <a:p>
            <a:pPr algn="r">
              <a:lnSpc>
                <a:spcPct val="90000"/>
              </a:lnSpc>
            </a:pPr>
            <a:r>
              <a:rPr lang="en-US" sz="1000" dirty="0">
                <a:solidFill>
                  <a:srgbClr val="BFBFBF"/>
                </a:solidFill>
                <a:latin typeface="+mn-lt"/>
                <a:cs typeface="Arial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476675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3 section science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D431D86-B4F2-4178-9479-C223044E67E1}"/>
              </a:ext>
            </a:extLst>
          </p:cNvPr>
          <p:cNvSpPr/>
          <p:nvPr userDrawn="1"/>
        </p:nvSpPr>
        <p:spPr>
          <a:xfrm>
            <a:off x="274320" y="948037"/>
            <a:ext cx="2874807" cy="48688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A568B759-9EAF-4F57-B09C-A71D9D5B516C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278816" y="966459"/>
            <a:ext cx="2881524" cy="457200"/>
          </a:xfrm>
          <a:noFill/>
          <a:ln w="12700">
            <a:noFill/>
          </a:ln>
        </p:spPr>
        <p:txBody>
          <a:bodyPr lIns="91440" tIns="45720" rIns="91440" bIns="45720" anchor="ctr"/>
          <a:lstStyle>
            <a:lvl1pPr marL="0" indent="0">
              <a:lnSpc>
                <a:spcPct val="90000"/>
              </a:lnSpc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DC80716-D7F2-40BD-B894-87B7C5521D93}"/>
              </a:ext>
            </a:extLst>
          </p:cNvPr>
          <p:cNvSpPr/>
          <p:nvPr userDrawn="1"/>
        </p:nvSpPr>
        <p:spPr>
          <a:xfrm>
            <a:off x="274319" y="1434925"/>
            <a:ext cx="2874807" cy="5201594"/>
          </a:xfrm>
          <a:prstGeom prst="rect">
            <a:avLst/>
          </a:prstGeom>
          <a:gradFill flip="none" rotWithShape="1">
            <a:gsLst>
              <a:gs pos="52000">
                <a:schemeClr val="bg1">
                  <a:lumMod val="95000"/>
                </a:schemeClr>
              </a:gs>
              <a:gs pos="0">
                <a:schemeClr val="bg2">
                  <a:alpha val="0"/>
                </a:schemeClr>
              </a:gs>
              <a:gs pos="100000">
                <a:srgbClr val="CFCFCF"/>
              </a:gs>
            </a:gsLst>
            <a:lin ang="162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772E6C0-3363-4678-BD7B-839981CFEC1B}"/>
              </a:ext>
            </a:extLst>
          </p:cNvPr>
          <p:cNvSpPr/>
          <p:nvPr userDrawn="1"/>
        </p:nvSpPr>
        <p:spPr>
          <a:xfrm>
            <a:off x="3288610" y="1434925"/>
            <a:ext cx="2874807" cy="5201594"/>
          </a:xfrm>
          <a:prstGeom prst="rect">
            <a:avLst/>
          </a:prstGeom>
          <a:gradFill flip="none" rotWithShape="1">
            <a:gsLst>
              <a:gs pos="52000">
                <a:schemeClr val="bg1">
                  <a:lumMod val="95000"/>
                </a:schemeClr>
              </a:gs>
              <a:gs pos="0">
                <a:schemeClr val="bg2">
                  <a:alpha val="0"/>
                </a:schemeClr>
              </a:gs>
              <a:gs pos="100000">
                <a:srgbClr val="CFCFCF"/>
              </a:gs>
            </a:gsLst>
            <a:lin ang="162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881C044-83B1-4BEC-A2A0-51CA4BF72CE4}"/>
              </a:ext>
            </a:extLst>
          </p:cNvPr>
          <p:cNvSpPr/>
          <p:nvPr userDrawn="1"/>
        </p:nvSpPr>
        <p:spPr>
          <a:xfrm>
            <a:off x="3288610" y="948037"/>
            <a:ext cx="2874805" cy="48688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04C995C-9C57-406C-A69D-7613F8F47165}"/>
              </a:ext>
            </a:extLst>
          </p:cNvPr>
          <p:cNvSpPr/>
          <p:nvPr userDrawn="1"/>
        </p:nvSpPr>
        <p:spPr>
          <a:xfrm>
            <a:off x="6302900" y="1434925"/>
            <a:ext cx="2874807" cy="5201594"/>
          </a:xfrm>
          <a:prstGeom prst="rect">
            <a:avLst/>
          </a:prstGeom>
          <a:gradFill flip="none" rotWithShape="1">
            <a:gsLst>
              <a:gs pos="52000">
                <a:schemeClr val="bg1">
                  <a:lumMod val="95000"/>
                </a:schemeClr>
              </a:gs>
              <a:gs pos="0">
                <a:schemeClr val="bg2">
                  <a:alpha val="0"/>
                </a:schemeClr>
              </a:gs>
              <a:gs pos="100000">
                <a:srgbClr val="CFCFCF"/>
              </a:gs>
            </a:gsLst>
            <a:lin ang="162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526A7F5-6E08-49A4-A894-85B35B49A075}"/>
              </a:ext>
            </a:extLst>
          </p:cNvPr>
          <p:cNvSpPr/>
          <p:nvPr userDrawn="1"/>
        </p:nvSpPr>
        <p:spPr>
          <a:xfrm>
            <a:off x="6302901" y="948037"/>
            <a:ext cx="2874807" cy="48688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25F09E4-91A6-437A-BED4-ED7995D473E7}"/>
              </a:ext>
            </a:extLst>
          </p:cNvPr>
          <p:cNvSpPr/>
          <p:nvPr userDrawn="1"/>
        </p:nvSpPr>
        <p:spPr>
          <a:xfrm>
            <a:off x="9317192" y="1434925"/>
            <a:ext cx="2874807" cy="5201594"/>
          </a:xfrm>
          <a:prstGeom prst="rect">
            <a:avLst/>
          </a:prstGeom>
          <a:gradFill flip="none" rotWithShape="1">
            <a:gsLst>
              <a:gs pos="52000">
                <a:schemeClr val="bg1">
                  <a:lumMod val="95000"/>
                </a:schemeClr>
              </a:gs>
              <a:gs pos="0">
                <a:schemeClr val="bg2">
                  <a:alpha val="0"/>
                </a:schemeClr>
              </a:gs>
              <a:gs pos="100000">
                <a:srgbClr val="CFCFCF"/>
              </a:gs>
            </a:gsLst>
            <a:lin ang="162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192D3D3-2A2D-4482-B3F5-B0CBCD39D93A}"/>
              </a:ext>
            </a:extLst>
          </p:cNvPr>
          <p:cNvSpPr/>
          <p:nvPr userDrawn="1"/>
        </p:nvSpPr>
        <p:spPr>
          <a:xfrm>
            <a:off x="9317193" y="948037"/>
            <a:ext cx="2874807" cy="48688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2AD586E-7375-402D-9BA8-7C07EB8240E8}"/>
              </a:ext>
            </a:extLst>
          </p:cNvPr>
          <p:cNvSpPr>
            <a:spLocks noGrp="1"/>
          </p:cNvSpPr>
          <p:nvPr userDrawn="1">
            <p:ph sz="half" idx="2"/>
          </p:nvPr>
        </p:nvSpPr>
        <p:spPr>
          <a:xfrm>
            <a:off x="283464" y="1517904"/>
            <a:ext cx="2843784" cy="5010912"/>
          </a:xfrm>
          <a:ln w="12700">
            <a:noFill/>
          </a:ln>
        </p:spPr>
        <p:txBody>
          <a:bodyPr tIns="45720" bIns="91440"/>
          <a:lstStyle>
            <a:lvl1pPr marL="227013" indent="-227013">
              <a:lnSpc>
                <a:spcPct val="90000"/>
              </a:lnSpc>
              <a:buFont typeface="Century Gothic" panose="020B0502020202020204" pitchFamily="34" charset="0"/>
              <a:buChar char="•"/>
              <a:defRPr sz="1800"/>
            </a:lvl1pPr>
            <a:lvl2pPr marL="569913" indent="-225425">
              <a:lnSpc>
                <a:spcPct val="90000"/>
              </a:lnSpc>
              <a:buSzPct val="90000"/>
              <a:buFont typeface="Century Gothic" panose="020B0502020202020204" pitchFamily="34" charset="0"/>
              <a:buChar char="–"/>
              <a:defRPr sz="1600"/>
            </a:lvl2pPr>
            <a:lvl3pPr marL="914400" indent="-227013">
              <a:lnSpc>
                <a:spcPct val="90000"/>
              </a:lnSpc>
              <a:buFont typeface="Century Gothic" panose="020B0502020202020204" pitchFamily="34" charset="0"/>
              <a:buChar char="•"/>
              <a:tabLst/>
              <a:defRPr sz="1400"/>
            </a:lvl3pPr>
            <a:lvl4pPr marL="1144588" indent="-173038">
              <a:lnSpc>
                <a:spcPct val="90000"/>
              </a:lnSpc>
              <a:buSzPct val="90000"/>
              <a:buFont typeface="Century Gothic" panose="020B0502020202020204" pitchFamily="34" charset="0"/>
              <a:buChar char="–"/>
              <a:defRPr sz="1200"/>
            </a:lvl4pPr>
            <a:lvl5pPr marL="1482725" indent="-222250">
              <a:lnSpc>
                <a:spcPct val="90000"/>
              </a:lnSpc>
              <a:buFont typeface="Arial" panose="020B0604020202020204" pitchFamily="34" charset="0"/>
              <a:buChar char="•"/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2A49DFE2-905F-42AB-9CE1-CCCD2BB9576B}"/>
              </a:ext>
            </a:extLst>
          </p:cNvPr>
          <p:cNvSpPr>
            <a:spLocks noGrp="1"/>
          </p:cNvSpPr>
          <p:nvPr userDrawn="1">
            <p:ph type="body" sz="quarter" idx="3"/>
          </p:nvPr>
        </p:nvSpPr>
        <p:spPr>
          <a:xfrm>
            <a:off x="3283916" y="969264"/>
            <a:ext cx="2881524" cy="457200"/>
          </a:xfrm>
          <a:noFill/>
          <a:ln w="12700">
            <a:noFill/>
          </a:ln>
        </p:spPr>
        <p:txBody>
          <a:bodyPr lIns="91440" tIns="45720" rIns="91440" bIns="45720" anchor="ctr"/>
          <a:lstStyle>
            <a:lvl1pPr marL="0" indent="0">
              <a:lnSpc>
                <a:spcPct val="90000"/>
              </a:lnSpc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AF1555CB-15BC-4181-B741-965A19E6BA91}"/>
              </a:ext>
            </a:extLst>
          </p:cNvPr>
          <p:cNvSpPr>
            <a:spLocks noGrp="1"/>
          </p:cNvSpPr>
          <p:nvPr userDrawn="1">
            <p:ph sz="quarter" idx="4"/>
          </p:nvPr>
        </p:nvSpPr>
        <p:spPr>
          <a:xfrm>
            <a:off x="3305378" y="1517904"/>
            <a:ext cx="2843784" cy="5010912"/>
          </a:xfrm>
          <a:ln w="12700">
            <a:noFill/>
          </a:ln>
        </p:spPr>
        <p:txBody>
          <a:bodyPr tIns="45720" bIns="91440"/>
          <a:lstStyle>
            <a:lvl1pPr marL="227013" indent="-227013">
              <a:lnSpc>
                <a:spcPct val="90000"/>
              </a:lnSpc>
              <a:buFont typeface="Century Gothic" panose="020B0502020202020204" pitchFamily="34" charset="0"/>
              <a:buChar char="•"/>
              <a:defRPr sz="1800"/>
            </a:lvl1pPr>
            <a:lvl2pPr marL="630238" indent="-285750">
              <a:lnSpc>
                <a:spcPct val="90000"/>
              </a:lnSpc>
              <a:buSzPct val="90000"/>
              <a:buFont typeface="Century Gothic" panose="020B0502020202020204" pitchFamily="34" charset="0"/>
              <a:buChar char="–"/>
              <a:defRPr lang="en-US" sz="1600" kern="1200" dirty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73137" indent="-285750">
              <a:lnSpc>
                <a:spcPct val="90000"/>
              </a:lnSpc>
              <a:buFont typeface="Century Gothic" panose="020B0502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>
              <a:lnSpc>
                <a:spcPct val="90000"/>
              </a:lnSpc>
              <a:defRPr sz="1200"/>
            </a:lvl4pPr>
            <a:lvl5pPr marL="1482725" indent="-222250">
              <a:lnSpc>
                <a:spcPct val="90000"/>
              </a:lnSpc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marL="569913" lvl="1" indent="-225425" algn="l" rtl="0" eaLnBrk="1" fontAlgn="base" hangingPunct="1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1"/>
              </a:buClr>
              <a:buSzPct val="90000"/>
              <a:buFont typeface="Century Gothic" panose="020B0502020202020204" pitchFamily="34" charset="0"/>
              <a:buChar char="–"/>
            </a:pPr>
            <a:r>
              <a:rPr lang="en-US" dirty="0"/>
              <a:t>Second level</a:t>
            </a:r>
          </a:p>
          <a:p>
            <a:pPr marL="914400" lvl="2" indent="-227013" algn="l" rtl="0" eaLnBrk="1" fontAlgn="base" hangingPunct="1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1"/>
              </a:buClr>
              <a:buSzPct val="90000"/>
              <a:buFont typeface="Century Gothic" panose="020B0502020202020204" pitchFamily="34" charset="0"/>
              <a:buChar char="•"/>
              <a:tabLst/>
            </a:pPr>
            <a:r>
              <a:rPr lang="en-US" dirty="0"/>
              <a:t>Third level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21FF3A3E-474D-4F1F-9B01-4428215B857D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6304922" y="969264"/>
            <a:ext cx="2868091" cy="457200"/>
          </a:xfrm>
          <a:noFill/>
          <a:ln w="12700">
            <a:noFill/>
          </a:ln>
        </p:spPr>
        <p:txBody>
          <a:bodyPr lIns="91440" tIns="45720" rIns="91440" bIns="45720" anchor="ctr"/>
          <a:lstStyle>
            <a:lvl1pPr marL="0" indent="0">
              <a:lnSpc>
                <a:spcPct val="90000"/>
              </a:lnSpc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EDB166DE-69D8-4E82-A304-FF11CEBD23D7}"/>
              </a:ext>
            </a:extLst>
          </p:cNvPr>
          <p:cNvSpPr>
            <a:spLocks noGrp="1"/>
          </p:cNvSpPr>
          <p:nvPr userDrawn="1">
            <p:ph sz="quarter" idx="11"/>
          </p:nvPr>
        </p:nvSpPr>
        <p:spPr>
          <a:xfrm>
            <a:off x="6312952" y="1517904"/>
            <a:ext cx="2843784" cy="5010912"/>
          </a:xfrm>
          <a:ln w="12700">
            <a:noFill/>
          </a:ln>
        </p:spPr>
        <p:txBody>
          <a:bodyPr tIns="45720" bIns="91440"/>
          <a:lstStyle>
            <a:lvl1pPr marL="227013" indent="-227013">
              <a:lnSpc>
                <a:spcPct val="90000"/>
              </a:lnSpc>
              <a:buFont typeface="Century Gothic" panose="020B0502020202020204" pitchFamily="34" charset="0"/>
              <a:buChar char="•"/>
              <a:defRPr sz="1800"/>
            </a:lvl1pPr>
            <a:lvl2pPr marL="630238" indent="-285750">
              <a:lnSpc>
                <a:spcPct val="90000"/>
              </a:lnSpc>
              <a:buSzPct val="90000"/>
              <a:buFont typeface="Century Gothic" panose="020B0502020202020204" pitchFamily="34" charset="0"/>
              <a:buChar char="–"/>
              <a:defRPr lang="en-US" sz="1600" kern="1200" dirty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73137" indent="-285750">
              <a:lnSpc>
                <a:spcPct val="90000"/>
              </a:lnSpc>
              <a:buFont typeface="Century Gothic" panose="020B0502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144588" indent="-173038">
              <a:lnSpc>
                <a:spcPct val="90000"/>
              </a:lnSpc>
              <a:buSzPct val="90000"/>
              <a:buFont typeface="Century Gothic" panose="020B0502020202020204" pitchFamily="34" charset="0"/>
              <a:buChar char="–"/>
              <a:defRPr sz="1200"/>
            </a:lvl4pPr>
            <a:lvl5pPr marL="1482725" indent="-222250">
              <a:lnSpc>
                <a:spcPct val="90000"/>
              </a:lnSpc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marL="569913" lvl="1" indent="-225425" algn="l" rtl="0" eaLnBrk="1" fontAlgn="base" hangingPunct="1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1"/>
              </a:buClr>
              <a:buSzPct val="90000"/>
              <a:buFont typeface="Century Gothic" panose="020B0502020202020204" pitchFamily="34" charset="0"/>
              <a:buChar char="–"/>
            </a:pPr>
            <a:r>
              <a:rPr lang="en-US" dirty="0"/>
              <a:t>Second level</a:t>
            </a:r>
          </a:p>
          <a:p>
            <a:pPr marL="914400" lvl="2" indent="-227013" algn="l" rtl="0" eaLnBrk="1" fontAlgn="base" hangingPunct="1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1"/>
              </a:buClr>
              <a:buSzPct val="90000"/>
              <a:buFont typeface="Century Gothic" panose="020B0502020202020204" pitchFamily="34" charset="0"/>
              <a:buChar char="•"/>
              <a:tabLst/>
            </a:pPr>
            <a:r>
              <a:rPr lang="en-US" dirty="0"/>
              <a:t>Third level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A1CB721-FBCB-4DC7-9C2A-15C90E984F90}"/>
              </a:ext>
            </a:extLst>
          </p:cNvPr>
          <p:cNvSpPr/>
          <p:nvPr userDrawn="1"/>
        </p:nvSpPr>
        <p:spPr>
          <a:xfrm>
            <a:off x="1773669" y="320040"/>
            <a:ext cx="10418331" cy="510909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9FDFB4D2-95C3-44FB-85E0-FB87B96D0DC8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773669" y="347472"/>
            <a:ext cx="10332720" cy="457200"/>
          </a:xfrm>
        </p:spPr>
        <p:txBody>
          <a:bodyPr anchor="ctr"/>
          <a:lstStyle>
            <a:lvl1pPr>
              <a:lnSpc>
                <a:spcPct val="90000"/>
              </a:lnSpc>
              <a:defRPr sz="2400" b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E38BD24-68BF-4642-BFC4-180B70D413B8}"/>
              </a:ext>
            </a:extLst>
          </p:cNvPr>
          <p:cNvSpPr/>
          <p:nvPr userDrawn="1"/>
        </p:nvSpPr>
        <p:spPr>
          <a:xfrm>
            <a:off x="0" y="320040"/>
            <a:ext cx="274320" cy="51090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CDDBDFD-39A6-0043-BAD4-065FAFF6A9DA}"/>
              </a:ext>
            </a:extLst>
          </p:cNvPr>
          <p:cNvSpPr/>
          <p:nvPr userDrawn="1"/>
        </p:nvSpPr>
        <p:spPr>
          <a:xfrm>
            <a:off x="274320" y="320040"/>
            <a:ext cx="1412673" cy="510909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F20E070A-FF02-490F-91F7-767E82133AD8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-4391" y="6626132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900" smtClean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3BD6692-283A-4A7F-AE4C-0175D48F79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3129" y="456244"/>
            <a:ext cx="1088136" cy="261860"/>
          </a:xfrm>
          <a:prstGeom prst="rect">
            <a:avLst/>
          </a:prstGeom>
        </p:spPr>
      </p:pic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757D323C-D2DD-42C4-81D6-6224EE035EE4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9312498" y="969264"/>
            <a:ext cx="2879502" cy="457200"/>
          </a:xfrm>
          <a:noFill/>
          <a:ln w="12700">
            <a:noFill/>
          </a:ln>
        </p:spPr>
        <p:txBody>
          <a:bodyPr lIns="91440" tIns="45720" rIns="91440" bIns="45720" anchor="ctr"/>
          <a:lstStyle>
            <a:lvl1pPr marL="0" indent="0">
              <a:lnSpc>
                <a:spcPct val="90000"/>
              </a:lnSpc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0" name="Content Placeholder 5">
            <a:extLst>
              <a:ext uri="{FF2B5EF4-FFF2-40B4-BE49-F238E27FC236}">
                <a16:creationId xmlns:a16="http://schemas.microsoft.com/office/drawing/2014/main" id="{6D6262AB-5413-4C3B-B769-39B07A6E5626}"/>
              </a:ext>
            </a:extLst>
          </p:cNvPr>
          <p:cNvSpPr>
            <a:spLocks noGrp="1"/>
          </p:cNvSpPr>
          <p:nvPr userDrawn="1">
            <p:ph sz="quarter" idx="13"/>
          </p:nvPr>
        </p:nvSpPr>
        <p:spPr>
          <a:xfrm>
            <a:off x="9331938" y="1517904"/>
            <a:ext cx="2843784" cy="5010912"/>
          </a:xfrm>
          <a:ln w="12700">
            <a:noFill/>
          </a:ln>
        </p:spPr>
        <p:txBody>
          <a:bodyPr tIns="45720" bIns="91440"/>
          <a:lstStyle>
            <a:lvl1pPr marL="227013" indent="-227013">
              <a:lnSpc>
                <a:spcPct val="90000"/>
              </a:lnSpc>
              <a:buFont typeface="Century Gothic" panose="020B0502020202020204" pitchFamily="34" charset="0"/>
              <a:buChar char="•"/>
              <a:defRPr sz="1800"/>
            </a:lvl1pPr>
            <a:lvl2pPr marL="630238" indent="-285750">
              <a:lnSpc>
                <a:spcPct val="90000"/>
              </a:lnSpc>
              <a:buSzPct val="90000"/>
              <a:buFont typeface="Century Gothic" panose="020B0502020202020204" pitchFamily="34" charset="0"/>
              <a:buChar char="–"/>
              <a:defRPr lang="en-US" sz="1600" kern="1200" dirty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73137" indent="-285750">
              <a:lnSpc>
                <a:spcPct val="90000"/>
              </a:lnSpc>
              <a:buFont typeface="Century Gothic" panose="020B0502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144588" indent="-173038">
              <a:lnSpc>
                <a:spcPct val="90000"/>
              </a:lnSpc>
              <a:buSzPct val="90000"/>
              <a:buFont typeface="Century Gothic" panose="020B0502020202020204" pitchFamily="34" charset="0"/>
              <a:buChar char="–"/>
              <a:defRPr sz="1200"/>
            </a:lvl4pPr>
            <a:lvl5pPr marL="1482725" indent="-222250">
              <a:lnSpc>
                <a:spcPct val="90000"/>
              </a:lnSpc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marL="569913" lvl="1" indent="-225425" algn="l" rtl="0" eaLnBrk="1" fontAlgn="base" hangingPunct="1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1"/>
              </a:buClr>
              <a:buSzPct val="90000"/>
              <a:buFont typeface="Century Gothic" panose="020B0502020202020204" pitchFamily="34" charset="0"/>
              <a:buChar char="–"/>
            </a:pPr>
            <a:r>
              <a:rPr lang="en-US" dirty="0"/>
              <a:t>Second level</a:t>
            </a:r>
          </a:p>
          <a:p>
            <a:pPr marL="914400" lvl="2" indent="-227013" algn="l" rtl="0" eaLnBrk="1" fontAlgn="base" hangingPunct="1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1"/>
              </a:buClr>
              <a:buSzPct val="90000"/>
              <a:buFont typeface="Century Gothic" panose="020B0502020202020204" pitchFamily="34" charset="0"/>
              <a:buChar char="•"/>
              <a:tabLst/>
            </a:pPr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0393661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k green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ED81066A-C24A-4E74-9351-F12B6561E2D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5637" y="1083755"/>
            <a:ext cx="5486764" cy="4219290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272F0CA-07C0-447D-AD25-74BF79400D69}"/>
              </a:ext>
            </a:extLst>
          </p:cNvPr>
          <p:cNvSpPr/>
          <p:nvPr userDrawn="1"/>
        </p:nvSpPr>
        <p:spPr>
          <a:xfrm>
            <a:off x="274320" y="1078992"/>
            <a:ext cx="5821680" cy="4221671"/>
          </a:xfrm>
          <a:prstGeom prst="rect">
            <a:avLst/>
          </a:prstGeom>
          <a:solidFill>
            <a:srgbClr val="CFCFCF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8079" y="1275788"/>
            <a:ext cx="5537405" cy="978729"/>
          </a:xfrm>
        </p:spPr>
        <p:txBody>
          <a:bodyPr/>
          <a:lstStyle>
            <a:lvl1pPr>
              <a:lnSpc>
                <a:spcPct val="90000"/>
              </a:lnSpc>
              <a:defRPr sz="3200" b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3439C5-4231-ED43-91B8-86779195C116}"/>
              </a:ext>
            </a:extLst>
          </p:cNvPr>
          <p:cNvSpPr/>
          <p:nvPr userDrawn="1"/>
        </p:nvSpPr>
        <p:spPr>
          <a:xfrm>
            <a:off x="0" y="320040"/>
            <a:ext cx="274320" cy="51090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C7DBBE-95AC-E843-979A-A1A45836011E}"/>
              </a:ext>
            </a:extLst>
          </p:cNvPr>
          <p:cNvSpPr/>
          <p:nvPr userDrawn="1"/>
        </p:nvSpPr>
        <p:spPr>
          <a:xfrm>
            <a:off x="274320" y="320040"/>
            <a:ext cx="1412673" cy="510909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Rectangle 6">
            <a:extLst>
              <a:ext uri="{FF2B5EF4-FFF2-40B4-BE49-F238E27FC236}">
                <a16:creationId xmlns:a16="http://schemas.microsoft.com/office/drawing/2014/main" id="{29C1BABE-6AB9-4F04-A1D6-C28E4287362E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-4391" y="6626132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900" smtClean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D325F85-B4F1-4C5D-855D-1BE9D9C179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3129" y="456244"/>
            <a:ext cx="1088136" cy="261860"/>
          </a:xfrm>
          <a:prstGeom prst="rect">
            <a:avLst/>
          </a:prstGeom>
        </p:spPr>
      </p:pic>
      <p:sp>
        <p:nvSpPr>
          <p:cNvPr id="10" name="Line 5">
            <a:extLst>
              <a:ext uri="{FF2B5EF4-FFF2-40B4-BE49-F238E27FC236}">
                <a16:creationId xmlns:a16="http://schemas.microsoft.com/office/drawing/2014/main" id="{1F888CF4-3F65-4925-A47B-614AFCDC0550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8004175" y="822325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8" name="Line 6">
            <a:extLst>
              <a:ext uri="{FF2B5EF4-FFF2-40B4-BE49-F238E27FC236}">
                <a16:creationId xmlns:a16="http://schemas.microsoft.com/office/drawing/2014/main" id="{4CFFE01C-81C8-4437-B6F5-7BAAEE5FC29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8004175" y="822325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24" name="Freeform 7">
            <a:extLst>
              <a:ext uri="{FF2B5EF4-FFF2-40B4-BE49-F238E27FC236}">
                <a16:creationId xmlns:a16="http://schemas.microsoft.com/office/drawing/2014/main" id="{1B955FFA-B6F5-4CDD-940A-DB05FD68B7CA}"/>
              </a:ext>
            </a:extLst>
          </p:cNvPr>
          <p:cNvSpPr>
            <a:spLocks/>
          </p:cNvSpPr>
          <p:nvPr userDrawn="1"/>
        </p:nvSpPr>
        <p:spPr bwMode="auto">
          <a:xfrm>
            <a:off x="6096000" y="0"/>
            <a:ext cx="6096000" cy="6858000"/>
          </a:xfrm>
          <a:custGeom>
            <a:avLst/>
            <a:gdLst>
              <a:gd name="T0" fmla="*/ 3049 w 3388"/>
              <a:gd name="T1" fmla="*/ 0 h 3815"/>
              <a:gd name="T2" fmla="*/ 3049 w 3388"/>
              <a:gd name="T3" fmla="*/ 2951 h 3815"/>
              <a:gd name="T4" fmla="*/ 0 w 3388"/>
              <a:gd name="T5" fmla="*/ 2951 h 3815"/>
              <a:gd name="T6" fmla="*/ 0 w 3388"/>
              <a:gd name="T7" fmla="*/ 3815 h 3815"/>
              <a:gd name="T8" fmla="*/ 3388 w 3388"/>
              <a:gd name="T9" fmla="*/ 3815 h 3815"/>
              <a:gd name="T10" fmla="*/ 3388 w 3388"/>
              <a:gd name="T11" fmla="*/ 2969 h 3815"/>
              <a:gd name="T12" fmla="*/ 3388 w 3388"/>
              <a:gd name="T13" fmla="*/ 2951 h 3815"/>
              <a:gd name="T14" fmla="*/ 3388 w 3388"/>
              <a:gd name="T15" fmla="*/ 0 h 3815"/>
              <a:gd name="T16" fmla="*/ 3049 w 3388"/>
              <a:gd name="T17" fmla="*/ 0 h 38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388" h="3815">
                <a:moveTo>
                  <a:pt x="3049" y="0"/>
                </a:moveTo>
                <a:lnTo>
                  <a:pt x="3049" y="2951"/>
                </a:lnTo>
                <a:lnTo>
                  <a:pt x="0" y="2951"/>
                </a:lnTo>
                <a:lnTo>
                  <a:pt x="0" y="3815"/>
                </a:lnTo>
                <a:lnTo>
                  <a:pt x="3388" y="3815"/>
                </a:lnTo>
                <a:lnTo>
                  <a:pt x="3388" y="2969"/>
                </a:lnTo>
                <a:lnTo>
                  <a:pt x="3388" y="2951"/>
                </a:lnTo>
                <a:lnTo>
                  <a:pt x="3388" y="0"/>
                </a:lnTo>
                <a:lnTo>
                  <a:pt x="3049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A5F7EA9-E5C6-4376-AC5D-CA0B1DA0A2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88079" y="2453317"/>
            <a:ext cx="5512904" cy="2690184"/>
          </a:xfrm>
        </p:spPr>
        <p:txBody>
          <a:bodyPr/>
          <a:lstStyle>
            <a:lvl1pPr marL="287338" indent="-287338">
              <a:lnSpc>
                <a:spcPct val="90000"/>
              </a:lnSpc>
              <a:buClr>
                <a:schemeClr val="tx1"/>
              </a:buClr>
              <a:buFont typeface="Century Gothic" panose="020B0502020202020204" pitchFamily="34" charset="0"/>
              <a:buChar char="•"/>
              <a:defRPr sz="2000">
                <a:latin typeface="Century Gothic" panose="020B0502020202020204" pitchFamily="34" charset="0"/>
              </a:defRPr>
            </a:lvl1pPr>
            <a:lvl2pPr marL="688975" indent="-285750">
              <a:lnSpc>
                <a:spcPct val="90000"/>
              </a:lnSpc>
              <a:buClr>
                <a:schemeClr val="tx1"/>
              </a:buClr>
              <a:buFont typeface="Century Gothic" panose="020B0502020202020204" pitchFamily="34" charset="0"/>
              <a:buChar char="–"/>
              <a:defRPr lang="en-US" sz="1800" kern="1200" dirty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>
              <a:defRPr sz="1600"/>
            </a:lvl3pPr>
            <a:lvl4pPr>
              <a:defRPr sz="1400"/>
            </a:lvl4pPr>
            <a:lvl5pPr marL="1482725" indent="-2222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marL="688975" lvl="1" indent="-285750" algn="l" rtl="0" eaLnBrk="1" fontAlgn="base" hangingPunct="1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1"/>
              </a:buClr>
              <a:buSzPct val="90000"/>
              <a:buFont typeface="Century Gothic" panose="020B0502020202020204" pitchFamily="34" charset="0"/>
              <a:buChar char="–"/>
            </a:pPr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2670826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k green picture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ED81066A-C24A-4E74-9351-F12B6561E2D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5636" y="1078992"/>
            <a:ext cx="5487073" cy="4224052"/>
          </a:xfrm>
          <a:noFill/>
        </p:spPr>
        <p:txBody>
          <a:bodyPr/>
          <a:lstStyle>
            <a:lvl1pPr marL="0" indent="0">
              <a:buFont typeface="Century Gothic" panose="020B0502020202020204" pitchFamily="34" charset="0"/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272F0CA-07C0-447D-AD25-74BF79400D69}"/>
              </a:ext>
            </a:extLst>
          </p:cNvPr>
          <p:cNvSpPr/>
          <p:nvPr userDrawn="1"/>
        </p:nvSpPr>
        <p:spPr>
          <a:xfrm>
            <a:off x="274320" y="1078992"/>
            <a:ext cx="5821680" cy="5779008"/>
          </a:xfrm>
          <a:prstGeom prst="rect">
            <a:avLst/>
          </a:prstGeom>
          <a:solidFill>
            <a:srgbClr val="CFCFCF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8079" y="1275788"/>
            <a:ext cx="5537405" cy="978729"/>
          </a:xfrm>
        </p:spPr>
        <p:txBody>
          <a:bodyPr/>
          <a:lstStyle>
            <a:lvl1pPr>
              <a:lnSpc>
                <a:spcPct val="90000"/>
              </a:lnSpc>
              <a:defRPr sz="3200" b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8079" y="2453316"/>
            <a:ext cx="5512904" cy="4163291"/>
          </a:xfrm>
        </p:spPr>
        <p:txBody>
          <a:bodyPr/>
          <a:lstStyle>
            <a:lvl1pPr marL="287338" indent="-287338">
              <a:lnSpc>
                <a:spcPct val="90000"/>
              </a:lnSpc>
              <a:buClr>
                <a:schemeClr val="tx1"/>
              </a:buClr>
              <a:buFont typeface="Century Gothic" panose="020B0502020202020204" pitchFamily="34" charset="0"/>
              <a:buChar char="•"/>
              <a:defRPr sz="2000">
                <a:latin typeface="Century Gothic" panose="020B0502020202020204" pitchFamily="34" charset="0"/>
              </a:defRPr>
            </a:lvl1pPr>
            <a:lvl2pPr marL="688975" indent="-285750">
              <a:lnSpc>
                <a:spcPct val="90000"/>
              </a:lnSpc>
              <a:buClr>
                <a:schemeClr val="tx1"/>
              </a:buClr>
              <a:buFont typeface="Century Gothic" panose="020B0502020202020204" pitchFamily="34" charset="0"/>
              <a:buChar char="–"/>
              <a:defRPr lang="en-US" sz="1800" kern="1200" dirty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>
              <a:defRPr sz="1600"/>
            </a:lvl3pPr>
            <a:lvl4pPr>
              <a:defRPr sz="1400"/>
            </a:lvl4pPr>
            <a:lvl5pPr marL="1482725" indent="-2222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marL="688975" lvl="1" indent="-285750" algn="l" rtl="0" eaLnBrk="1" fontAlgn="base" hangingPunct="1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1"/>
              </a:buClr>
              <a:buSzPct val="90000"/>
              <a:buFont typeface="Century Gothic" panose="020B0502020202020204" pitchFamily="34" charset="0"/>
              <a:buChar char="–"/>
            </a:pPr>
            <a:r>
              <a:rPr lang="en-US" dirty="0"/>
              <a:t>Second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0DB01C-0316-7441-9D7D-F96D7A49FEAC}"/>
              </a:ext>
            </a:extLst>
          </p:cNvPr>
          <p:cNvSpPr/>
          <p:nvPr userDrawn="1"/>
        </p:nvSpPr>
        <p:spPr>
          <a:xfrm>
            <a:off x="0" y="320040"/>
            <a:ext cx="274320" cy="51090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70CC82-0B8B-1D4B-9F0D-823E1CAB4A9C}"/>
              </a:ext>
            </a:extLst>
          </p:cNvPr>
          <p:cNvSpPr/>
          <p:nvPr userDrawn="1"/>
        </p:nvSpPr>
        <p:spPr>
          <a:xfrm>
            <a:off x="274320" y="320040"/>
            <a:ext cx="1412673" cy="510909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732E67AB-06CD-417E-82A6-C485A480337A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-4391" y="6626132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900" smtClean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8EB24F-FBB3-41E8-90F7-B4AA493C6F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3129" y="456244"/>
            <a:ext cx="1088136" cy="261860"/>
          </a:xfrm>
          <a:prstGeom prst="rect">
            <a:avLst/>
          </a:prstGeom>
        </p:spPr>
      </p:pic>
      <p:sp>
        <p:nvSpPr>
          <p:cNvPr id="16" name="Freeform 7">
            <a:extLst>
              <a:ext uri="{FF2B5EF4-FFF2-40B4-BE49-F238E27FC236}">
                <a16:creationId xmlns:a16="http://schemas.microsoft.com/office/drawing/2014/main" id="{2A500EEB-73EC-4C16-8273-4ED5425DD64C}"/>
              </a:ext>
            </a:extLst>
          </p:cNvPr>
          <p:cNvSpPr>
            <a:spLocks/>
          </p:cNvSpPr>
          <p:nvPr userDrawn="1"/>
        </p:nvSpPr>
        <p:spPr bwMode="auto">
          <a:xfrm>
            <a:off x="6096000" y="0"/>
            <a:ext cx="6096000" cy="6858000"/>
          </a:xfrm>
          <a:custGeom>
            <a:avLst/>
            <a:gdLst>
              <a:gd name="T0" fmla="*/ 3049 w 3388"/>
              <a:gd name="T1" fmla="*/ 0 h 3815"/>
              <a:gd name="T2" fmla="*/ 3049 w 3388"/>
              <a:gd name="T3" fmla="*/ 2951 h 3815"/>
              <a:gd name="T4" fmla="*/ 0 w 3388"/>
              <a:gd name="T5" fmla="*/ 2951 h 3815"/>
              <a:gd name="T6" fmla="*/ 0 w 3388"/>
              <a:gd name="T7" fmla="*/ 3815 h 3815"/>
              <a:gd name="T8" fmla="*/ 3388 w 3388"/>
              <a:gd name="T9" fmla="*/ 3815 h 3815"/>
              <a:gd name="T10" fmla="*/ 3388 w 3388"/>
              <a:gd name="T11" fmla="*/ 2969 h 3815"/>
              <a:gd name="T12" fmla="*/ 3388 w 3388"/>
              <a:gd name="T13" fmla="*/ 2951 h 3815"/>
              <a:gd name="T14" fmla="*/ 3388 w 3388"/>
              <a:gd name="T15" fmla="*/ 0 h 3815"/>
              <a:gd name="T16" fmla="*/ 3049 w 3388"/>
              <a:gd name="T17" fmla="*/ 0 h 38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388" h="3815">
                <a:moveTo>
                  <a:pt x="3049" y="0"/>
                </a:moveTo>
                <a:lnTo>
                  <a:pt x="3049" y="2951"/>
                </a:lnTo>
                <a:lnTo>
                  <a:pt x="0" y="2951"/>
                </a:lnTo>
                <a:lnTo>
                  <a:pt x="0" y="3815"/>
                </a:lnTo>
                <a:lnTo>
                  <a:pt x="3388" y="3815"/>
                </a:lnTo>
                <a:lnTo>
                  <a:pt x="3388" y="2969"/>
                </a:lnTo>
                <a:lnTo>
                  <a:pt x="3388" y="2951"/>
                </a:lnTo>
                <a:lnTo>
                  <a:pt x="3388" y="0"/>
                </a:lnTo>
                <a:lnTo>
                  <a:pt x="3049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30256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k green picture layou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ED81066A-C24A-4E74-9351-F12B6561E2D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20595" y="1078989"/>
            <a:ext cx="7464186" cy="4226003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272F0CA-07C0-447D-AD25-74BF79400D69}"/>
              </a:ext>
            </a:extLst>
          </p:cNvPr>
          <p:cNvSpPr/>
          <p:nvPr userDrawn="1"/>
        </p:nvSpPr>
        <p:spPr>
          <a:xfrm>
            <a:off x="274321" y="1078991"/>
            <a:ext cx="3846274" cy="5779007"/>
          </a:xfrm>
          <a:prstGeom prst="rect">
            <a:avLst/>
          </a:prstGeom>
          <a:solidFill>
            <a:srgbClr val="CFCFCF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079" y="1275788"/>
            <a:ext cx="3576228" cy="979691"/>
          </a:xfrm>
        </p:spPr>
        <p:txBody>
          <a:bodyPr/>
          <a:lstStyle>
            <a:lvl1pPr>
              <a:lnSpc>
                <a:spcPct val="90000"/>
              </a:lnSpc>
              <a:defRPr sz="3200" b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8079" y="2800350"/>
            <a:ext cx="3541945" cy="3816258"/>
          </a:xfrm>
        </p:spPr>
        <p:txBody>
          <a:bodyPr/>
          <a:lstStyle>
            <a:lvl1pPr marL="287338" indent="-287338">
              <a:lnSpc>
                <a:spcPct val="90000"/>
              </a:lnSpc>
              <a:buClr>
                <a:schemeClr val="tx1"/>
              </a:buClr>
              <a:buFont typeface="Century Gothic" panose="020B0502020202020204" pitchFamily="34" charset="0"/>
              <a:buChar char="•"/>
              <a:defRPr sz="2000">
                <a:latin typeface="Century Gothic" panose="020B0502020202020204" pitchFamily="34" charset="0"/>
              </a:defRPr>
            </a:lvl1pPr>
            <a:lvl2pPr marL="688975" indent="-285750">
              <a:lnSpc>
                <a:spcPct val="90000"/>
              </a:lnSpc>
              <a:buClr>
                <a:schemeClr val="tx1"/>
              </a:buClr>
              <a:buFont typeface="Century Gothic" panose="020B0502020202020204" pitchFamily="34" charset="0"/>
              <a:buChar char="–"/>
              <a:defRPr lang="en-US" sz="1800" kern="1200" dirty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>
              <a:defRPr sz="1600"/>
            </a:lvl3pPr>
            <a:lvl4pPr>
              <a:defRPr sz="1400"/>
            </a:lvl4pPr>
            <a:lvl5pPr marL="1482725" indent="-2222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marL="688975" lvl="1" indent="-285750" algn="l" rtl="0" eaLnBrk="1" fontAlgn="base" hangingPunct="1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1"/>
              </a:buClr>
              <a:buSzPct val="90000"/>
              <a:buFont typeface="Century Gothic" panose="020B0502020202020204" pitchFamily="34" charset="0"/>
              <a:buChar char="–"/>
            </a:pPr>
            <a:r>
              <a:rPr lang="en-US" dirty="0"/>
              <a:t>Second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0DB01C-0316-7441-9D7D-F96D7A49FEAC}"/>
              </a:ext>
            </a:extLst>
          </p:cNvPr>
          <p:cNvSpPr/>
          <p:nvPr userDrawn="1"/>
        </p:nvSpPr>
        <p:spPr>
          <a:xfrm>
            <a:off x="0" y="320040"/>
            <a:ext cx="274320" cy="51090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70CC82-0B8B-1D4B-9F0D-823E1CAB4A9C}"/>
              </a:ext>
            </a:extLst>
          </p:cNvPr>
          <p:cNvSpPr/>
          <p:nvPr userDrawn="1"/>
        </p:nvSpPr>
        <p:spPr>
          <a:xfrm>
            <a:off x="274320" y="320040"/>
            <a:ext cx="1412673" cy="510909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732E67AB-06CD-417E-82A6-C485A480337A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-4391" y="6626132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900" smtClean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8EB24F-FBB3-41E8-90F7-B4AA493C6F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3129" y="456244"/>
            <a:ext cx="1088136" cy="261860"/>
          </a:xfrm>
          <a:prstGeom prst="rect">
            <a:avLst/>
          </a:prstGeom>
        </p:spPr>
      </p:pic>
      <p:sp>
        <p:nvSpPr>
          <p:cNvPr id="8" name="Freeform 5">
            <a:extLst>
              <a:ext uri="{FF2B5EF4-FFF2-40B4-BE49-F238E27FC236}">
                <a16:creationId xmlns:a16="http://schemas.microsoft.com/office/drawing/2014/main" id="{E0FFF716-AFC7-4054-A1F8-2C39C30731D0}"/>
              </a:ext>
            </a:extLst>
          </p:cNvPr>
          <p:cNvSpPr>
            <a:spLocks/>
          </p:cNvSpPr>
          <p:nvPr userDrawn="1"/>
        </p:nvSpPr>
        <p:spPr bwMode="auto">
          <a:xfrm>
            <a:off x="4120595" y="1"/>
            <a:ext cx="8071405" cy="6857998"/>
          </a:xfrm>
          <a:custGeom>
            <a:avLst/>
            <a:gdLst>
              <a:gd name="T0" fmla="*/ 4151 w 4490"/>
              <a:gd name="T1" fmla="*/ 0 h 3815"/>
              <a:gd name="T2" fmla="*/ 4151 w 4490"/>
              <a:gd name="T3" fmla="*/ 2951 h 3815"/>
              <a:gd name="T4" fmla="*/ 0 w 4490"/>
              <a:gd name="T5" fmla="*/ 2951 h 3815"/>
              <a:gd name="T6" fmla="*/ 0 w 4490"/>
              <a:gd name="T7" fmla="*/ 3815 h 3815"/>
              <a:gd name="T8" fmla="*/ 4490 w 4490"/>
              <a:gd name="T9" fmla="*/ 3815 h 3815"/>
              <a:gd name="T10" fmla="*/ 4490 w 4490"/>
              <a:gd name="T11" fmla="*/ 2969 h 3815"/>
              <a:gd name="T12" fmla="*/ 4490 w 4490"/>
              <a:gd name="T13" fmla="*/ 2951 h 3815"/>
              <a:gd name="T14" fmla="*/ 4490 w 4490"/>
              <a:gd name="T15" fmla="*/ 0 h 3815"/>
              <a:gd name="T16" fmla="*/ 4151 w 4490"/>
              <a:gd name="T17" fmla="*/ 0 h 3815"/>
              <a:gd name="T18" fmla="*/ 4151 w 4490"/>
              <a:gd name="T19" fmla="*/ 0 h 38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490" h="3815">
                <a:moveTo>
                  <a:pt x="4151" y="0"/>
                </a:moveTo>
                <a:lnTo>
                  <a:pt x="4151" y="2951"/>
                </a:lnTo>
                <a:lnTo>
                  <a:pt x="0" y="2951"/>
                </a:lnTo>
                <a:lnTo>
                  <a:pt x="0" y="3815"/>
                </a:lnTo>
                <a:lnTo>
                  <a:pt x="4490" y="3815"/>
                </a:lnTo>
                <a:lnTo>
                  <a:pt x="4490" y="2969"/>
                </a:lnTo>
                <a:lnTo>
                  <a:pt x="4490" y="2951"/>
                </a:lnTo>
                <a:lnTo>
                  <a:pt x="4490" y="0"/>
                </a:lnTo>
                <a:lnTo>
                  <a:pt x="4151" y="0"/>
                </a:lnTo>
                <a:lnTo>
                  <a:pt x="4151" y="0"/>
                </a:lnTo>
                <a:close/>
              </a:path>
            </a:pathLst>
          </a:custGeom>
          <a:solidFill>
            <a:srgbClr val="4C88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17754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icture layou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ED81066A-C24A-4E74-9351-F12B6561E2D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4320" y="2381"/>
            <a:ext cx="11312843" cy="6342021"/>
          </a:xfrm>
          <a:noFill/>
          <a:ln>
            <a:noFill/>
          </a:ln>
        </p:spPr>
        <p:txBody>
          <a:bodyPr/>
          <a:lstStyle>
            <a:lvl1pPr marL="0" indent="0">
              <a:buFont typeface="Century Gothic" panose="020B0502020202020204" pitchFamily="34" charset="0"/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9" y="274320"/>
            <a:ext cx="11000232" cy="535531"/>
          </a:xfrm>
        </p:spPr>
        <p:txBody>
          <a:bodyPr/>
          <a:lstStyle>
            <a:lvl1pPr>
              <a:lnSpc>
                <a:spcPct val="90000"/>
              </a:lnSpc>
              <a:defRPr sz="3200" b="0">
                <a:solidFill>
                  <a:schemeClr val="tx1"/>
                </a:solidFill>
                <a:effectLst/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Rectangle 256">
            <a:extLst>
              <a:ext uri="{FF2B5EF4-FFF2-40B4-BE49-F238E27FC236}">
                <a16:creationId xmlns:a16="http://schemas.microsoft.com/office/drawing/2014/main" id="{50787286-CD5D-43D9-B8DA-70C3358DC829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8010283" y="6477000"/>
            <a:ext cx="3860800" cy="182562"/>
          </a:xfrm>
          <a:prstGeom prst="rect">
            <a:avLst/>
          </a:prstGeom>
          <a:ln/>
        </p:spPr>
        <p:txBody>
          <a:bodyPr anchor="ctr"/>
          <a:lstStyle/>
          <a:p>
            <a:pPr algn="r"/>
            <a:r>
              <a:rPr lang="en-US" sz="1000" dirty="0">
                <a:solidFill>
                  <a:schemeClr val="bg1"/>
                </a:solidFill>
                <a:latin typeface="Century Gothic" panose="020B0502020202020204" pitchFamily="34" charset="0"/>
                <a:cs typeface="Arial" pitchFamily="34" charset="0"/>
              </a:rPr>
              <a:t> </a:t>
            </a:r>
          </a:p>
        </p:txBody>
      </p:sp>
      <p:sp>
        <p:nvSpPr>
          <p:cNvPr id="16" name="Freeform 9">
            <a:extLst>
              <a:ext uri="{FF2B5EF4-FFF2-40B4-BE49-F238E27FC236}">
                <a16:creationId xmlns:a16="http://schemas.microsoft.com/office/drawing/2014/main" id="{D938724D-E109-43B4-9560-1552E26DB04A}"/>
              </a:ext>
            </a:extLst>
          </p:cNvPr>
          <p:cNvSpPr>
            <a:spLocks/>
          </p:cNvSpPr>
          <p:nvPr userDrawn="1"/>
        </p:nvSpPr>
        <p:spPr bwMode="auto">
          <a:xfrm>
            <a:off x="6026150" y="0"/>
            <a:ext cx="6165850" cy="6858000"/>
          </a:xfrm>
          <a:custGeom>
            <a:avLst/>
            <a:gdLst>
              <a:gd name="T0" fmla="*/ 3502 w 3884"/>
              <a:gd name="T1" fmla="*/ 0 h 4320"/>
              <a:gd name="T2" fmla="*/ 3502 w 3884"/>
              <a:gd name="T3" fmla="*/ 3998 h 4320"/>
              <a:gd name="T4" fmla="*/ 0 w 3884"/>
              <a:gd name="T5" fmla="*/ 3998 h 4320"/>
              <a:gd name="T6" fmla="*/ 0 w 3884"/>
              <a:gd name="T7" fmla="*/ 4320 h 4320"/>
              <a:gd name="T8" fmla="*/ 3502 w 3884"/>
              <a:gd name="T9" fmla="*/ 4320 h 4320"/>
              <a:gd name="T10" fmla="*/ 3884 w 3884"/>
              <a:gd name="T11" fmla="*/ 4320 h 4320"/>
              <a:gd name="T12" fmla="*/ 3884 w 3884"/>
              <a:gd name="T13" fmla="*/ 3998 h 4320"/>
              <a:gd name="T14" fmla="*/ 3884 w 3884"/>
              <a:gd name="T15" fmla="*/ 0 h 4320"/>
              <a:gd name="T16" fmla="*/ 3502 w 3884"/>
              <a:gd name="T17" fmla="*/ 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884" h="4320">
                <a:moveTo>
                  <a:pt x="3502" y="0"/>
                </a:moveTo>
                <a:lnTo>
                  <a:pt x="3502" y="3998"/>
                </a:lnTo>
                <a:lnTo>
                  <a:pt x="0" y="3998"/>
                </a:lnTo>
                <a:lnTo>
                  <a:pt x="0" y="4320"/>
                </a:lnTo>
                <a:lnTo>
                  <a:pt x="3502" y="4320"/>
                </a:lnTo>
                <a:lnTo>
                  <a:pt x="3884" y="4320"/>
                </a:lnTo>
                <a:lnTo>
                  <a:pt x="3884" y="3998"/>
                </a:lnTo>
                <a:lnTo>
                  <a:pt x="3884" y="0"/>
                </a:lnTo>
                <a:lnTo>
                  <a:pt x="3502" y="0"/>
                </a:lnTo>
                <a:close/>
              </a:path>
            </a:pathLst>
          </a:custGeom>
          <a:solidFill>
            <a:srgbClr val="4087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900E375-D0D6-466C-A383-E914B5C8AE5A}"/>
              </a:ext>
            </a:extLst>
          </p:cNvPr>
          <p:cNvSpPr/>
          <p:nvPr userDrawn="1"/>
        </p:nvSpPr>
        <p:spPr>
          <a:xfrm>
            <a:off x="0" y="6344402"/>
            <a:ext cx="274320" cy="510909"/>
          </a:xfrm>
          <a:prstGeom prst="rect">
            <a:avLst/>
          </a:prstGeom>
          <a:solidFill>
            <a:srgbClr val="397D5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Rectangle 6">
            <a:extLst>
              <a:ext uri="{FF2B5EF4-FFF2-40B4-BE49-F238E27FC236}">
                <a16:creationId xmlns:a16="http://schemas.microsoft.com/office/drawing/2014/main" id="{D090841D-81E2-4E83-8067-E18C5C3AF8FF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-4391" y="6626132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900" smtClean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FCA792B-F3C6-440D-9FAF-B0D8AC4CDC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604" y="6472945"/>
            <a:ext cx="1093661" cy="265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325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- 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high angle view of a city&#10;&#10;Description automatically generated">
            <a:extLst>
              <a:ext uri="{FF2B5EF4-FFF2-40B4-BE49-F238E27FC236}">
                <a16:creationId xmlns:a16="http://schemas.microsoft.com/office/drawing/2014/main" id="{01F17512-BEEB-E940-3B9F-9FDBDB2121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A49EAE8-262C-D20D-80FF-4279961B7DBA}"/>
              </a:ext>
            </a:extLst>
          </p:cNvPr>
          <p:cNvSpPr/>
          <p:nvPr userDrawn="1"/>
        </p:nvSpPr>
        <p:spPr>
          <a:xfrm>
            <a:off x="896615" y="843778"/>
            <a:ext cx="5199385" cy="5199385"/>
          </a:xfrm>
          <a:prstGeom prst="rect">
            <a:avLst/>
          </a:prstGeom>
          <a:solidFill>
            <a:schemeClr val="bg1">
              <a:alpha val="74322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989" name="Title 1">
            <a:extLst>
              <a:ext uri="{FF2B5EF4-FFF2-40B4-BE49-F238E27FC236}">
                <a16:creationId xmlns:a16="http://schemas.microsoft.com/office/drawing/2014/main" id="{4E63AC8A-1BE4-CC0D-A87D-57B1147823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5450" y="2254309"/>
            <a:ext cx="4517136" cy="997196"/>
          </a:xfrm>
        </p:spPr>
        <p:txBody>
          <a:bodyPr wrap="square" anchor="t" anchorCtr="0">
            <a:noAutofit/>
          </a:bodyPr>
          <a:lstStyle>
            <a:lvl1pPr algn="l">
              <a:spcBef>
                <a:spcPts val="1200"/>
              </a:spcBef>
              <a:spcAft>
                <a:spcPts val="60"/>
              </a:spcAft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90" name="Subtitle 2">
            <a:extLst>
              <a:ext uri="{FF2B5EF4-FFF2-40B4-BE49-F238E27FC236}">
                <a16:creationId xmlns:a16="http://schemas.microsoft.com/office/drawing/2014/main" id="{2FDEC7A3-8D58-3E27-DFCC-68F1F758C82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15450" y="4031052"/>
            <a:ext cx="4517136" cy="193899"/>
          </a:xfrm>
        </p:spPr>
        <p:txBody>
          <a:bodyPr wrap="square" anchor="t" anchorCtr="0">
            <a:noAutofit/>
          </a:bodyPr>
          <a:lstStyle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1400" b="1" spc="15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991" name="Text Placeholder 1961">
            <a:extLst>
              <a:ext uri="{FF2B5EF4-FFF2-40B4-BE49-F238E27FC236}">
                <a16:creationId xmlns:a16="http://schemas.microsoft.com/office/drawing/2014/main" id="{F290C317-5693-2190-DC6C-B1FBB50E65B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5450" y="1934670"/>
            <a:ext cx="4517136" cy="193899"/>
          </a:xfrm>
        </p:spPr>
        <p:txBody>
          <a:bodyPr wrap="square" anchor="t" anchorCtr="0">
            <a:noAutofit/>
          </a:bodyPr>
          <a:lstStyle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1400" b="0" i="0" spc="150" baseline="0">
                <a:solidFill>
                  <a:schemeClr val="tx1"/>
                </a:solidFill>
                <a:latin typeface="+mn-lt"/>
                <a:ea typeface="Roboto Light" panose="02000000000000000000" pitchFamily="2" charset="0"/>
              </a:defRPr>
            </a:lvl1pPr>
            <a:lvl2pPr marL="457200" indent="0" algn="ctr">
              <a:buNone/>
              <a:defRPr sz="1400">
                <a:solidFill>
                  <a:schemeClr val="bg1"/>
                </a:solidFill>
              </a:defRPr>
            </a:lvl2pPr>
            <a:lvl3pPr marL="914400" indent="0" algn="ctr">
              <a:buNone/>
              <a:defRPr sz="1400">
                <a:solidFill>
                  <a:schemeClr val="bg1"/>
                </a:solidFill>
              </a:defRPr>
            </a:lvl3pPr>
            <a:lvl4pPr marL="1371600" indent="0" algn="ctr">
              <a:buNone/>
              <a:defRPr sz="1400">
                <a:solidFill>
                  <a:schemeClr val="bg1"/>
                </a:solidFill>
              </a:defRPr>
            </a:lvl4pPr>
            <a:lvl5pPr marL="1828800" indent="0" algn="ctr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92" name="Text Placeholder 1963">
            <a:extLst>
              <a:ext uri="{FF2B5EF4-FFF2-40B4-BE49-F238E27FC236}">
                <a16:creationId xmlns:a16="http://schemas.microsoft.com/office/drawing/2014/main" id="{69307D98-0D2A-6367-B886-8BC3DE78A92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5450" y="4383195"/>
            <a:ext cx="4517136" cy="332399"/>
          </a:xfrm>
        </p:spPr>
        <p:txBody>
          <a:bodyPr wrap="square" anchor="t" anchorCtr="0">
            <a:noAutofit/>
          </a:bodyPr>
          <a:lstStyle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2400" b="0" i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 marL="457200" indent="0" algn="ctr">
              <a:buNone/>
              <a:defRPr sz="2400">
                <a:solidFill>
                  <a:schemeClr val="bg1"/>
                </a:solidFill>
              </a:defRPr>
            </a:lvl2pPr>
            <a:lvl3pPr marL="914400" indent="0" algn="ctr">
              <a:buNone/>
              <a:defRPr sz="2400">
                <a:solidFill>
                  <a:schemeClr val="bg1"/>
                </a:solidFill>
              </a:defRPr>
            </a:lvl3pPr>
            <a:lvl4pPr marL="1371600" indent="0" algn="ctr">
              <a:buNone/>
              <a:defRPr sz="2400">
                <a:solidFill>
                  <a:schemeClr val="bg1"/>
                </a:solidFill>
              </a:defRPr>
            </a:lvl4pPr>
            <a:lvl5pPr marL="1828800" indent="0" algn="ctr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93" name="Rectangle 1992">
            <a:extLst>
              <a:ext uri="{FF2B5EF4-FFF2-40B4-BE49-F238E27FC236}">
                <a16:creationId xmlns:a16="http://schemas.microsoft.com/office/drawing/2014/main" id="{75F67FD0-9510-D988-3837-38FD99E6DD28}"/>
              </a:ext>
            </a:extLst>
          </p:cNvPr>
          <p:cNvSpPr/>
          <p:nvPr userDrawn="1"/>
        </p:nvSpPr>
        <p:spPr>
          <a:xfrm>
            <a:off x="1215450" y="3780792"/>
            <a:ext cx="854364" cy="719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274748"/>
              </a:solidFill>
            </a:endParaRPr>
          </a:p>
        </p:txBody>
      </p:sp>
      <p:sp>
        <p:nvSpPr>
          <p:cNvPr id="1994" name="Text Placeholder 47">
            <a:extLst>
              <a:ext uri="{FF2B5EF4-FFF2-40B4-BE49-F238E27FC236}">
                <a16:creationId xmlns:a16="http://schemas.microsoft.com/office/drawing/2014/main" id="{CE691B96-E32E-F7AA-D0A1-ACAFF2C96F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15450" y="4798918"/>
            <a:ext cx="4517136" cy="246221"/>
          </a:xfrm>
        </p:spPr>
        <p:txBody>
          <a:bodyPr wrap="square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spcAft>
                <a:spcPts val="60"/>
              </a:spcAft>
              <a:buNone/>
              <a:defRPr sz="1600" b="0" i="0">
                <a:solidFill>
                  <a:schemeClr val="tx1"/>
                </a:solidFill>
                <a:latin typeface="+mn-lt"/>
                <a:ea typeface="Roboto Light" panose="02000000000000000000" pitchFamily="2" charset="0"/>
              </a:defRPr>
            </a:lvl1pPr>
            <a:lvl2pPr marL="457200" indent="0" algn="ctr">
              <a:buNone/>
              <a:defRPr sz="16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2pPr>
            <a:lvl3pPr marL="914400" indent="0" algn="ctr">
              <a:buNone/>
              <a:defRPr sz="16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3pPr>
            <a:lvl4pPr marL="1371600" indent="0" algn="ctr">
              <a:buNone/>
              <a:defRPr sz="16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4pPr>
            <a:lvl5pPr marL="1828800" indent="0" algn="ctr">
              <a:buNone/>
              <a:defRPr sz="16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995" name="Group 1994">
            <a:extLst>
              <a:ext uri="{FF2B5EF4-FFF2-40B4-BE49-F238E27FC236}">
                <a16:creationId xmlns:a16="http://schemas.microsoft.com/office/drawing/2014/main" id="{1F4B6682-1CD5-4D07-BAEB-03195C2FB91D}"/>
              </a:ext>
            </a:extLst>
          </p:cNvPr>
          <p:cNvGrpSpPr/>
          <p:nvPr userDrawn="1"/>
        </p:nvGrpSpPr>
        <p:grpSpPr>
          <a:xfrm>
            <a:off x="1168862" y="5406470"/>
            <a:ext cx="4834263" cy="369332"/>
            <a:chOff x="1168862" y="5508070"/>
            <a:chExt cx="4834263" cy="369332"/>
          </a:xfrm>
        </p:grpSpPr>
        <p:pic>
          <p:nvPicPr>
            <p:cNvPr id="1996" name="Picture 1995">
              <a:extLst>
                <a:ext uri="{FF2B5EF4-FFF2-40B4-BE49-F238E27FC236}">
                  <a16:creationId xmlns:a16="http://schemas.microsoft.com/office/drawing/2014/main" id="{E499D9F2-455D-24ED-C934-5DC3E3908EC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68862" y="5508070"/>
              <a:ext cx="1311127" cy="316213"/>
            </a:xfrm>
            <a:prstGeom prst="rect">
              <a:avLst/>
            </a:prstGeom>
          </p:spPr>
        </p:pic>
        <p:sp>
          <p:nvSpPr>
            <p:cNvPr id="1997" name="TextBox 1996">
              <a:extLst>
                <a:ext uri="{FF2B5EF4-FFF2-40B4-BE49-F238E27FC236}">
                  <a16:creationId xmlns:a16="http://schemas.microsoft.com/office/drawing/2014/main" id="{94A5DA57-E73A-E843-58FE-CFA5666E7A14}"/>
                </a:ext>
              </a:extLst>
            </p:cNvPr>
            <p:cNvSpPr txBox="1"/>
            <p:nvPr userDrawn="1"/>
          </p:nvSpPr>
          <p:spPr>
            <a:xfrm>
              <a:off x="2561071" y="5508070"/>
              <a:ext cx="34420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b="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ORNL IS MANAGED BY UT-BATTELLE LLC </a:t>
              </a:r>
              <a:br>
                <a:rPr lang="en-US" sz="900" b="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</a:br>
              <a:r>
                <a:rPr lang="en-US" sz="900" b="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FOR THE US DEPARTMENT OF ENERGY</a:t>
              </a:r>
            </a:p>
          </p:txBody>
        </p:sp>
      </p:grpSp>
      <p:pic>
        <p:nvPicPr>
          <p:cNvPr id="5" name="Graphic 4">
            <a:extLst>
              <a:ext uri="{FF2B5EF4-FFF2-40B4-BE49-F238E27FC236}">
                <a16:creationId xmlns:a16="http://schemas.microsoft.com/office/drawing/2014/main" id="{31D47623-818A-705B-B821-F058B0BC952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28108" y="1141396"/>
            <a:ext cx="1780479" cy="428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787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A4115-080F-CE4D-B714-6E09B751FC99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F3065-A12D-2340-8756-56C48AE3C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484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hyperlink" Target="https://teem.ornl.gov/publications.shtml" TargetMode="External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9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8.xml"/><Relationship Id="rId17" Type="http://schemas.openxmlformats.org/officeDocument/2006/relationships/image" Target="../media/image9.png"/><Relationship Id="rId2" Type="http://schemas.openxmlformats.org/officeDocument/2006/relationships/slideLayout" Target="../slideLayouts/slideLayout8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B9FA264-CFB5-4074-ABFE-07839FBEBE2D}"/>
              </a:ext>
            </a:extLst>
          </p:cNvPr>
          <p:cNvSpPr/>
          <p:nvPr userDrawn="1"/>
        </p:nvSpPr>
        <p:spPr>
          <a:xfrm>
            <a:off x="-169" y="6409426"/>
            <a:ext cx="12192169" cy="445909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6" cstate="screen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 flipH="1">
            <a:off x="534150" y="-534659"/>
            <a:ext cx="3519399" cy="4588036"/>
          </a:xfrm>
          <a:prstGeom prst="rect">
            <a:avLst/>
          </a:prstGeom>
        </p:spPr>
      </p:pic>
      <p:pic>
        <p:nvPicPr>
          <p:cNvPr id="1033" name="Picture 9" descr="C:\Users\xnv\Desktop\png\NTRC_color.png"/>
          <p:cNvPicPr>
            <a:picLocks noChangeAspect="1" noChangeArrowheads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59209" y="6473114"/>
            <a:ext cx="2943527" cy="32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268224" y="237744"/>
            <a:ext cx="11504904" cy="4847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68224" y="1508761"/>
            <a:ext cx="11523520" cy="4040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   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 flipH="1">
            <a:off x="5979617" y="6594378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100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pPr algn="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10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Rectangle 256"/>
          <p:cNvSpPr txBox="1">
            <a:spLocks noChangeArrowheads="1"/>
          </p:cNvSpPr>
          <p:nvPr/>
        </p:nvSpPr>
        <p:spPr>
          <a:xfrm>
            <a:off x="55776" y="6508105"/>
            <a:ext cx="5688889" cy="269488"/>
          </a:xfrm>
          <a:prstGeom prst="rect">
            <a:avLst/>
          </a:prstGeom>
          <a:ln/>
        </p:spPr>
        <p:txBody>
          <a:bodyPr anchor="ctr"/>
          <a:lstStyle/>
          <a:p>
            <a:pPr algn="l"/>
            <a:r>
              <a:rPr lang="en-US" sz="1000" dirty="0"/>
              <a:t>Transportation Energy Evolution Modeling (TEEM) Program</a:t>
            </a:r>
          </a:p>
          <a:p>
            <a:pPr algn="l"/>
            <a:r>
              <a:rPr lang="en-US" sz="1000" dirty="0">
                <a:hlinkClick r:id="rId8"/>
              </a:rPr>
              <a:t>https://teem.ornl.gov/publications.shtml</a:t>
            </a:r>
            <a:endParaRPr lang="en-US" sz="1000" b="0" dirty="0">
              <a:solidFill>
                <a:srgbClr val="BFBFB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3" name="Rectangle 14"/>
          <p:cNvSpPr>
            <a:spLocks noChangeArrowheads="1"/>
          </p:cNvSpPr>
          <p:nvPr userDrawn="1"/>
        </p:nvSpPr>
        <p:spPr bwMode="auto">
          <a:xfrm>
            <a:off x="-759884" y="-2814638"/>
            <a:ext cx="33867" cy="1588"/>
          </a:xfrm>
          <a:prstGeom prst="rect">
            <a:avLst/>
          </a:prstGeom>
          <a:solidFill>
            <a:srgbClr val="85B74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848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40" r:id="rId2"/>
    <p:sldLayoutId id="2147483941" r:id="rId3"/>
    <p:sldLayoutId id="2147483942" r:id="rId4"/>
  </p:sldLayoutIdLst>
  <p:hf hdr="0" ftr="0" dt="0"/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 b="1" kern="1200">
          <a:solidFill>
            <a:schemeClr val="tx2"/>
          </a:solidFill>
          <a:latin typeface="+mn-lt"/>
          <a:ea typeface="+mj-ea"/>
          <a:cs typeface="+mj-cs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C3A"/>
          </a:solidFill>
          <a:latin typeface="Arial Black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C3A"/>
          </a:solidFill>
          <a:latin typeface="Arial Black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C3A"/>
          </a:solidFill>
          <a:latin typeface="Arial Black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C3A"/>
          </a:solidFill>
          <a:latin typeface="Arial Black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C3A"/>
          </a:solidFill>
          <a:latin typeface="Arial Black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C3A"/>
          </a:solidFill>
          <a:latin typeface="Arial Black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C3A"/>
          </a:solidFill>
          <a:latin typeface="Arial Black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C3A"/>
          </a:solidFill>
          <a:latin typeface="Arial Black" pitchFamily="34" charset="0"/>
        </a:defRPr>
      </a:lvl9pPr>
    </p:titleStyle>
    <p:bodyStyle>
      <a:lvl1pPr marL="230188" indent="-230188" algn="l" rtl="0" eaLnBrk="1" fontAlgn="base" hangingPunct="1">
        <a:lnSpc>
          <a:spcPct val="90000"/>
        </a:lnSpc>
        <a:spcBef>
          <a:spcPts val="1400"/>
        </a:spcBef>
        <a:spcAft>
          <a:spcPct val="0"/>
        </a:spcAft>
        <a:buClr>
          <a:schemeClr val="tx2"/>
        </a:buClr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25475" indent="-279400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tx2"/>
        </a:buClr>
        <a:buFont typeface="Arial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30188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tx2"/>
        </a:buClr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144588" indent="-173038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tx2"/>
        </a:buClr>
        <a:buFont typeface="Arial" charset="0"/>
        <a:buChar char="–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482725" indent="-222250" algn="l" rtl="0" eaLnBrk="1" fontAlgn="base" hangingPunct="1">
        <a:lnSpc>
          <a:spcPct val="90000"/>
        </a:lnSpc>
        <a:spcBef>
          <a:spcPts val="600"/>
        </a:spcBef>
        <a:spcAft>
          <a:spcPct val="0"/>
        </a:spcAft>
        <a:buClr>
          <a:schemeClr val="tx2"/>
        </a:buClr>
        <a:buFont typeface="Arial" charset="0"/>
        <a:buChar char="»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4" cstate="screen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 flipH="1">
            <a:off x="534150" y="-534659"/>
            <a:ext cx="3519399" cy="4588036"/>
          </a:xfrm>
          <a:prstGeom prst="rect">
            <a:avLst/>
          </a:prstGeom>
        </p:spPr>
      </p:pic>
      <p:pic>
        <p:nvPicPr>
          <p:cNvPr id="1033" name="Picture 9" descr="C:\Users\xnv\Desktop\png\NTRC_color.png"/>
          <p:cNvPicPr>
            <a:picLocks noChangeAspect="1" noChangeArrowheads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59209" y="6447236"/>
            <a:ext cx="2943527" cy="32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268224" y="237744"/>
            <a:ext cx="11504904" cy="4847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68224" y="1508761"/>
            <a:ext cx="11523520" cy="4040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   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 flipH="1">
            <a:off x="30261" y="6513051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marL="0" marR="0" lvl="0" indent="0" algn="r" defTabSz="173038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30188" algn="l"/>
              </a:tabLst>
              <a:defRPr/>
            </a:pPr>
            <a:fld id="{040BB257-551A-4736-B50F-DCF1BA034C06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173038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230188" algn="l"/>
                </a:tabLst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43" name="Rectangle 14"/>
          <p:cNvSpPr>
            <a:spLocks noChangeArrowheads="1"/>
          </p:cNvSpPr>
          <p:nvPr userDrawn="1"/>
        </p:nvSpPr>
        <p:spPr bwMode="auto">
          <a:xfrm>
            <a:off x="-759884" y="-2814638"/>
            <a:ext cx="33867" cy="1588"/>
          </a:xfrm>
          <a:prstGeom prst="rect">
            <a:avLst/>
          </a:prstGeom>
          <a:solidFill>
            <a:srgbClr val="85B74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561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0" r:id="rId1"/>
    <p:sldLayoutId id="2147483984" r:id="rId2"/>
  </p:sldLayoutIdLst>
  <p:hf hdr="0" ftr="0" dt="0"/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 b="1" kern="1200">
          <a:solidFill>
            <a:schemeClr val="tx2"/>
          </a:solidFill>
          <a:latin typeface="+mn-lt"/>
          <a:ea typeface="+mj-ea"/>
          <a:cs typeface="+mj-cs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C3A"/>
          </a:solidFill>
          <a:latin typeface="Arial Black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C3A"/>
          </a:solidFill>
          <a:latin typeface="Arial Black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C3A"/>
          </a:solidFill>
          <a:latin typeface="Arial Black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C3A"/>
          </a:solidFill>
          <a:latin typeface="Arial Black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C3A"/>
          </a:solidFill>
          <a:latin typeface="Arial Black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C3A"/>
          </a:solidFill>
          <a:latin typeface="Arial Black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C3A"/>
          </a:solidFill>
          <a:latin typeface="Arial Black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C3A"/>
          </a:solidFill>
          <a:latin typeface="Arial Black" pitchFamily="34" charset="0"/>
        </a:defRPr>
      </a:lvl9pPr>
    </p:titleStyle>
    <p:bodyStyle>
      <a:lvl1pPr marL="230188" indent="-230188" algn="l" rtl="0" eaLnBrk="1" fontAlgn="base" hangingPunct="1">
        <a:lnSpc>
          <a:spcPct val="90000"/>
        </a:lnSpc>
        <a:spcBef>
          <a:spcPts val="1400"/>
        </a:spcBef>
        <a:spcAft>
          <a:spcPct val="0"/>
        </a:spcAft>
        <a:buClr>
          <a:schemeClr val="tx2"/>
        </a:buClr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25475" indent="-279400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tx2"/>
        </a:buClr>
        <a:buFont typeface="Arial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30188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tx2"/>
        </a:buClr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144588" indent="-173038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tx2"/>
        </a:buClr>
        <a:buFont typeface="Arial" charset="0"/>
        <a:buChar char="–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482725" indent="-222250" algn="l" rtl="0" eaLnBrk="1" fontAlgn="base" hangingPunct="1">
        <a:lnSpc>
          <a:spcPct val="90000"/>
        </a:lnSpc>
        <a:spcBef>
          <a:spcPts val="600"/>
        </a:spcBef>
        <a:spcAft>
          <a:spcPct val="0"/>
        </a:spcAft>
        <a:buClr>
          <a:schemeClr val="tx2"/>
        </a:buClr>
        <a:buFont typeface="Arial" charset="0"/>
        <a:buChar char="»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29768" y="274320"/>
            <a:ext cx="11430000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1614" y="1650029"/>
            <a:ext cx="11419468" cy="4040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 flipH="1">
            <a:off x="-4391" y="6626132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900" smtClean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3B0D07-6BED-A646-84B4-4749F06D6579}"/>
              </a:ext>
            </a:extLst>
          </p:cNvPr>
          <p:cNvSpPr/>
          <p:nvPr userDrawn="1"/>
        </p:nvSpPr>
        <p:spPr>
          <a:xfrm>
            <a:off x="0" y="320040"/>
            <a:ext cx="274320" cy="653795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5832D77F-AA48-5846-ACCE-C0EB6A92350A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-4391" y="6616607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900" smtClean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9AC3F58-DA01-43AC-9BFD-B0FCF242EE72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413129" y="6477000"/>
            <a:ext cx="1088136" cy="261860"/>
          </a:xfrm>
          <a:prstGeom prst="rect">
            <a:avLst/>
          </a:prstGeom>
        </p:spPr>
      </p:pic>
      <p:sp>
        <p:nvSpPr>
          <p:cNvPr id="10" name="Rectangle 256">
            <a:extLst>
              <a:ext uri="{FF2B5EF4-FFF2-40B4-BE49-F238E27FC236}">
                <a16:creationId xmlns:a16="http://schemas.microsoft.com/office/drawing/2014/main" id="{323F2AC7-81B7-4181-8965-07F2D3F8B684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8010282" y="6583680"/>
            <a:ext cx="3860800" cy="182562"/>
          </a:xfrm>
          <a:prstGeom prst="rect">
            <a:avLst/>
          </a:prstGeom>
          <a:ln/>
        </p:spPr>
        <p:txBody>
          <a:bodyPr anchor="ctr"/>
          <a:lstStyle/>
          <a:p>
            <a:pPr algn="r"/>
            <a:r>
              <a:rPr lang="en-US" sz="1000" dirty="0">
                <a:solidFill>
                  <a:srgbClr val="BFBFBF"/>
                </a:solidFill>
                <a:latin typeface="+mn-lt"/>
                <a:cs typeface="Arial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32970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1" r:id="rId1"/>
    <p:sldLayoutId id="2147483972" r:id="rId2"/>
    <p:sldLayoutId id="2147483973" r:id="rId3"/>
    <p:sldLayoutId id="2147483974" r:id="rId4"/>
    <p:sldLayoutId id="2147483975" r:id="rId5"/>
    <p:sldLayoutId id="2147483976" r:id="rId6"/>
    <p:sldLayoutId id="2147483977" r:id="rId7"/>
    <p:sldLayoutId id="2147483978" r:id="rId8"/>
    <p:sldLayoutId id="2147483979" r:id="rId9"/>
    <p:sldLayoutId id="2147483980" r:id="rId10"/>
    <p:sldLayoutId id="2147483981" r:id="rId11"/>
    <p:sldLayoutId id="2147483982" r:id="rId12"/>
    <p:sldLayoutId id="2147483983" r:id="rId13"/>
    <p:sldLayoutId id="2147483985" r:id="rId14"/>
    <p:sldLayoutId id="2147484022" r:id="rId15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0" kern="1200">
          <a:solidFill>
            <a:schemeClr val="tx1"/>
          </a:solidFill>
          <a:latin typeface="Century Gothic" panose="020B0502020202020204" pitchFamily="34" charset="0"/>
          <a:ea typeface="+mj-ea"/>
          <a:cs typeface="+mj-cs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C3A"/>
          </a:solidFill>
          <a:latin typeface="Arial Black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C3A"/>
          </a:solidFill>
          <a:latin typeface="Arial Black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C3A"/>
          </a:solidFill>
          <a:latin typeface="Arial Black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C3A"/>
          </a:solidFill>
          <a:latin typeface="Arial Black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C3A"/>
          </a:solidFill>
          <a:latin typeface="Arial Black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C3A"/>
          </a:solidFill>
          <a:latin typeface="Arial Black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C3A"/>
          </a:solidFill>
          <a:latin typeface="Arial Black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C3A"/>
          </a:solidFill>
          <a:latin typeface="Arial Black" pitchFamily="34" charset="0"/>
        </a:defRPr>
      </a:lvl9pPr>
    </p:titleStyle>
    <p:bodyStyle>
      <a:lvl1pPr marL="287338" indent="-287338" algn="l" rtl="0" eaLnBrk="1" fontAlgn="base" hangingPunct="1">
        <a:lnSpc>
          <a:spcPct val="90000"/>
        </a:lnSpc>
        <a:spcBef>
          <a:spcPts val="1400"/>
        </a:spcBef>
        <a:spcAft>
          <a:spcPct val="0"/>
        </a:spcAft>
        <a:buClr>
          <a:schemeClr val="tx1"/>
        </a:buClr>
        <a:buSzPct val="90000"/>
        <a:buFont typeface="Century Gothic" panose="020B0502020202020204" pitchFamily="34" charset="0"/>
        <a:buChar char="•"/>
        <a:defRPr sz="2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1pPr>
      <a:lvl2pPr marL="688975" indent="-285750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tx1"/>
        </a:buClr>
        <a:buSzPct val="90000"/>
        <a:buFont typeface="Century Gothic" panose="020B0502020202020204" pitchFamily="34" charset="0"/>
        <a:buChar char="–"/>
        <a:defRPr sz="24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2pPr>
      <a:lvl3pPr marL="1030288" indent="-285750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tx1"/>
        </a:buClr>
        <a:buSzPct val="90000"/>
        <a:buFont typeface="Century Gothic" panose="020B0502020202020204" pitchFamily="34" charset="0"/>
        <a:buChar char="•"/>
        <a:defRPr sz="20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3pPr>
      <a:lvl4pPr marL="1144588" indent="-173038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tx1"/>
        </a:buClr>
        <a:buFont typeface="Arial" charset="0"/>
        <a:buChar char="–"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4pPr>
      <a:lvl5pPr marL="1482725" indent="-222250" algn="l" rtl="0" eaLnBrk="1" fontAlgn="base" hangingPunct="1">
        <a:lnSpc>
          <a:spcPct val="90000"/>
        </a:lnSpc>
        <a:spcBef>
          <a:spcPts val="600"/>
        </a:spcBef>
        <a:spcAft>
          <a:spcPct val="0"/>
        </a:spcAft>
        <a:buClr>
          <a:schemeClr val="tx1"/>
        </a:buClr>
        <a:buFont typeface="Arial" charset="0"/>
        <a:buChar char="»"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3840813-7735-7870-4954-E123BBC358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5451" y="2431804"/>
            <a:ext cx="4517136" cy="997196"/>
          </a:xfrm>
        </p:spPr>
        <p:txBody>
          <a:bodyPr/>
          <a:lstStyle/>
          <a:p>
            <a:r>
              <a:rPr lang="en-US" altLang="zh-CN" sz="2800" b="1" dirty="0"/>
              <a:t>LDV State Survival Curves</a:t>
            </a:r>
            <a:endParaRPr lang="en-US" sz="2800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C5A09B5E-ED3D-E267-C2B3-397E9F9313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8711" y="3903731"/>
            <a:ext cx="5457444" cy="713989"/>
          </a:xfrm>
        </p:spPr>
        <p:txBody>
          <a:bodyPr/>
          <a:lstStyle/>
          <a:p>
            <a:pPr>
              <a:spcBef>
                <a:spcPts val="0"/>
              </a:spcBef>
              <a:buClr>
                <a:srgbClr val="01673E"/>
              </a:buClr>
            </a:pPr>
            <a:r>
              <a:rPr lang="en-US" sz="1400" dirty="0">
                <a:latin typeface="Calibri" panose="020F0502020204030204" pitchFamily="34" charset="0"/>
              </a:rPr>
              <a:t>Ruixiao Sun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33B72BE-DF92-8C37-10D1-23ABA95F1B0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01673E"/>
              </a:buClr>
            </a:pPr>
            <a:r>
              <a:rPr lang="en-US" altLang="zh-CN" dirty="0">
                <a:latin typeface="Calibri" panose="020F0502020204030204" pitchFamily="34" charset="0"/>
              </a:rPr>
              <a:t>Feb 3</a:t>
            </a:r>
            <a:r>
              <a:rPr lang="en-US" altLang="zh-CN" baseline="30000" dirty="0">
                <a:latin typeface="Calibri" panose="020F0502020204030204" pitchFamily="34" charset="0"/>
              </a:rPr>
              <a:t>rd</a:t>
            </a:r>
            <a:r>
              <a:rPr lang="en-US" dirty="0">
                <a:latin typeface="Calibri" panose="020F0502020204030204" pitchFamily="34" charset="0"/>
              </a:rPr>
              <a:t>, 2026</a:t>
            </a:r>
          </a:p>
        </p:txBody>
      </p:sp>
    </p:spTree>
    <p:extLst>
      <p:ext uri="{BB962C8B-B14F-4D97-AF65-F5344CB8AC3E}">
        <p14:creationId xmlns:p14="http://schemas.microsoft.com/office/powerpoint/2010/main" val="2798031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CE1BA-0AF3-84A4-FFFA-F13506718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0327C98-96BB-3BD0-8681-491092E9F1E5}"/>
              </a:ext>
            </a:extLst>
          </p:cNvPr>
          <p:cNvSpPr txBox="1"/>
          <p:nvPr/>
        </p:nvSpPr>
        <p:spPr>
          <a:xfrm>
            <a:off x="936179" y="1228498"/>
            <a:ext cx="8258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CARS</a:t>
            </a:r>
          </a:p>
          <a:p>
            <a:r>
              <a:rPr lang="en-US" dirty="0"/>
              <a:t>2019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EA1DEFE-F641-B179-7FA8-B92AB3503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180459"/>
            <a:ext cx="10515600" cy="1048039"/>
          </a:xfrm>
          <a:noFill/>
        </p:spPr>
        <p:txBody>
          <a:bodyPr>
            <a:noAutofit/>
          </a:bodyPr>
          <a:lstStyle/>
          <a:p>
            <a:r>
              <a:rPr lang="en-US" sz="2800" dirty="0">
                <a:solidFill>
                  <a:srgbClr val="437E59"/>
                </a:solidFill>
              </a:rPr>
              <a:t>We have found that machine learning can fit accurate  survival functions to state data for each state and year.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DF62DA-53BD-D9CC-077C-BCBBD289A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6627" y="1041937"/>
            <a:ext cx="8085117" cy="5690925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0580E10E-FA20-ED10-28E6-CA961305EF10}"/>
              </a:ext>
            </a:extLst>
          </p:cNvPr>
          <p:cNvSpPr/>
          <p:nvPr/>
        </p:nvSpPr>
        <p:spPr>
          <a:xfrm>
            <a:off x="5932170" y="3851910"/>
            <a:ext cx="651510" cy="617220"/>
          </a:xfrm>
          <a:prstGeom prst="ellipse">
            <a:avLst/>
          </a:prstGeom>
          <a:noFill/>
          <a:ln w="38100">
            <a:solidFill>
              <a:srgbClr val="00B0F0"/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261AA87-57DC-15B0-0488-9F907DC65C68}"/>
              </a:ext>
            </a:extLst>
          </p:cNvPr>
          <p:cNvSpPr/>
          <p:nvPr/>
        </p:nvSpPr>
        <p:spPr>
          <a:xfrm>
            <a:off x="9216390" y="3887399"/>
            <a:ext cx="651510" cy="617220"/>
          </a:xfrm>
          <a:prstGeom prst="ellipse">
            <a:avLst/>
          </a:prstGeom>
          <a:noFill/>
          <a:ln w="38100">
            <a:solidFill>
              <a:srgbClr val="00B0F0"/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47BB20A-317E-4E46-70CB-B1CFB3554070}"/>
              </a:ext>
            </a:extLst>
          </p:cNvPr>
          <p:cNvSpPr/>
          <p:nvPr/>
        </p:nvSpPr>
        <p:spPr>
          <a:xfrm>
            <a:off x="6583680" y="5021998"/>
            <a:ext cx="651510" cy="617220"/>
          </a:xfrm>
          <a:prstGeom prst="ellipse">
            <a:avLst/>
          </a:prstGeom>
          <a:noFill/>
          <a:ln w="38100">
            <a:solidFill>
              <a:srgbClr val="00B0F0"/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65A11BF-E8E3-DBF4-5D1C-6573F1FF13E5}"/>
              </a:ext>
            </a:extLst>
          </p:cNvPr>
          <p:cNvSpPr/>
          <p:nvPr/>
        </p:nvSpPr>
        <p:spPr>
          <a:xfrm>
            <a:off x="5295085" y="5021998"/>
            <a:ext cx="651510" cy="617220"/>
          </a:xfrm>
          <a:prstGeom prst="ellipse">
            <a:avLst/>
          </a:prstGeom>
          <a:noFill/>
          <a:ln w="38100">
            <a:solidFill>
              <a:srgbClr val="00B0F0"/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5863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1F6A2-8BC9-886C-ABBB-9722A1FE6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CCCB1B4-7BD2-731D-8F35-426E783E1E27}"/>
              </a:ext>
            </a:extLst>
          </p:cNvPr>
          <p:cNvSpPr txBox="1"/>
          <p:nvPr/>
        </p:nvSpPr>
        <p:spPr>
          <a:xfrm>
            <a:off x="936179" y="1228498"/>
            <a:ext cx="13345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SUV &amp; Van</a:t>
            </a:r>
          </a:p>
          <a:p>
            <a:r>
              <a:rPr lang="en-US" dirty="0"/>
              <a:t>2019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8A3359A-E1D9-6F2F-5A83-28B723824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180459"/>
            <a:ext cx="10515600" cy="1048039"/>
          </a:xfrm>
          <a:noFill/>
        </p:spPr>
        <p:txBody>
          <a:bodyPr>
            <a:noAutofit/>
          </a:bodyPr>
          <a:lstStyle/>
          <a:p>
            <a:r>
              <a:rPr lang="en-US" sz="2800" dirty="0">
                <a:solidFill>
                  <a:srgbClr val="437E59"/>
                </a:solidFill>
              </a:rPr>
              <a:t>We have found that machine learning can fit accurate  survival functions to state data for each state and year.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5DE94D0-F23A-FD06-901B-F54E6706E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799" y="987508"/>
            <a:ext cx="8222673" cy="5787748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47DDB14F-FF90-C18A-E67D-50F51F08F198}"/>
              </a:ext>
            </a:extLst>
          </p:cNvPr>
          <p:cNvSpPr/>
          <p:nvPr/>
        </p:nvSpPr>
        <p:spPr>
          <a:xfrm>
            <a:off x="5806440" y="3829050"/>
            <a:ext cx="651510" cy="617220"/>
          </a:xfrm>
          <a:prstGeom prst="ellipse">
            <a:avLst/>
          </a:prstGeom>
          <a:noFill/>
          <a:ln w="38100">
            <a:solidFill>
              <a:srgbClr val="00B0F0"/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BE90999-12E9-E543-7180-57016454864D}"/>
              </a:ext>
            </a:extLst>
          </p:cNvPr>
          <p:cNvSpPr/>
          <p:nvPr/>
        </p:nvSpPr>
        <p:spPr>
          <a:xfrm>
            <a:off x="9090660" y="3864539"/>
            <a:ext cx="651510" cy="617220"/>
          </a:xfrm>
          <a:prstGeom prst="ellipse">
            <a:avLst/>
          </a:prstGeom>
          <a:noFill/>
          <a:ln w="38100">
            <a:solidFill>
              <a:srgbClr val="00B0F0"/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927908F-C2C6-E90F-D66E-4642C7053B8D}"/>
              </a:ext>
            </a:extLst>
          </p:cNvPr>
          <p:cNvSpPr/>
          <p:nvPr/>
        </p:nvSpPr>
        <p:spPr>
          <a:xfrm>
            <a:off x="6457950" y="4999138"/>
            <a:ext cx="651510" cy="617220"/>
          </a:xfrm>
          <a:prstGeom prst="ellipse">
            <a:avLst/>
          </a:prstGeom>
          <a:noFill/>
          <a:ln w="38100">
            <a:solidFill>
              <a:srgbClr val="00B0F0"/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CB0651C-382D-2ED5-B458-C82552911642}"/>
              </a:ext>
            </a:extLst>
          </p:cNvPr>
          <p:cNvSpPr/>
          <p:nvPr/>
        </p:nvSpPr>
        <p:spPr>
          <a:xfrm>
            <a:off x="5169355" y="4999138"/>
            <a:ext cx="651510" cy="617220"/>
          </a:xfrm>
          <a:prstGeom prst="ellipse">
            <a:avLst/>
          </a:prstGeom>
          <a:noFill/>
          <a:ln w="38100">
            <a:solidFill>
              <a:srgbClr val="00B0F0"/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9979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7409B-8613-6E0E-F863-CE7478414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3DA9D18-FD56-FA82-19C4-9D9757A91CC0}"/>
              </a:ext>
            </a:extLst>
          </p:cNvPr>
          <p:cNvSpPr txBox="1"/>
          <p:nvPr/>
        </p:nvSpPr>
        <p:spPr>
          <a:xfrm>
            <a:off x="936179" y="1228498"/>
            <a:ext cx="877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Pickup</a:t>
            </a:r>
          </a:p>
          <a:p>
            <a:r>
              <a:rPr lang="en-US" dirty="0"/>
              <a:t>2019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D3287A5-BE60-D8AA-979D-FAC670506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180459"/>
            <a:ext cx="10515600" cy="1048039"/>
          </a:xfrm>
          <a:noFill/>
        </p:spPr>
        <p:txBody>
          <a:bodyPr>
            <a:noAutofit/>
          </a:bodyPr>
          <a:lstStyle/>
          <a:p>
            <a:r>
              <a:rPr lang="en-US" sz="2800" dirty="0">
                <a:solidFill>
                  <a:srgbClr val="437E59"/>
                </a:solidFill>
              </a:rPr>
              <a:t>We have found that machine learning can fit accurate  survival functions to state data for each state and year.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9E331B0-BEE5-1C4E-EBC3-5C6253921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3481" y="965736"/>
            <a:ext cx="8247436" cy="5805178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01B4D30C-B61E-6622-B779-2D92FE602045}"/>
              </a:ext>
            </a:extLst>
          </p:cNvPr>
          <p:cNvSpPr/>
          <p:nvPr/>
        </p:nvSpPr>
        <p:spPr>
          <a:xfrm>
            <a:off x="6126480" y="3817620"/>
            <a:ext cx="651510" cy="617220"/>
          </a:xfrm>
          <a:prstGeom prst="ellipse">
            <a:avLst/>
          </a:prstGeom>
          <a:noFill/>
          <a:ln w="38100">
            <a:solidFill>
              <a:srgbClr val="00B0F0"/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4315747-2B48-6933-44E2-8F102479F4E2}"/>
              </a:ext>
            </a:extLst>
          </p:cNvPr>
          <p:cNvSpPr/>
          <p:nvPr/>
        </p:nvSpPr>
        <p:spPr>
          <a:xfrm>
            <a:off x="9410700" y="3853109"/>
            <a:ext cx="651510" cy="617220"/>
          </a:xfrm>
          <a:prstGeom prst="ellipse">
            <a:avLst/>
          </a:prstGeom>
          <a:noFill/>
          <a:ln w="38100">
            <a:solidFill>
              <a:srgbClr val="00B0F0"/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E9674B2-7149-7168-53D2-680636867360}"/>
              </a:ext>
            </a:extLst>
          </p:cNvPr>
          <p:cNvSpPr/>
          <p:nvPr/>
        </p:nvSpPr>
        <p:spPr>
          <a:xfrm>
            <a:off x="6777990" y="4987708"/>
            <a:ext cx="651510" cy="617220"/>
          </a:xfrm>
          <a:prstGeom prst="ellipse">
            <a:avLst/>
          </a:prstGeom>
          <a:noFill/>
          <a:ln w="38100">
            <a:solidFill>
              <a:srgbClr val="00B0F0"/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2097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8F6C6-7162-3D5E-A275-17BBD3192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CB19FA2-EAE7-985A-68AD-E0C822B60BED}"/>
              </a:ext>
            </a:extLst>
          </p:cNvPr>
          <p:cNvSpPr txBox="1"/>
          <p:nvPr/>
        </p:nvSpPr>
        <p:spPr>
          <a:xfrm>
            <a:off x="936179" y="1228498"/>
            <a:ext cx="877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Pickup</a:t>
            </a:r>
          </a:p>
          <a:p>
            <a:r>
              <a:rPr lang="en-US" dirty="0"/>
              <a:t>2020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751DEB4-AE06-3694-DEAD-19246D0D7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180459"/>
            <a:ext cx="10515600" cy="1048039"/>
          </a:xfrm>
          <a:noFill/>
        </p:spPr>
        <p:txBody>
          <a:bodyPr>
            <a:noAutofit/>
          </a:bodyPr>
          <a:lstStyle/>
          <a:p>
            <a:r>
              <a:rPr lang="en-US" sz="2800" dirty="0">
                <a:solidFill>
                  <a:srgbClr val="437E59"/>
                </a:solidFill>
              </a:rPr>
              <a:t>We have found that machine learning can fit accurate  survival functions to state data for each state and year.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E14C2BF-E676-E763-6834-9DAB29D62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126720"/>
            <a:ext cx="7772400" cy="5470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248049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ORNL corporate palette May 28 saturation adjust">
      <a:dk1>
        <a:sysClr val="windowText" lastClr="000000"/>
      </a:dk1>
      <a:lt1>
        <a:sysClr val="window" lastClr="FFFFFF"/>
      </a:lt1>
      <a:dk2>
        <a:srgbClr val="1E7640"/>
      </a:dk2>
      <a:lt2>
        <a:srgbClr val="FFFFFF"/>
      </a:lt2>
      <a:accent1>
        <a:srgbClr val="306DBE"/>
      </a:accent1>
      <a:accent2>
        <a:srgbClr val="84B641"/>
      </a:accent2>
      <a:accent3>
        <a:srgbClr val="DE762D"/>
      </a:accent3>
      <a:accent4>
        <a:srgbClr val="2ABDDA"/>
      </a:accent4>
      <a:accent5>
        <a:srgbClr val="A03123"/>
      </a:accent5>
      <a:accent6>
        <a:srgbClr val="FFCD00"/>
      </a:accent6>
      <a:hlink>
        <a:srgbClr val="0070B9"/>
      </a:hlink>
      <a:folHlink>
        <a:srgbClr val="1E764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>
          <a:solidFill>
            <a:schemeClr val="accent1"/>
          </a:solidFill>
        </a:ln>
        <a:effectLst/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/>
      </a:spPr>
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ct val="90000"/>
          </a:lnSpc>
          <a:defRPr dirty="0" smtClean="0">
            <a:solidFill>
              <a:schemeClr val="tx1"/>
            </a:solidFill>
          </a:defRPr>
        </a:defPPr>
      </a:lstStyle>
      <a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ctr">
          <a:lnSpc>
            <a:spcPct val="90000"/>
          </a:lnSpc>
          <a:defRPr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1_Default Theme">
  <a:themeElements>
    <a:clrScheme name="ORNL corporate palette May 28 saturation adjust">
      <a:dk1>
        <a:sysClr val="windowText" lastClr="000000"/>
      </a:dk1>
      <a:lt1>
        <a:sysClr val="window" lastClr="FFFFFF"/>
      </a:lt1>
      <a:dk2>
        <a:srgbClr val="1E7640"/>
      </a:dk2>
      <a:lt2>
        <a:srgbClr val="FFFFFF"/>
      </a:lt2>
      <a:accent1>
        <a:srgbClr val="306DBE"/>
      </a:accent1>
      <a:accent2>
        <a:srgbClr val="84B641"/>
      </a:accent2>
      <a:accent3>
        <a:srgbClr val="DE762D"/>
      </a:accent3>
      <a:accent4>
        <a:srgbClr val="2ABDDA"/>
      </a:accent4>
      <a:accent5>
        <a:srgbClr val="A03123"/>
      </a:accent5>
      <a:accent6>
        <a:srgbClr val="FFCD00"/>
      </a:accent6>
      <a:hlink>
        <a:srgbClr val="0070B9"/>
      </a:hlink>
      <a:folHlink>
        <a:srgbClr val="1E764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>
          <a:solidFill>
            <a:schemeClr val="accent1"/>
          </a:solidFill>
        </a:ln>
        <a:effectLst/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/>
      </a:spPr>
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ct val="90000"/>
          </a:lnSpc>
          <a:defRPr dirty="0" smtClean="0">
            <a:solidFill>
              <a:schemeClr val="tx1"/>
            </a:solidFill>
          </a:defRPr>
        </a:defPPr>
      </a:lstStyle>
      <a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ctr">
          <a:lnSpc>
            <a:spcPct val="90000"/>
          </a:lnSpc>
          <a:defRPr dirty="0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ORNL">
  <a:themeElements>
    <a:clrScheme name="ORNL theme colors 180717 final">
      <a:dk1>
        <a:sysClr val="windowText" lastClr="000000"/>
      </a:dk1>
      <a:lt1>
        <a:sysClr val="window" lastClr="FFFFFF"/>
      </a:lt1>
      <a:dk2>
        <a:srgbClr val="447E59"/>
      </a:dk2>
      <a:lt2>
        <a:srgbClr val="FFFFFF"/>
      </a:lt2>
      <a:accent1>
        <a:srgbClr val="3BA2AD"/>
      </a:accent1>
      <a:accent2>
        <a:srgbClr val="8FBB55"/>
      </a:accent2>
      <a:accent3>
        <a:srgbClr val="5785B7"/>
      </a:accent3>
      <a:accent4>
        <a:srgbClr val="E5A940"/>
      </a:accent4>
      <a:accent5>
        <a:srgbClr val="919785"/>
      </a:accent5>
      <a:accent6>
        <a:srgbClr val="CB4D3D"/>
      </a:accent6>
      <a:hlink>
        <a:srgbClr val="397D52"/>
      </a:hlink>
      <a:folHlink>
        <a:srgbClr val="000000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 w="38100">
          <a:solidFill>
            <a:schemeClr val="bg2"/>
          </a:solidFill>
          <a:miter lim="800000"/>
        </a:ln>
        <a:effectLst/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/>
      </a:spPr>
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<a:prstTxWarp prst="textNoShape">
          <a:avLst/>
        </a:prstTxWarp>
        <a:noAutofit/>
      </a:bodyPr>
      <a:lstStyle>
        <a:defPPr algn="l">
          <a:lnSpc>
            <a:spcPct val="90000"/>
          </a:lnSpc>
          <a:defRPr dirty="0" smtClean="0">
            <a:solidFill>
              <a:schemeClr val="tx1"/>
            </a:solidFill>
          </a:defRPr>
        </a:defPPr>
      </a:lstStyle>
      <a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bg1">
              <a:lumMod val="50000"/>
            </a:schemeClr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defRPr dirty="0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RNL 16x9 template 180719" id="{91F5A9DE-0FF5-42D2-8B71-414341298470}" vid="{19B61368-BE15-4FF9-B836-7A1A3976FBB8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A1B0AF3-0945-43D0-9FB5-DF2B28580FAD}">
  <we:reference id="wa104178141" version="3.0.11.7" store="en-US" storeType="OMEX"/>
  <we:alternateReferences/>
  <we:properties/>
  <we:bindings/>
  <we:snapshot xmlns:r="http://schemas.openxmlformats.org/officeDocument/2006/relationships"/>
</we:webextension>
</file>

<file path=docMetadata/LabelInfo.xml><?xml version="1.0" encoding="utf-8"?>
<clbl:labelList xmlns:clbl="http://schemas.microsoft.com/office/2020/mipLabelMetadata">
  <clbl:label id="{db3dbd43-4c4b-4544-9f8a-0553f9f5f25e}" enabled="0" method="" siteId="{db3dbd43-4c4b-4544-9f8a-0553f9f5f25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100</Words>
  <Application>Microsoft Macintosh PowerPoint</Application>
  <PresentationFormat>Widescreen</PresentationFormat>
  <Paragraphs>15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Arial</vt:lpstr>
      <vt:lpstr>Arial Black</vt:lpstr>
      <vt:lpstr>Calibri</vt:lpstr>
      <vt:lpstr>Century Gothic</vt:lpstr>
      <vt:lpstr>Roboto</vt:lpstr>
      <vt:lpstr>Roboto Light</vt:lpstr>
      <vt:lpstr>Default Theme</vt:lpstr>
      <vt:lpstr>1_Default Theme</vt:lpstr>
      <vt:lpstr>ORNL</vt:lpstr>
      <vt:lpstr>LDV State Survival Curves</vt:lpstr>
      <vt:lpstr>We have found that machine learning can fit accurate  survival functions to state data for each state and year.</vt:lpstr>
      <vt:lpstr>We have found that machine learning can fit accurate  survival functions to state data for each state and year.</vt:lpstr>
      <vt:lpstr>We have found that machine learning can fit accurate  survival functions to state data for each state and year.</vt:lpstr>
      <vt:lpstr>We have found that machine learning can fit accurate  survival functions to state data for each state and year.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Transportation Energy Evolution Modeling (TEEM) Program</dc:title>
  <dc:subject>2019 Vehicle Technologies Office Annual Merit Review</dc:subject>
  <dc:creator/>
  <cp:keywords/>
  <dc:description/>
  <cp:lastModifiedBy/>
  <cp:revision>1</cp:revision>
  <dcterms:created xsi:type="dcterms:W3CDTF">2016-02-29T19:36:35Z</dcterms:created>
  <dcterms:modified xsi:type="dcterms:W3CDTF">2026-02-13T20:59:06Z</dcterms:modified>
  <cp:category/>
</cp:coreProperties>
</file>