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2" r:id="rId2"/>
  </p:sldMasterIdLst>
  <p:notesMasterIdLst>
    <p:notesMasterId r:id="rId31"/>
  </p:notesMasterIdLst>
  <p:sldIdLst>
    <p:sldId id="2147375087" r:id="rId3"/>
    <p:sldId id="2147375102" r:id="rId4"/>
    <p:sldId id="364" r:id="rId5"/>
    <p:sldId id="353" r:id="rId6"/>
    <p:sldId id="355" r:id="rId7"/>
    <p:sldId id="2147375104" r:id="rId8"/>
    <p:sldId id="2147375103" r:id="rId9"/>
    <p:sldId id="2147375012" r:id="rId10"/>
    <p:sldId id="361" r:id="rId11"/>
    <p:sldId id="2147375081" r:id="rId12"/>
    <p:sldId id="2147375086" r:id="rId13"/>
    <p:sldId id="2147375085" r:id="rId14"/>
    <p:sldId id="2147375108" r:id="rId15"/>
    <p:sldId id="2147375099" r:id="rId16"/>
    <p:sldId id="2147375114" r:id="rId17"/>
    <p:sldId id="2147375113" r:id="rId18"/>
    <p:sldId id="2147375106" r:id="rId19"/>
    <p:sldId id="2147375109" r:id="rId20"/>
    <p:sldId id="2147375115" r:id="rId21"/>
    <p:sldId id="2147375110" r:id="rId22"/>
    <p:sldId id="2147375112" r:id="rId23"/>
    <p:sldId id="2147375107" r:id="rId24"/>
    <p:sldId id="2147375111" r:id="rId25"/>
    <p:sldId id="2147375096" r:id="rId26"/>
    <p:sldId id="2147375098" r:id="rId27"/>
    <p:sldId id="2147375097" r:id="rId28"/>
    <p:sldId id="354" r:id="rId29"/>
    <p:sldId id="2147375084"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74B676-D2E9-42E2-B4DE-29293FEC0838}" v="62" dt="2025-11-06T20:32:45.83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6077" autoAdjust="0"/>
  </p:normalViewPr>
  <p:slideViewPr>
    <p:cSldViewPr snapToGrid="0">
      <p:cViewPr varScale="1">
        <p:scale>
          <a:sx n="91" d="100"/>
          <a:sy n="91" d="100"/>
        </p:scale>
        <p:origin x="127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microsoft.com/office/2016/11/relationships/changesInfo" Target="changesInfos/changesInfo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ip, Arthur" userId="449abbf6-f4cb-4fa5-ac32-cf7a55bef8bf" providerId="ADAL" clId="{E61C7EF5-0200-4AA9-85F2-AAFA36A4DFB4}"/>
    <pc:docChg chg="undo custSel addSld delSld modSld sldOrd">
      <pc:chgData name="Yip, Arthur" userId="449abbf6-f4cb-4fa5-ac32-cf7a55bef8bf" providerId="ADAL" clId="{E61C7EF5-0200-4AA9-85F2-AAFA36A4DFB4}" dt="2025-11-06T20:33:04.655" v="9086" actId="20577"/>
      <pc:docMkLst>
        <pc:docMk/>
      </pc:docMkLst>
      <pc:sldChg chg="ord">
        <pc:chgData name="Yip, Arthur" userId="449abbf6-f4cb-4fa5-ac32-cf7a55bef8bf" providerId="ADAL" clId="{E61C7EF5-0200-4AA9-85F2-AAFA36A4DFB4}" dt="2025-10-20T14:14:23.076" v="6743"/>
        <pc:sldMkLst>
          <pc:docMk/>
          <pc:sldMk cId="51140694" sldId="353"/>
        </pc:sldMkLst>
      </pc:sldChg>
      <pc:sldChg chg="add">
        <pc:chgData name="Yip, Arthur" userId="449abbf6-f4cb-4fa5-ac32-cf7a55bef8bf" providerId="ADAL" clId="{E61C7EF5-0200-4AA9-85F2-AAFA36A4DFB4}" dt="2025-10-20T14:55:05.022" v="8206"/>
        <pc:sldMkLst>
          <pc:docMk/>
          <pc:sldMk cId="3787731009" sldId="354"/>
        </pc:sldMkLst>
      </pc:sldChg>
      <pc:sldChg chg="add">
        <pc:chgData name="Yip, Arthur" userId="449abbf6-f4cb-4fa5-ac32-cf7a55bef8bf" providerId="ADAL" clId="{E61C7EF5-0200-4AA9-85F2-AAFA36A4DFB4}" dt="2025-10-20T14:14:57.967" v="6744"/>
        <pc:sldMkLst>
          <pc:docMk/>
          <pc:sldMk cId="1538577884" sldId="355"/>
        </pc:sldMkLst>
      </pc:sldChg>
      <pc:sldChg chg="modSp add mod">
        <pc:chgData name="Yip, Arthur" userId="449abbf6-f4cb-4fa5-ac32-cf7a55bef8bf" providerId="ADAL" clId="{E61C7EF5-0200-4AA9-85F2-AAFA36A4DFB4}" dt="2025-10-20T14:28:10.178" v="6754" actId="27636"/>
        <pc:sldMkLst>
          <pc:docMk/>
          <pc:sldMk cId="316569111" sldId="361"/>
        </pc:sldMkLst>
        <pc:spChg chg="mod">
          <ac:chgData name="Yip, Arthur" userId="449abbf6-f4cb-4fa5-ac32-cf7a55bef8bf" providerId="ADAL" clId="{E61C7EF5-0200-4AA9-85F2-AAFA36A4DFB4}" dt="2025-10-20T14:28:10.178" v="6754" actId="27636"/>
          <ac:spMkLst>
            <pc:docMk/>
            <pc:sldMk cId="316569111" sldId="361"/>
            <ac:spMk id="8" creationId="{3BABA0AD-ABE9-1F2F-D708-6D16F4FF07C5}"/>
          </ac:spMkLst>
        </pc:spChg>
      </pc:sldChg>
      <pc:sldChg chg="ord">
        <pc:chgData name="Yip, Arthur" userId="449abbf6-f4cb-4fa5-ac32-cf7a55bef8bf" providerId="ADAL" clId="{E61C7EF5-0200-4AA9-85F2-AAFA36A4DFB4}" dt="2025-10-20T14:14:23.076" v="6743"/>
        <pc:sldMkLst>
          <pc:docMk/>
          <pc:sldMk cId="1731212681" sldId="364"/>
        </pc:sldMkLst>
      </pc:sldChg>
      <pc:sldChg chg="modSp add mod">
        <pc:chgData name="Yip, Arthur" userId="449abbf6-f4cb-4fa5-ac32-cf7a55bef8bf" providerId="ADAL" clId="{E61C7EF5-0200-4AA9-85F2-AAFA36A4DFB4}" dt="2025-10-20T14:30:45.905" v="6848" actId="20577"/>
        <pc:sldMkLst>
          <pc:docMk/>
          <pc:sldMk cId="3090955779" sldId="2147375012"/>
        </pc:sldMkLst>
        <pc:spChg chg="mod">
          <ac:chgData name="Yip, Arthur" userId="449abbf6-f4cb-4fa5-ac32-cf7a55bef8bf" providerId="ADAL" clId="{E61C7EF5-0200-4AA9-85F2-AAFA36A4DFB4}" dt="2025-10-20T14:30:45.905" v="6848" actId="20577"/>
          <ac:spMkLst>
            <pc:docMk/>
            <pc:sldMk cId="3090955779" sldId="2147375012"/>
            <ac:spMk id="38" creationId="{8E7F752A-8588-B5BC-D076-214975540091}"/>
          </ac:spMkLst>
        </pc:spChg>
      </pc:sldChg>
      <pc:sldChg chg="modSp add mod">
        <pc:chgData name="Yip, Arthur" userId="449abbf6-f4cb-4fa5-ac32-cf7a55bef8bf" providerId="ADAL" clId="{E61C7EF5-0200-4AA9-85F2-AAFA36A4DFB4}" dt="2025-10-20T14:28:10.182" v="6755" actId="27636"/>
        <pc:sldMkLst>
          <pc:docMk/>
          <pc:sldMk cId="3341536745" sldId="2147375081"/>
        </pc:sldMkLst>
        <pc:spChg chg="mod">
          <ac:chgData name="Yip, Arthur" userId="449abbf6-f4cb-4fa5-ac32-cf7a55bef8bf" providerId="ADAL" clId="{E61C7EF5-0200-4AA9-85F2-AAFA36A4DFB4}" dt="2025-10-20T14:28:10.182" v="6755" actId="27636"/>
          <ac:spMkLst>
            <pc:docMk/>
            <pc:sldMk cId="3341536745" sldId="2147375081"/>
            <ac:spMk id="3" creationId="{8BD3612B-D56F-E0D9-CB70-6EDC3BDBDC57}"/>
          </ac:spMkLst>
        </pc:spChg>
      </pc:sldChg>
      <pc:sldChg chg="add">
        <pc:chgData name="Yip, Arthur" userId="449abbf6-f4cb-4fa5-ac32-cf7a55bef8bf" providerId="ADAL" clId="{E61C7EF5-0200-4AA9-85F2-AAFA36A4DFB4}" dt="2025-10-20T14:55:05.022" v="8206"/>
        <pc:sldMkLst>
          <pc:docMk/>
          <pc:sldMk cId="2037218749" sldId="2147375084"/>
        </pc:sldMkLst>
      </pc:sldChg>
      <pc:sldChg chg="addSp delSp modSp add mod">
        <pc:chgData name="Yip, Arthur" userId="449abbf6-f4cb-4fa5-ac32-cf7a55bef8bf" providerId="ADAL" clId="{E61C7EF5-0200-4AA9-85F2-AAFA36A4DFB4}" dt="2025-11-06T20:31:17.704" v="8964" actId="14100"/>
        <pc:sldMkLst>
          <pc:docMk/>
          <pc:sldMk cId="1431316772" sldId="2147375085"/>
        </pc:sldMkLst>
        <pc:spChg chg="mod">
          <ac:chgData name="Yip, Arthur" userId="449abbf6-f4cb-4fa5-ac32-cf7a55bef8bf" providerId="ADAL" clId="{E61C7EF5-0200-4AA9-85F2-AAFA36A4DFB4}" dt="2025-10-20T17:35:42.742" v="8949" actId="20577"/>
          <ac:spMkLst>
            <pc:docMk/>
            <pc:sldMk cId="1431316772" sldId="2147375085"/>
            <ac:spMk id="6" creationId="{8BC43982-59C7-F12C-567B-0F39E9E8BE18}"/>
          </ac:spMkLst>
        </pc:spChg>
        <pc:picChg chg="del">
          <ac:chgData name="Yip, Arthur" userId="449abbf6-f4cb-4fa5-ac32-cf7a55bef8bf" providerId="ADAL" clId="{E61C7EF5-0200-4AA9-85F2-AAFA36A4DFB4}" dt="2025-11-06T20:30:36.226" v="8957" actId="478"/>
          <ac:picMkLst>
            <pc:docMk/>
            <pc:sldMk cId="1431316772" sldId="2147375085"/>
            <ac:picMk id="4" creationId="{F76BDC81-8D3A-AB12-84A6-B9CF70703804}"/>
          </ac:picMkLst>
        </pc:picChg>
        <pc:picChg chg="del">
          <ac:chgData name="Yip, Arthur" userId="449abbf6-f4cb-4fa5-ac32-cf7a55bef8bf" providerId="ADAL" clId="{E61C7EF5-0200-4AA9-85F2-AAFA36A4DFB4}" dt="2025-11-06T20:30:27.234" v="8952" actId="478"/>
          <ac:picMkLst>
            <pc:docMk/>
            <pc:sldMk cId="1431316772" sldId="2147375085"/>
            <ac:picMk id="5" creationId="{865949C2-6AC9-B6A6-72B1-37AC5E656B29}"/>
          </ac:picMkLst>
        </pc:picChg>
        <pc:picChg chg="add mod">
          <ac:chgData name="Yip, Arthur" userId="449abbf6-f4cb-4fa5-ac32-cf7a55bef8bf" providerId="ADAL" clId="{E61C7EF5-0200-4AA9-85F2-AAFA36A4DFB4}" dt="2025-11-06T20:30:34.721" v="8956" actId="1076"/>
          <ac:picMkLst>
            <pc:docMk/>
            <pc:sldMk cId="1431316772" sldId="2147375085"/>
            <ac:picMk id="8" creationId="{6DDDEFCC-47CF-F4C3-1D99-8654ED95A523}"/>
          </ac:picMkLst>
        </pc:picChg>
        <pc:picChg chg="add mod">
          <ac:chgData name="Yip, Arthur" userId="449abbf6-f4cb-4fa5-ac32-cf7a55bef8bf" providerId="ADAL" clId="{E61C7EF5-0200-4AA9-85F2-AAFA36A4DFB4}" dt="2025-11-06T20:31:17.704" v="8964" actId="14100"/>
          <ac:picMkLst>
            <pc:docMk/>
            <pc:sldMk cId="1431316772" sldId="2147375085"/>
            <ac:picMk id="10" creationId="{0EF49165-27B9-753F-2B4C-D8261EC46B92}"/>
          </ac:picMkLst>
        </pc:picChg>
      </pc:sldChg>
      <pc:sldChg chg="modSp add mod">
        <pc:chgData name="Yip, Arthur" userId="449abbf6-f4cb-4fa5-ac32-cf7a55bef8bf" providerId="ADAL" clId="{E61C7EF5-0200-4AA9-85F2-AAFA36A4DFB4}" dt="2025-10-20T17:35:33.293" v="8947" actId="20577"/>
        <pc:sldMkLst>
          <pc:docMk/>
          <pc:sldMk cId="3689276678" sldId="2147375086"/>
        </pc:sldMkLst>
        <pc:spChg chg="mod">
          <ac:chgData name="Yip, Arthur" userId="449abbf6-f4cb-4fa5-ac32-cf7a55bef8bf" providerId="ADAL" clId="{E61C7EF5-0200-4AA9-85F2-AAFA36A4DFB4}" dt="2025-10-20T14:28:10.185" v="6756" actId="27636"/>
          <ac:spMkLst>
            <pc:docMk/>
            <pc:sldMk cId="3689276678" sldId="2147375086"/>
            <ac:spMk id="3" creationId="{69D87F21-E8DA-0CAC-371D-034347B9E464}"/>
          </ac:spMkLst>
        </pc:spChg>
        <pc:spChg chg="mod">
          <ac:chgData name="Yip, Arthur" userId="449abbf6-f4cb-4fa5-ac32-cf7a55bef8bf" providerId="ADAL" clId="{E61C7EF5-0200-4AA9-85F2-AAFA36A4DFB4}" dt="2025-10-20T17:35:33.293" v="8947" actId="20577"/>
          <ac:spMkLst>
            <pc:docMk/>
            <pc:sldMk cId="3689276678" sldId="2147375086"/>
            <ac:spMk id="7" creationId="{79F4716E-AC92-2BCE-A7E3-324ECAEEB359}"/>
          </ac:spMkLst>
        </pc:spChg>
      </pc:sldChg>
      <pc:sldChg chg="modSp mod">
        <pc:chgData name="Yip, Arthur" userId="449abbf6-f4cb-4fa5-ac32-cf7a55bef8bf" providerId="ADAL" clId="{E61C7EF5-0200-4AA9-85F2-AAFA36A4DFB4}" dt="2025-10-20T14:12:49.316" v="6730" actId="20577"/>
        <pc:sldMkLst>
          <pc:docMk/>
          <pc:sldMk cId="3104943910" sldId="2147375087"/>
        </pc:sldMkLst>
        <pc:spChg chg="mod">
          <ac:chgData name="Yip, Arthur" userId="449abbf6-f4cb-4fa5-ac32-cf7a55bef8bf" providerId="ADAL" clId="{E61C7EF5-0200-4AA9-85F2-AAFA36A4DFB4}" dt="2025-10-20T14:12:49.316" v="6730" actId="20577"/>
          <ac:spMkLst>
            <pc:docMk/>
            <pc:sldMk cId="3104943910" sldId="2147375087"/>
            <ac:spMk id="3" creationId="{32FC9BE6-D3E8-ADB1-CD1C-A2B222C3BFF2}"/>
          </ac:spMkLst>
        </pc:spChg>
      </pc:sldChg>
      <pc:sldChg chg="add">
        <pc:chgData name="Yip, Arthur" userId="449abbf6-f4cb-4fa5-ac32-cf7a55bef8bf" providerId="ADAL" clId="{E61C7EF5-0200-4AA9-85F2-AAFA36A4DFB4}" dt="2025-10-20T14:12:16.129" v="6708"/>
        <pc:sldMkLst>
          <pc:docMk/>
          <pc:sldMk cId="1115188400" sldId="2147375096"/>
        </pc:sldMkLst>
      </pc:sldChg>
      <pc:sldChg chg="add">
        <pc:chgData name="Yip, Arthur" userId="449abbf6-f4cb-4fa5-ac32-cf7a55bef8bf" providerId="ADAL" clId="{E61C7EF5-0200-4AA9-85F2-AAFA36A4DFB4}" dt="2025-10-20T14:12:16.129" v="6708"/>
        <pc:sldMkLst>
          <pc:docMk/>
          <pc:sldMk cId="1609343226" sldId="2147375097"/>
        </pc:sldMkLst>
      </pc:sldChg>
      <pc:sldChg chg="add">
        <pc:chgData name="Yip, Arthur" userId="449abbf6-f4cb-4fa5-ac32-cf7a55bef8bf" providerId="ADAL" clId="{E61C7EF5-0200-4AA9-85F2-AAFA36A4DFB4}" dt="2025-10-20T14:12:16.129" v="6708"/>
        <pc:sldMkLst>
          <pc:docMk/>
          <pc:sldMk cId="1914981492" sldId="2147375098"/>
        </pc:sldMkLst>
      </pc:sldChg>
      <pc:sldChg chg="addSp delSp modSp new mod ord">
        <pc:chgData name="Yip, Arthur" userId="449abbf6-f4cb-4fa5-ac32-cf7a55bef8bf" providerId="ADAL" clId="{E61C7EF5-0200-4AA9-85F2-AAFA36A4DFB4}" dt="2025-10-20T14:56:22.531" v="8253" actId="1036"/>
        <pc:sldMkLst>
          <pc:docMk/>
          <pc:sldMk cId="1154363110" sldId="2147375099"/>
        </pc:sldMkLst>
        <pc:spChg chg="mod">
          <ac:chgData name="Yip, Arthur" userId="449abbf6-f4cb-4fa5-ac32-cf7a55bef8bf" providerId="ADAL" clId="{E61C7EF5-0200-4AA9-85F2-AAFA36A4DFB4}" dt="2025-10-17T23:16:20.207" v="590" actId="20577"/>
          <ac:spMkLst>
            <pc:docMk/>
            <pc:sldMk cId="1154363110" sldId="2147375099"/>
            <ac:spMk id="2" creationId="{53324778-8D5F-FB92-E158-695D9220ECFC}"/>
          </ac:spMkLst>
        </pc:spChg>
        <pc:graphicFrameChg chg="add mod modGraphic">
          <ac:chgData name="Yip, Arthur" userId="449abbf6-f4cb-4fa5-ac32-cf7a55bef8bf" providerId="ADAL" clId="{E61C7EF5-0200-4AA9-85F2-AAFA36A4DFB4}" dt="2025-10-20T14:56:22.531" v="8253" actId="1036"/>
          <ac:graphicFrameMkLst>
            <pc:docMk/>
            <pc:sldMk cId="1154363110" sldId="2147375099"/>
            <ac:graphicFrameMk id="4" creationId="{DF49BADA-5359-95DE-5EC0-38548221034A}"/>
          </ac:graphicFrameMkLst>
        </pc:graphicFrameChg>
      </pc:sldChg>
      <pc:sldChg chg="modSp new mod">
        <pc:chgData name="Yip, Arthur" userId="449abbf6-f4cb-4fa5-ac32-cf7a55bef8bf" providerId="ADAL" clId="{E61C7EF5-0200-4AA9-85F2-AAFA36A4DFB4}" dt="2025-10-20T14:29:25.397" v="6846" actId="20577"/>
        <pc:sldMkLst>
          <pc:docMk/>
          <pc:sldMk cId="3835235720" sldId="2147375102"/>
        </pc:sldMkLst>
        <pc:spChg chg="mod">
          <ac:chgData name="Yip, Arthur" userId="449abbf6-f4cb-4fa5-ac32-cf7a55bef8bf" providerId="ADAL" clId="{E61C7EF5-0200-4AA9-85F2-AAFA36A4DFB4}" dt="2025-10-20T14:28:58.011" v="6793" actId="20577"/>
          <ac:spMkLst>
            <pc:docMk/>
            <pc:sldMk cId="3835235720" sldId="2147375102"/>
            <ac:spMk id="2" creationId="{D668FE4F-46DE-0896-73FA-87A706032A1A}"/>
          </ac:spMkLst>
        </pc:spChg>
        <pc:spChg chg="mod">
          <ac:chgData name="Yip, Arthur" userId="449abbf6-f4cb-4fa5-ac32-cf7a55bef8bf" providerId="ADAL" clId="{E61C7EF5-0200-4AA9-85F2-AAFA36A4DFB4}" dt="2025-10-20T14:29:25.397" v="6846" actId="20577"/>
          <ac:spMkLst>
            <pc:docMk/>
            <pc:sldMk cId="3835235720" sldId="2147375102"/>
            <ac:spMk id="3" creationId="{621AC03B-1F9B-E4FA-A909-3161A235D667}"/>
          </ac:spMkLst>
        </pc:spChg>
      </pc:sldChg>
      <pc:sldChg chg="modSp add mod">
        <pc:chgData name="Yip, Arthur" userId="449abbf6-f4cb-4fa5-ac32-cf7a55bef8bf" providerId="ADAL" clId="{E61C7EF5-0200-4AA9-85F2-AAFA36A4DFB4}" dt="2025-10-20T14:36:35.525" v="7096" actId="20577"/>
        <pc:sldMkLst>
          <pc:docMk/>
          <pc:sldMk cId="3949233271" sldId="2147375103"/>
        </pc:sldMkLst>
        <pc:spChg chg="mod">
          <ac:chgData name="Yip, Arthur" userId="449abbf6-f4cb-4fa5-ac32-cf7a55bef8bf" providerId="ADAL" clId="{E61C7EF5-0200-4AA9-85F2-AAFA36A4DFB4}" dt="2025-10-20T14:36:35.525" v="7096" actId="20577"/>
          <ac:spMkLst>
            <pc:docMk/>
            <pc:sldMk cId="3949233271" sldId="2147375103"/>
            <ac:spMk id="3" creationId="{F0D9FDE2-0858-8CD0-D177-91352781ABA4}"/>
          </ac:spMkLst>
        </pc:spChg>
      </pc:sldChg>
      <pc:sldChg chg="modSp new mod">
        <pc:chgData name="Yip, Arthur" userId="449abbf6-f4cb-4fa5-ac32-cf7a55bef8bf" providerId="ADAL" clId="{E61C7EF5-0200-4AA9-85F2-AAFA36A4DFB4}" dt="2025-10-20T06:40:18.504" v="6692" actId="20577"/>
        <pc:sldMkLst>
          <pc:docMk/>
          <pc:sldMk cId="2060954348" sldId="2147375104"/>
        </pc:sldMkLst>
        <pc:spChg chg="mod">
          <ac:chgData name="Yip, Arthur" userId="449abbf6-f4cb-4fa5-ac32-cf7a55bef8bf" providerId="ADAL" clId="{E61C7EF5-0200-4AA9-85F2-AAFA36A4DFB4}" dt="2025-10-20T06:40:18.504" v="6692" actId="20577"/>
          <ac:spMkLst>
            <pc:docMk/>
            <pc:sldMk cId="2060954348" sldId="2147375104"/>
            <ac:spMk id="2" creationId="{DF81D170-196A-8E59-CA93-56FCBB4258C8}"/>
          </ac:spMkLst>
        </pc:spChg>
        <pc:spChg chg="mod">
          <ac:chgData name="Yip, Arthur" userId="449abbf6-f4cb-4fa5-ac32-cf7a55bef8bf" providerId="ADAL" clId="{E61C7EF5-0200-4AA9-85F2-AAFA36A4DFB4}" dt="2025-10-20T06:39:48.846" v="6636" actId="20577"/>
          <ac:spMkLst>
            <pc:docMk/>
            <pc:sldMk cId="2060954348" sldId="2147375104"/>
            <ac:spMk id="3" creationId="{8CBC7576-E23E-AFAE-D78B-ED897031DD7A}"/>
          </ac:spMkLst>
        </pc:spChg>
      </pc:sldChg>
      <pc:sldChg chg="addSp delSp modSp add mod">
        <pc:chgData name="Yip, Arthur" userId="449abbf6-f4cb-4fa5-ac32-cf7a55bef8bf" providerId="ADAL" clId="{E61C7EF5-0200-4AA9-85F2-AAFA36A4DFB4}" dt="2025-10-20T17:27:08.129" v="8562" actId="1076"/>
        <pc:sldMkLst>
          <pc:docMk/>
          <pc:sldMk cId="3621679639" sldId="2147375106"/>
        </pc:sldMkLst>
        <pc:spChg chg="mod">
          <ac:chgData name="Yip, Arthur" userId="449abbf6-f4cb-4fa5-ac32-cf7a55bef8bf" providerId="ADAL" clId="{E61C7EF5-0200-4AA9-85F2-AAFA36A4DFB4}" dt="2025-10-19T11:52:11.112" v="5646" actId="6549"/>
          <ac:spMkLst>
            <pc:docMk/>
            <pc:sldMk cId="3621679639" sldId="2147375106"/>
            <ac:spMk id="2" creationId="{E506E857-E6FB-D0A8-4CE9-56248B990878}"/>
          </ac:spMkLst>
        </pc:spChg>
        <pc:picChg chg="add mod">
          <ac:chgData name="Yip, Arthur" userId="449abbf6-f4cb-4fa5-ac32-cf7a55bef8bf" providerId="ADAL" clId="{E61C7EF5-0200-4AA9-85F2-AAFA36A4DFB4}" dt="2025-10-20T14:26:07.868" v="6752" actId="1076"/>
          <ac:picMkLst>
            <pc:docMk/>
            <pc:sldMk cId="3621679639" sldId="2147375106"/>
            <ac:picMk id="12" creationId="{20A6C74B-B89B-255D-33EE-89B4CFBB734C}"/>
          </ac:picMkLst>
        </pc:picChg>
        <pc:picChg chg="add mod">
          <ac:chgData name="Yip, Arthur" userId="449abbf6-f4cb-4fa5-ac32-cf7a55bef8bf" providerId="ADAL" clId="{E61C7EF5-0200-4AA9-85F2-AAFA36A4DFB4}" dt="2025-10-20T17:27:08.129" v="8562" actId="1076"/>
          <ac:picMkLst>
            <pc:docMk/>
            <pc:sldMk cId="3621679639" sldId="2147375106"/>
            <ac:picMk id="14" creationId="{CE125F75-4738-EE73-CE93-32C832A53F6E}"/>
          </ac:picMkLst>
        </pc:picChg>
        <pc:picChg chg="add mod">
          <ac:chgData name="Yip, Arthur" userId="449abbf6-f4cb-4fa5-ac32-cf7a55bef8bf" providerId="ADAL" clId="{E61C7EF5-0200-4AA9-85F2-AAFA36A4DFB4}" dt="2025-10-20T17:26:53.268" v="8552" actId="1076"/>
          <ac:picMkLst>
            <pc:docMk/>
            <pc:sldMk cId="3621679639" sldId="2147375106"/>
            <ac:picMk id="15" creationId="{275E1932-430D-024D-005C-0B92131EBCCF}"/>
          </ac:picMkLst>
        </pc:picChg>
        <pc:picChg chg="add mod">
          <ac:chgData name="Yip, Arthur" userId="449abbf6-f4cb-4fa5-ac32-cf7a55bef8bf" providerId="ADAL" clId="{E61C7EF5-0200-4AA9-85F2-AAFA36A4DFB4}" dt="2025-10-20T17:26:55.537" v="8554" actId="1076"/>
          <ac:picMkLst>
            <pc:docMk/>
            <pc:sldMk cId="3621679639" sldId="2147375106"/>
            <ac:picMk id="16" creationId="{FD3CBFF2-31C7-0768-8FB6-6652D712C2C5}"/>
          </ac:picMkLst>
        </pc:picChg>
        <pc:picChg chg="add mod">
          <ac:chgData name="Yip, Arthur" userId="449abbf6-f4cb-4fa5-ac32-cf7a55bef8bf" providerId="ADAL" clId="{E61C7EF5-0200-4AA9-85F2-AAFA36A4DFB4}" dt="2025-10-20T17:26:58.564" v="8556" actId="1076"/>
          <ac:picMkLst>
            <pc:docMk/>
            <pc:sldMk cId="3621679639" sldId="2147375106"/>
            <ac:picMk id="17" creationId="{B2E55384-8D1C-4F18-EDCF-C69790194DC2}"/>
          </ac:picMkLst>
        </pc:picChg>
        <pc:picChg chg="add mod">
          <ac:chgData name="Yip, Arthur" userId="449abbf6-f4cb-4fa5-ac32-cf7a55bef8bf" providerId="ADAL" clId="{E61C7EF5-0200-4AA9-85F2-AAFA36A4DFB4}" dt="2025-10-20T17:27:00.778" v="8558" actId="1076"/>
          <ac:picMkLst>
            <pc:docMk/>
            <pc:sldMk cId="3621679639" sldId="2147375106"/>
            <ac:picMk id="18" creationId="{2E5360F3-D349-3B18-9ADD-A790722B7572}"/>
          </ac:picMkLst>
        </pc:picChg>
        <pc:picChg chg="add mod">
          <ac:chgData name="Yip, Arthur" userId="449abbf6-f4cb-4fa5-ac32-cf7a55bef8bf" providerId="ADAL" clId="{E61C7EF5-0200-4AA9-85F2-AAFA36A4DFB4}" dt="2025-10-20T17:27:03.429" v="8560" actId="1076"/>
          <ac:picMkLst>
            <pc:docMk/>
            <pc:sldMk cId="3621679639" sldId="2147375106"/>
            <ac:picMk id="19" creationId="{0E6A4264-F8A3-2A87-2A97-8E3CA4271D3C}"/>
          </ac:picMkLst>
        </pc:picChg>
      </pc:sldChg>
      <pc:sldChg chg="modSp new mod modNotesTx">
        <pc:chgData name="Yip, Arthur" userId="449abbf6-f4cb-4fa5-ac32-cf7a55bef8bf" providerId="ADAL" clId="{E61C7EF5-0200-4AA9-85F2-AAFA36A4DFB4}" dt="2025-11-06T20:33:04.655" v="9086" actId="20577"/>
        <pc:sldMkLst>
          <pc:docMk/>
          <pc:sldMk cId="2171817190" sldId="2147375107"/>
        </pc:sldMkLst>
        <pc:spChg chg="mod">
          <ac:chgData name="Yip, Arthur" userId="449abbf6-f4cb-4fa5-ac32-cf7a55bef8bf" providerId="ADAL" clId="{E61C7EF5-0200-4AA9-85F2-AAFA36A4DFB4}" dt="2025-10-19T11:18:06.681" v="3569" actId="20577"/>
          <ac:spMkLst>
            <pc:docMk/>
            <pc:sldMk cId="2171817190" sldId="2147375107"/>
            <ac:spMk id="2" creationId="{CC28A2CA-BAC0-9607-EE82-0BF640AFEE66}"/>
          </ac:spMkLst>
        </pc:spChg>
        <pc:spChg chg="mod">
          <ac:chgData name="Yip, Arthur" userId="449abbf6-f4cb-4fa5-ac32-cf7a55bef8bf" providerId="ADAL" clId="{E61C7EF5-0200-4AA9-85F2-AAFA36A4DFB4}" dt="2025-10-20T14:54:36.652" v="8205" actId="20577"/>
          <ac:spMkLst>
            <pc:docMk/>
            <pc:sldMk cId="2171817190" sldId="2147375107"/>
            <ac:spMk id="3" creationId="{1B48CFD1-AC53-E3A3-CA25-5692577A6519}"/>
          </ac:spMkLst>
        </pc:spChg>
      </pc:sldChg>
      <pc:sldChg chg="modSp new mod ord">
        <pc:chgData name="Yip, Arthur" userId="449abbf6-f4cb-4fa5-ac32-cf7a55bef8bf" providerId="ADAL" clId="{E61C7EF5-0200-4AA9-85F2-AAFA36A4DFB4}" dt="2025-10-20T14:46:42.528" v="7631" actId="6549"/>
        <pc:sldMkLst>
          <pc:docMk/>
          <pc:sldMk cId="3559710823" sldId="2147375108"/>
        </pc:sldMkLst>
        <pc:spChg chg="mod">
          <ac:chgData name="Yip, Arthur" userId="449abbf6-f4cb-4fa5-ac32-cf7a55bef8bf" providerId="ADAL" clId="{E61C7EF5-0200-4AA9-85F2-AAFA36A4DFB4}" dt="2025-10-19T11:28:51.865" v="4411" actId="20577"/>
          <ac:spMkLst>
            <pc:docMk/>
            <pc:sldMk cId="3559710823" sldId="2147375108"/>
            <ac:spMk id="2" creationId="{B095FD32-976A-26F4-62EB-CCC356C07E8F}"/>
          </ac:spMkLst>
        </pc:spChg>
        <pc:spChg chg="mod">
          <ac:chgData name="Yip, Arthur" userId="449abbf6-f4cb-4fa5-ac32-cf7a55bef8bf" providerId="ADAL" clId="{E61C7EF5-0200-4AA9-85F2-AAFA36A4DFB4}" dt="2025-10-20T14:46:42.528" v="7631" actId="6549"/>
          <ac:spMkLst>
            <pc:docMk/>
            <pc:sldMk cId="3559710823" sldId="2147375108"/>
            <ac:spMk id="3" creationId="{6540F7E4-F2E0-04FA-D07C-010784BA95C5}"/>
          </ac:spMkLst>
        </pc:spChg>
      </pc:sldChg>
      <pc:sldChg chg="addSp modSp add mod">
        <pc:chgData name="Yip, Arthur" userId="449abbf6-f4cb-4fa5-ac32-cf7a55bef8bf" providerId="ADAL" clId="{E61C7EF5-0200-4AA9-85F2-AAFA36A4DFB4}" dt="2025-10-20T14:51:20.254" v="8056" actId="1076"/>
        <pc:sldMkLst>
          <pc:docMk/>
          <pc:sldMk cId="224092827" sldId="2147375109"/>
        </pc:sldMkLst>
        <pc:spChg chg="mod">
          <ac:chgData name="Yip, Arthur" userId="449abbf6-f4cb-4fa5-ac32-cf7a55bef8bf" providerId="ADAL" clId="{E61C7EF5-0200-4AA9-85F2-AAFA36A4DFB4}" dt="2025-10-20T14:50:46.060" v="8019" actId="14100"/>
          <ac:spMkLst>
            <pc:docMk/>
            <pc:sldMk cId="224092827" sldId="2147375109"/>
            <ac:spMk id="2" creationId="{64574F52-52B9-6248-4533-0609DB36C201}"/>
          </ac:spMkLst>
        </pc:spChg>
        <pc:spChg chg="add mod">
          <ac:chgData name="Yip, Arthur" userId="449abbf6-f4cb-4fa5-ac32-cf7a55bef8bf" providerId="ADAL" clId="{E61C7EF5-0200-4AA9-85F2-AAFA36A4DFB4}" dt="2025-10-20T14:51:20.254" v="8056" actId="1076"/>
          <ac:spMkLst>
            <pc:docMk/>
            <pc:sldMk cId="224092827" sldId="2147375109"/>
            <ac:spMk id="3" creationId="{6AB926A1-49CA-21DE-EC20-EF6A969167E8}"/>
          </ac:spMkLst>
        </pc:spChg>
      </pc:sldChg>
      <pc:sldChg chg="addSp modSp add mod">
        <pc:chgData name="Yip, Arthur" userId="449abbf6-f4cb-4fa5-ac32-cf7a55bef8bf" providerId="ADAL" clId="{E61C7EF5-0200-4AA9-85F2-AAFA36A4DFB4}" dt="2025-10-20T17:39:45.621" v="8951" actId="1076"/>
        <pc:sldMkLst>
          <pc:docMk/>
          <pc:sldMk cId="3360248653" sldId="2147375110"/>
        </pc:sldMkLst>
        <pc:spChg chg="mod">
          <ac:chgData name="Yip, Arthur" userId="449abbf6-f4cb-4fa5-ac32-cf7a55bef8bf" providerId="ADAL" clId="{E61C7EF5-0200-4AA9-85F2-AAFA36A4DFB4}" dt="2025-10-20T14:50:51.651" v="8020" actId="14100"/>
          <ac:spMkLst>
            <pc:docMk/>
            <pc:sldMk cId="3360248653" sldId="2147375110"/>
            <ac:spMk id="2" creationId="{2F4F98FC-D0A3-420F-1ACB-882AA82791FF}"/>
          </ac:spMkLst>
        </pc:spChg>
        <pc:spChg chg="add mod">
          <ac:chgData name="Yip, Arthur" userId="449abbf6-f4cb-4fa5-ac32-cf7a55bef8bf" providerId="ADAL" clId="{E61C7EF5-0200-4AA9-85F2-AAFA36A4DFB4}" dt="2025-10-20T14:51:23.191" v="8057"/>
          <ac:spMkLst>
            <pc:docMk/>
            <pc:sldMk cId="3360248653" sldId="2147375110"/>
            <ac:spMk id="3" creationId="{911AF3A5-23FC-1598-715E-678550BB11DB}"/>
          </ac:spMkLst>
        </pc:spChg>
        <pc:spChg chg="mod">
          <ac:chgData name="Yip, Arthur" userId="449abbf6-f4cb-4fa5-ac32-cf7a55bef8bf" providerId="ADAL" clId="{E61C7EF5-0200-4AA9-85F2-AAFA36A4DFB4}" dt="2025-10-20T17:39:44.130" v="8950" actId="1076"/>
          <ac:spMkLst>
            <pc:docMk/>
            <pc:sldMk cId="3360248653" sldId="2147375110"/>
            <ac:spMk id="5" creationId="{AB733E50-6B95-0ECB-5493-2EEA6157133E}"/>
          </ac:spMkLst>
        </pc:spChg>
        <pc:spChg chg="mod">
          <ac:chgData name="Yip, Arthur" userId="449abbf6-f4cb-4fa5-ac32-cf7a55bef8bf" providerId="ADAL" clId="{E61C7EF5-0200-4AA9-85F2-AAFA36A4DFB4}" dt="2025-10-20T17:39:45.621" v="8951" actId="1076"/>
          <ac:spMkLst>
            <pc:docMk/>
            <pc:sldMk cId="3360248653" sldId="2147375110"/>
            <ac:spMk id="8" creationId="{F5471FA8-2F4E-6C3B-89EA-6A21DAC6B69F}"/>
          </ac:spMkLst>
        </pc:spChg>
      </pc:sldChg>
      <pc:sldChg chg="new">
        <pc:chgData name="Yip, Arthur" userId="449abbf6-f4cb-4fa5-ac32-cf7a55bef8bf" providerId="ADAL" clId="{E61C7EF5-0200-4AA9-85F2-AAFA36A4DFB4}" dt="2025-10-20T14:12:23.336" v="6709" actId="680"/>
        <pc:sldMkLst>
          <pc:docMk/>
          <pc:sldMk cId="4092451791" sldId="2147375111"/>
        </pc:sldMkLst>
      </pc:sldChg>
      <pc:sldChg chg="modSp add mod">
        <pc:chgData name="Yip, Arthur" userId="449abbf6-f4cb-4fa5-ac32-cf7a55bef8bf" providerId="ADAL" clId="{E61C7EF5-0200-4AA9-85F2-AAFA36A4DFB4}" dt="2025-10-20T14:53:08.532" v="8095" actId="20577"/>
        <pc:sldMkLst>
          <pc:docMk/>
          <pc:sldMk cId="338189380" sldId="2147375112"/>
        </pc:sldMkLst>
        <pc:spChg chg="mod">
          <ac:chgData name="Yip, Arthur" userId="449abbf6-f4cb-4fa5-ac32-cf7a55bef8bf" providerId="ADAL" clId="{E61C7EF5-0200-4AA9-85F2-AAFA36A4DFB4}" dt="2025-10-20T14:53:08.532" v="8095" actId="20577"/>
          <ac:spMkLst>
            <pc:docMk/>
            <pc:sldMk cId="338189380" sldId="2147375112"/>
            <ac:spMk id="2" creationId="{024CF294-0342-0340-85A8-768760BB4B8E}"/>
          </ac:spMkLst>
        </pc:spChg>
        <pc:spChg chg="mod">
          <ac:chgData name="Yip, Arthur" userId="449abbf6-f4cb-4fa5-ac32-cf7a55bef8bf" providerId="ADAL" clId="{E61C7EF5-0200-4AA9-85F2-AAFA36A4DFB4}" dt="2025-10-20T14:50:27.007" v="8018" actId="20577"/>
          <ac:spMkLst>
            <pc:docMk/>
            <pc:sldMk cId="338189380" sldId="2147375112"/>
            <ac:spMk id="3" creationId="{A881F891-7F5E-DF66-A404-E99E7BBED434}"/>
          </ac:spMkLst>
        </pc:spChg>
      </pc:sldChg>
      <pc:sldChg chg="addSp delSp modSp add mod">
        <pc:chgData name="Yip, Arthur" userId="449abbf6-f4cb-4fa5-ac32-cf7a55bef8bf" providerId="ADAL" clId="{E61C7EF5-0200-4AA9-85F2-AAFA36A4DFB4}" dt="2025-10-20T17:27:22.863" v="8567" actId="1076"/>
        <pc:sldMkLst>
          <pc:docMk/>
          <pc:sldMk cId="1810225297" sldId="2147375113"/>
        </pc:sldMkLst>
        <pc:spChg chg="mod">
          <ac:chgData name="Yip, Arthur" userId="449abbf6-f4cb-4fa5-ac32-cf7a55bef8bf" providerId="ADAL" clId="{E61C7EF5-0200-4AA9-85F2-AAFA36A4DFB4}" dt="2025-10-20T17:21:52.299" v="8521" actId="6549"/>
          <ac:spMkLst>
            <pc:docMk/>
            <pc:sldMk cId="1810225297" sldId="2147375113"/>
            <ac:spMk id="2" creationId="{52C1996F-4DFA-D095-19B6-9EC08B60A85A}"/>
          </ac:spMkLst>
        </pc:spChg>
        <pc:picChg chg="add mod">
          <ac:chgData name="Yip, Arthur" userId="449abbf6-f4cb-4fa5-ac32-cf7a55bef8bf" providerId="ADAL" clId="{E61C7EF5-0200-4AA9-85F2-AAFA36A4DFB4}" dt="2025-10-20T17:10:06.783" v="8316" actId="1076"/>
          <ac:picMkLst>
            <pc:docMk/>
            <pc:sldMk cId="1810225297" sldId="2147375113"/>
            <ac:picMk id="5" creationId="{B3BE67F3-DCB3-538E-56AE-1C7D88C89F1F}"/>
          </ac:picMkLst>
        </pc:picChg>
        <pc:picChg chg="add mod">
          <ac:chgData name="Yip, Arthur" userId="449abbf6-f4cb-4fa5-ac32-cf7a55bef8bf" providerId="ADAL" clId="{E61C7EF5-0200-4AA9-85F2-AAFA36A4DFB4}" dt="2025-10-20T17:10:31.091" v="8318" actId="1076"/>
          <ac:picMkLst>
            <pc:docMk/>
            <pc:sldMk cId="1810225297" sldId="2147375113"/>
            <ac:picMk id="7" creationId="{AD1464AA-4A90-627A-1F3C-13A45EB2BD4D}"/>
          </ac:picMkLst>
        </pc:picChg>
        <pc:picChg chg="add mod">
          <ac:chgData name="Yip, Arthur" userId="449abbf6-f4cb-4fa5-ac32-cf7a55bef8bf" providerId="ADAL" clId="{E61C7EF5-0200-4AA9-85F2-AAFA36A4DFB4}" dt="2025-10-20T17:10:42.697" v="8320" actId="1076"/>
          <ac:picMkLst>
            <pc:docMk/>
            <pc:sldMk cId="1810225297" sldId="2147375113"/>
            <ac:picMk id="9" creationId="{AB7D4A04-133F-4A71-E4D2-87AEF7135FBE}"/>
          </ac:picMkLst>
        </pc:picChg>
        <pc:picChg chg="add mod">
          <ac:chgData name="Yip, Arthur" userId="449abbf6-f4cb-4fa5-ac32-cf7a55bef8bf" providerId="ADAL" clId="{E61C7EF5-0200-4AA9-85F2-AAFA36A4DFB4}" dt="2025-10-20T17:11:53.272" v="8341" actId="1037"/>
          <ac:picMkLst>
            <pc:docMk/>
            <pc:sldMk cId="1810225297" sldId="2147375113"/>
            <ac:picMk id="14" creationId="{CE6C6398-FE93-5D21-0E2A-B18DCAD030F7}"/>
          </ac:picMkLst>
        </pc:picChg>
        <pc:picChg chg="add mod">
          <ac:chgData name="Yip, Arthur" userId="449abbf6-f4cb-4fa5-ac32-cf7a55bef8bf" providerId="ADAL" clId="{E61C7EF5-0200-4AA9-85F2-AAFA36A4DFB4}" dt="2025-10-20T17:11:53.272" v="8341" actId="1037"/>
          <ac:picMkLst>
            <pc:docMk/>
            <pc:sldMk cId="1810225297" sldId="2147375113"/>
            <ac:picMk id="18" creationId="{E4D71DE9-A059-EE90-1BC1-EFAA1959C845}"/>
          </ac:picMkLst>
        </pc:picChg>
        <pc:picChg chg="add mod">
          <ac:chgData name="Yip, Arthur" userId="449abbf6-f4cb-4fa5-ac32-cf7a55bef8bf" providerId="ADAL" clId="{E61C7EF5-0200-4AA9-85F2-AAFA36A4DFB4}" dt="2025-10-20T17:11:53.272" v="8341" actId="1037"/>
          <ac:picMkLst>
            <pc:docMk/>
            <pc:sldMk cId="1810225297" sldId="2147375113"/>
            <ac:picMk id="22" creationId="{FBA4F09C-6CB6-D85A-3BDE-BC3D83E199D5}"/>
          </ac:picMkLst>
        </pc:picChg>
        <pc:picChg chg="add mod">
          <ac:chgData name="Yip, Arthur" userId="449abbf6-f4cb-4fa5-ac32-cf7a55bef8bf" providerId="ADAL" clId="{E61C7EF5-0200-4AA9-85F2-AAFA36A4DFB4}" dt="2025-10-20T17:13:18.800" v="8357" actId="1037"/>
          <ac:picMkLst>
            <pc:docMk/>
            <pc:sldMk cId="1810225297" sldId="2147375113"/>
            <ac:picMk id="26" creationId="{BF5D77DE-299E-5FFC-AC6B-72A13F0AB4CE}"/>
          </ac:picMkLst>
        </pc:picChg>
        <pc:picChg chg="add mod">
          <ac:chgData name="Yip, Arthur" userId="449abbf6-f4cb-4fa5-ac32-cf7a55bef8bf" providerId="ADAL" clId="{E61C7EF5-0200-4AA9-85F2-AAFA36A4DFB4}" dt="2025-10-20T17:13:18.800" v="8357" actId="1037"/>
          <ac:picMkLst>
            <pc:docMk/>
            <pc:sldMk cId="1810225297" sldId="2147375113"/>
            <ac:picMk id="30" creationId="{C6736ED8-ABD1-C917-1204-239A087EC654}"/>
          </ac:picMkLst>
        </pc:picChg>
        <pc:picChg chg="add mod">
          <ac:chgData name="Yip, Arthur" userId="449abbf6-f4cb-4fa5-ac32-cf7a55bef8bf" providerId="ADAL" clId="{E61C7EF5-0200-4AA9-85F2-AAFA36A4DFB4}" dt="2025-10-20T17:13:34.313" v="8360" actId="1076"/>
          <ac:picMkLst>
            <pc:docMk/>
            <pc:sldMk cId="1810225297" sldId="2147375113"/>
            <ac:picMk id="34" creationId="{A3CDB7F6-6F89-4C4C-4398-4E04E9BE0F85}"/>
          </ac:picMkLst>
        </pc:picChg>
        <pc:picChg chg="add mod">
          <ac:chgData name="Yip, Arthur" userId="449abbf6-f4cb-4fa5-ac32-cf7a55bef8bf" providerId="ADAL" clId="{E61C7EF5-0200-4AA9-85F2-AAFA36A4DFB4}" dt="2025-10-20T17:17:18.471" v="8455" actId="1036"/>
          <ac:picMkLst>
            <pc:docMk/>
            <pc:sldMk cId="1810225297" sldId="2147375113"/>
            <ac:picMk id="38" creationId="{86575975-577D-406B-4580-A412966A32B5}"/>
          </ac:picMkLst>
        </pc:picChg>
        <pc:picChg chg="add mod">
          <ac:chgData name="Yip, Arthur" userId="449abbf6-f4cb-4fa5-ac32-cf7a55bef8bf" providerId="ADAL" clId="{E61C7EF5-0200-4AA9-85F2-AAFA36A4DFB4}" dt="2025-10-20T17:16:51.163" v="8449" actId="1037"/>
          <ac:picMkLst>
            <pc:docMk/>
            <pc:sldMk cId="1810225297" sldId="2147375113"/>
            <ac:picMk id="40" creationId="{7D8B11E9-C4B5-A093-F45B-CFEF7A6A6350}"/>
          </ac:picMkLst>
        </pc:picChg>
        <pc:picChg chg="add mod">
          <ac:chgData name="Yip, Arthur" userId="449abbf6-f4cb-4fa5-ac32-cf7a55bef8bf" providerId="ADAL" clId="{E61C7EF5-0200-4AA9-85F2-AAFA36A4DFB4}" dt="2025-10-20T17:16:44.231" v="8444" actId="1036"/>
          <ac:picMkLst>
            <pc:docMk/>
            <pc:sldMk cId="1810225297" sldId="2147375113"/>
            <ac:picMk id="42" creationId="{CBEAE87B-D42C-F874-897C-D0BFCA5F7EDF}"/>
          </ac:picMkLst>
        </pc:picChg>
        <pc:picChg chg="add mod">
          <ac:chgData name="Yip, Arthur" userId="449abbf6-f4cb-4fa5-ac32-cf7a55bef8bf" providerId="ADAL" clId="{E61C7EF5-0200-4AA9-85F2-AAFA36A4DFB4}" dt="2025-10-20T17:14:46.411" v="8370" actId="1076"/>
          <ac:picMkLst>
            <pc:docMk/>
            <pc:sldMk cId="1810225297" sldId="2147375113"/>
            <ac:picMk id="44" creationId="{DC357940-D5DC-725E-AE65-A22714C764C7}"/>
          </ac:picMkLst>
        </pc:picChg>
        <pc:picChg chg="add mod">
          <ac:chgData name="Yip, Arthur" userId="449abbf6-f4cb-4fa5-ac32-cf7a55bef8bf" providerId="ADAL" clId="{E61C7EF5-0200-4AA9-85F2-AAFA36A4DFB4}" dt="2025-10-20T17:16:03.208" v="8415" actId="1037"/>
          <ac:picMkLst>
            <pc:docMk/>
            <pc:sldMk cId="1810225297" sldId="2147375113"/>
            <ac:picMk id="46" creationId="{1B05970C-0EF1-8D0E-A679-9AB1941FCF99}"/>
          </ac:picMkLst>
        </pc:picChg>
        <pc:picChg chg="add mod">
          <ac:chgData name="Yip, Arthur" userId="449abbf6-f4cb-4fa5-ac32-cf7a55bef8bf" providerId="ADAL" clId="{E61C7EF5-0200-4AA9-85F2-AAFA36A4DFB4}" dt="2025-10-20T17:16:03.208" v="8415" actId="1037"/>
          <ac:picMkLst>
            <pc:docMk/>
            <pc:sldMk cId="1810225297" sldId="2147375113"/>
            <ac:picMk id="48" creationId="{24D8B5D7-B92A-715E-5738-E15AEB84267A}"/>
          </ac:picMkLst>
        </pc:picChg>
        <pc:picChg chg="add mod">
          <ac:chgData name="Yip, Arthur" userId="449abbf6-f4cb-4fa5-ac32-cf7a55bef8bf" providerId="ADAL" clId="{E61C7EF5-0200-4AA9-85F2-AAFA36A4DFB4}" dt="2025-10-20T17:16:03.208" v="8415" actId="1037"/>
          <ac:picMkLst>
            <pc:docMk/>
            <pc:sldMk cId="1810225297" sldId="2147375113"/>
            <ac:picMk id="50" creationId="{C61147FB-B882-E1E0-980B-09DEA3DEFACB}"/>
          </ac:picMkLst>
        </pc:picChg>
        <pc:picChg chg="add mod">
          <ac:chgData name="Yip, Arthur" userId="449abbf6-f4cb-4fa5-ac32-cf7a55bef8bf" providerId="ADAL" clId="{E61C7EF5-0200-4AA9-85F2-AAFA36A4DFB4}" dt="2025-10-20T17:16:03.208" v="8415" actId="1037"/>
          <ac:picMkLst>
            <pc:docMk/>
            <pc:sldMk cId="1810225297" sldId="2147375113"/>
            <ac:picMk id="52" creationId="{ABD42307-A896-9768-C99E-2AB2B0BA2A67}"/>
          </ac:picMkLst>
        </pc:picChg>
        <pc:picChg chg="add mod">
          <ac:chgData name="Yip, Arthur" userId="449abbf6-f4cb-4fa5-ac32-cf7a55bef8bf" providerId="ADAL" clId="{E61C7EF5-0200-4AA9-85F2-AAFA36A4DFB4}" dt="2025-10-20T17:16:35.953" v="8419" actId="1076"/>
          <ac:picMkLst>
            <pc:docMk/>
            <pc:sldMk cId="1810225297" sldId="2147375113"/>
            <ac:picMk id="54" creationId="{CF0E9469-FDB1-2D7D-1568-3F686B0CE18D}"/>
          </ac:picMkLst>
        </pc:picChg>
        <pc:picChg chg="add mod">
          <ac:chgData name="Yip, Arthur" userId="449abbf6-f4cb-4fa5-ac32-cf7a55bef8bf" providerId="ADAL" clId="{E61C7EF5-0200-4AA9-85F2-AAFA36A4DFB4}" dt="2025-10-20T17:27:22.863" v="8567" actId="1076"/>
          <ac:picMkLst>
            <pc:docMk/>
            <pc:sldMk cId="1810225297" sldId="2147375113"/>
            <ac:picMk id="55" creationId="{FA15DED5-F692-4712-E047-93530CC93B12}"/>
          </ac:picMkLst>
        </pc:picChg>
      </pc:sldChg>
      <pc:sldChg chg="addSp delSp modSp add mod ord">
        <pc:chgData name="Yip, Arthur" userId="449abbf6-f4cb-4fa5-ac32-cf7a55bef8bf" providerId="ADAL" clId="{E61C7EF5-0200-4AA9-85F2-AAFA36A4DFB4}" dt="2025-10-20T17:24:49.620" v="8536" actId="1076"/>
        <pc:sldMkLst>
          <pc:docMk/>
          <pc:sldMk cId="2918345307" sldId="2147375114"/>
        </pc:sldMkLst>
        <pc:picChg chg="add mod">
          <ac:chgData name="Yip, Arthur" userId="449abbf6-f4cb-4fa5-ac32-cf7a55bef8bf" providerId="ADAL" clId="{E61C7EF5-0200-4AA9-85F2-AAFA36A4DFB4}" dt="2025-10-20T17:24:49.620" v="8536" actId="1076"/>
          <ac:picMkLst>
            <pc:docMk/>
            <pc:sldMk cId="2918345307" sldId="2147375114"/>
            <ac:picMk id="6" creationId="{EA4A9A96-7C22-3DB9-25AB-A4B11177C54A}"/>
          </ac:picMkLst>
        </pc:picChg>
      </pc:sldChg>
      <pc:sldChg chg="addSp delSp modSp add mod">
        <pc:chgData name="Yip, Arthur" userId="449abbf6-f4cb-4fa5-ac32-cf7a55bef8bf" providerId="ADAL" clId="{E61C7EF5-0200-4AA9-85F2-AAFA36A4DFB4}" dt="2025-11-06T20:32:50.199" v="9085" actId="1076"/>
        <pc:sldMkLst>
          <pc:docMk/>
          <pc:sldMk cId="3412085431" sldId="2147375115"/>
        </pc:sldMkLst>
        <pc:spChg chg="mod">
          <ac:chgData name="Yip, Arthur" userId="449abbf6-f4cb-4fa5-ac32-cf7a55bef8bf" providerId="ADAL" clId="{E61C7EF5-0200-4AA9-85F2-AAFA36A4DFB4}" dt="2025-10-20T17:28:31.769" v="8690" actId="6549"/>
          <ac:spMkLst>
            <pc:docMk/>
            <pc:sldMk cId="3412085431" sldId="2147375115"/>
            <ac:spMk id="2" creationId="{DC431CFD-DF9C-2F08-F546-FC343F80C024}"/>
          </ac:spMkLst>
        </pc:spChg>
        <pc:spChg chg="add mod">
          <ac:chgData name="Yip, Arthur" userId="449abbf6-f4cb-4fa5-ac32-cf7a55bef8bf" providerId="ADAL" clId="{E61C7EF5-0200-4AA9-85F2-AAFA36A4DFB4}" dt="2025-10-20T17:31:22.159" v="8866" actId="1076"/>
          <ac:spMkLst>
            <pc:docMk/>
            <pc:sldMk cId="3412085431" sldId="2147375115"/>
            <ac:spMk id="10" creationId="{6AA8D5AF-A147-1F65-83FE-AD11E2599AEA}"/>
          </ac:spMkLst>
        </pc:spChg>
        <pc:spChg chg="add mod">
          <ac:chgData name="Yip, Arthur" userId="449abbf6-f4cb-4fa5-ac32-cf7a55bef8bf" providerId="ADAL" clId="{E61C7EF5-0200-4AA9-85F2-AAFA36A4DFB4}" dt="2025-10-20T17:31:25.856" v="8867" actId="1076"/>
          <ac:spMkLst>
            <pc:docMk/>
            <pc:sldMk cId="3412085431" sldId="2147375115"/>
            <ac:spMk id="11" creationId="{FAA31AD3-E3F5-9546-5F83-FC0106789D16}"/>
          </ac:spMkLst>
        </pc:spChg>
        <pc:spChg chg="add mod">
          <ac:chgData name="Yip, Arthur" userId="449abbf6-f4cb-4fa5-ac32-cf7a55bef8bf" providerId="ADAL" clId="{E61C7EF5-0200-4AA9-85F2-AAFA36A4DFB4}" dt="2025-10-20T17:32:13.287" v="8880" actId="1076"/>
          <ac:spMkLst>
            <pc:docMk/>
            <pc:sldMk cId="3412085431" sldId="2147375115"/>
            <ac:spMk id="13" creationId="{733AC1E2-5535-EB2E-D9A0-A4F7E925C4A0}"/>
          </ac:spMkLst>
        </pc:spChg>
        <pc:spChg chg="add mod">
          <ac:chgData name="Yip, Arthur" userId="449abbf6-f4cb-4fa5-ac32-cf7a55bef8bf" providerId="ADAL" clId="{E61C7EF5-0200-4AA9-85F2-AAFA36A4DFB4}" dt="2025-10-20T17:33:45.853" v="8935" actId="14100"/>
          <ac:spMkLst>
            <pc:docMk/>
            <pc:sldMk cId="3412085431" sldId="2147375115"/>
            <ac:spMk id="15" creationId="{3550A692-BEF7-95E9-90E8-3EB1D021466C}"/>
          </ac:spMkLst>
        </pc:spChg>
        <pc:spChg chg="add mod">
          <ac:chgData name="Yip, Arthur" userId="449abbf6-f4cb-4fa5-ac32-cf7a55bef8bf" providerId="ADAL" clId="{E61C7EF5-0200-4AA9-85F2-AAFA36A4DFB4}" dt="2025-10-20T17:34:39.340" v="8945" actId="1076"/>
          <ac:spMkLst>
            <pc:docMk/>
            <pc:sldMk cId="3412085431" sldId="2147375115"/>
            <ac:spMk id="22" creationId="{3F9CDEF2-4B1E-B157-5564-D8D98114342B}"/>
          </ac:spMkLst>
        </pc:spChg>
        <pc:spChg chg="add mod">
          <ac:chgData name="Yip, Arthur" userId="449abbf6-f4cb-4fa5-ac32-cf7a55bef8bf" providerId="ADAL" clId="{E61C7EF5-0200-4AA9-85F2-AAFA36A4DFB4}" dt="2025-10-20T17:34:32.781" v="8943" actId="1076"/>
          <ac:spMkLst>
            <pc:docMk/>
            <pc:sldMk cId="3412085431" sldId="2147375115"/>
            <ac:spMk id="23" creationId="{9B4A4A25-E440-B20A-1D8A-29316AD8094A}"/>
          </ac:spMkLst>
        </pc:spChg>
        <pc:picChg chg="add mod">
          <ac:chgData name="Yip, Arthur" userId="449abbf6-f4cb-4fa5-ac32-cf7a55bef8bf" providerId="ADAL" clId="{E61C7EF5-0200-4AA9-85F2-AAFA36A4DFB4}" dt="2025-11-06T20:32:50.199" v="9085" actId="1076"/>
          <ac:picMkLst>
            <pc:docMk/>
            <pc:sldMk cId="3412085431" sldId="2147375115"/>
            <ac:picMk id="3" creationId="{EF209682-93A6-86B0-C4B0-45C66F0808AA}"/>
          </ac:picMkLst>
        </pc:picChg>
        <pc:picChg chg="mod">
          <ac:chgData name="Yip, Arthur" userId="449abbf6-f4cb-4fa5-ac32-cf7a55bef8bf" providerId="ADAL" clId="{E61C7EF5-0200-4AA9-85F2-AAFA36A4DFB4}" dt="2025-10-20T17:31:19.952" v="8865" actId="14100"/>
          <ac:picMkLst>
            <pc:docMk/>
            <pc:sldMk cId="3412085431" sldId="2147375115"/>
            <ac:picMk id="6" creationId="{294BA628-B9AA-A690-BD5B-A48C6D0F9EA8}"/>
          </ac:picMkLst>
        </pc:picChg>
        <pc:picChg chg="del mod">
          <ac:chgData name="Yip, Arthur" userId="449abbf6-f4cb-4fa5-ac32-cf7a55bef8bf" providerId="ADAL" clId="{E61C7EF5-0200-4AA9-85F2-AAFA36A4DFB4}" dt="2025-11-06T20:32:40.139" v="9082" actId="478"/>
          <ac:picMkLst>
            <pc:docMk/>
            <pc:sldMk cId="3412085431" sldId="2147375115"/>
            <ac:picMk id="8" creationId="{DDF95716-87D7-A684-1669-582AE464D0E1}"/>
          </ac:picMkLst>
        </pc:picChg>
        <pc:picChg chg="add mod">
          <ac:chgData name="Yip, Arthur" userId="449abbf6-f4cb-4fa5-ac32-cf7a55bef8bf" providerId="ADAL" clId="{E61C7EF5-0200-4AA9-85F2-AAFA36A4DFB4}" dt="2025-10-20T17:34:39.340" v="8945" actId="1076"/>
          <ac:picMkLst>
            <pc:docMk/>
            <pc:sldMk cId="3412085431" sldId="2147375115"/>
            <ac:picMk id="12" creationId="{ADF67895-21BE-C9B7-985C-7A4354C7483C}"/>
          </ac:picMkLst>
        </pc:picChg>
        <pc:picChg chg="add mod">
          <ac:chgData name="Yip, Arthur" userId="449abbf6-f4cb-4fa5-ac32-cf7a55bef8bf" providerId="ADAL" clId="{E61C7EF5-0200-4AA9-85F2-AAFA36A4DFB4}" dt="2025-10-20T17:34:32.781" v="8943" actId="1076"/>
          <ac:picMkLst>
            <pc:docMk/>
            <pc:sldMk cId="3412085431" sldId="2147375115"/>
            <ac:picMk id="24" creationId="{25FB5283-19BD-195D-7C3A-7C1F35A76DA3}"/>
          </ac:picMkLst>
        </pc:picChg>
        <pc:cxnChg chg="add mod">
          <ac:chgData name="Yip, Arthur" userId="449abbf6-f4cb-4fa5-ac32-cf7a55bef8bf" providerId="ADAL" clId="{E61C7EF5-0200-4AA9-85F2-AAFA36A4DFB4}" dt="2025-10-20T17:33:34.430" v="8931" actId="13822"/>
          <ac:cxnSpMkLst>
            <pc:docMk/>
            <pc:sldMk cId="3412085431" sldId="2147375115"/>
            <ac:cxnSpMk id="17" creationId="{42D56440-FB53-C3DD-B3E2-FAC87A673812}"/>
          </ac:cxnSpMkLst>
        </pc:cxnChg>
        <pc:cxnChg chg="add mod">
          <ac:chgData name="Yip, Arthur" userId="449abbf6-f4cb-4fa5-ac32-cf7a55bef8bf" providerId="ADAL" clId="{E61C7EF5-0200-4AA9-85F2-AAFA36A4DFB4}" dt="2025-10-20T17:34:35.069" v="8944" actId="1076"/>
          <ac:cxnSpMkLst>
            <pc:docMk/>
            <pc:sldMk cId="3412085431" sldId="2147375115"/>
            <ac:cxnSpMk id="18" creationId="{CFE2C6FA-C421-A7FA-F048-7291AF1C0C33}"/>
          </ac:cxnSpMkLst>
        </pc:cxnChg>
      </pc:sldChg>
      <pc:sldMasterChg chg="delSldLayout">
        <pc:chgData name="Yip, Arthur" userId="449abbf6-f4cb-4fa5-ac32-cf7a55bef8bf" providerId="ADAL" clId="{E61C7EF5-0200-4AA9-85F2-AAFA36A4DFB4}" dt="2025-10-17T23:07:53.592" v="26" actId="47"/>
        <pc:sldMasterMkLst>
          <pc:docMk/>
          <pc:sldMasterMk cId="3259392095"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46D7A0-174F-4608-BBDB-310DA3DF4821}" type="datetimeFigureOut">
              <a:rPr lang="en-US" smtClean="0"/>
              <a:t>2025-11-06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27381B-9CF8-4298-A488-8540A3604A48}" type="slidenum">
              <a:rPr lang="en-US" smtClean="0"/>
              <a:t>‹#›</a:t>
            </a:fld>
            <a:endParaRPr lang="en-US"/>
          </a:p>
        </p:txBody>
      </p:sp>
    </p:spTree>
    <p:extLst>
      <p:ext uri="{BB962C8B-B14F-4D97-AF65-F5344CB8AC3E}">
        <p14:creationId xmlns:p14="http://schemas.microsoft.com/office/powerpoint/2010/main" val="37851926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827381B-9CF8-4298-A488-8540A3604A48}" type="slidenum">
              <a:rPr lang="en-US" smtClean="0"/>
              <a:t>2</a:t>
            </a:fld>
            <a:endParaRPr lang="en-US"/>
          </a:p>
        </p:txBody>
      </p:sp>
    </p:spTree>
    <p:extLst>
      <p:ext uri="{BB962C8B-B14F-4D97-AF65-F5344CB8AC3E}">
        <p14:creationId xmlns:p14="http://schemas.microsoft.com/office/powerpoint/2010/main" val="17538980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effectLst/>
                <a:latin typeface="-apple-system"/>
              </a:rPr>
              <a:t>Higher median vehicle age in a county can arise from </a:t>
            </a:r>
          </a:p>
          <a:p>
            <a:r>
              <a:rPr lang="en-US" b="0" i="0" dirty="0">
                <a:effectLst/>
                <a:latin typeface="-apple-system"/>
              </a:rPr>
              <a:t>-transfers of used vehicles from other counties</a:t>
            </a:r>
          </a:p>
          <a:p>
            <a:r>
              <a:rPr lang="en-US" b="0" i="0" dirty="0">
                <a:effectLst/>
                <a:latin typeface="-apple-system"/>
              </a:rPr>
              <a:t>-households holding onto vehicles longer - quality of v</a:t>
            </a:r>
            <a:r>
              <a:rPr lang="en-US" dirty="0"/>
              <a:t>ehicles lasting longer, or “preference” for cheaper/used vehicles</a:t>
            </a:r>
          </a:p>
          <a:p>
            <a:r>
              <a:rPr lang="en-US" dirty="0"/>
              <a:t>-VMT impacts on survival/repairability</a:t>
            </a:r>
          </a:p>
          <a:p>
            <a:pPr marL="171450" indent="-171450">
              <a:buFontTx/>
              <a:buChar char="-"/>
            </a:pPr>
            <a:r>
              <a:rPr lang="en-US" dirty="0"/>
              <a:t>Ownership / backup vehicles</a:t>
            </a:r>
          </a:p>
          <a:p>
            <a:pPr marL="171450" indent="-171450">
              <a:buFontTx/>
              <a:buChar char="-"/>
            </a:pPr>
            <a:r>
              <a:rPr lang="en-US" dirty="0"/>
              <a:t>Incentives, new/used car subsidies, programs e.g. cash for clunkers</a:t>
            </a:r>
          </a:p>
          <a:p>
            <a:pPr marL="171450" indent="-171450">
              <a:buFontTx/>
              <a:buChar char="-"/>
            </a:pPr>
            <a:r>
              <a:rPr lang="en-US" dirty="0"/>
              <a:t>Winter road salt corrosion (correlated with temperature/climate)</a:t>
            </a:r>
          </a:p>
          <a:p>
            <a:pPr marL="171450" indent="-171450">
              <a:buFontTx/>
              <a:buChar char="-"/>
            </a:pPr>
            <a:r>
              <a:rPr lang="en-US" dirty="0"/>
              <a:t>Summer heat impact on EV battery degradation, range, and longevity</a:t>
            </a:r>
          </a:p>
          <a:p>
            <a:pPr marL="0" marR="0">
              <a:spcBef>
                <a:spcPts val="0"/>
              </a:spcBef>
              <a:spcAft>
                <a:spcPts val="0"/>
              </a:spcAft>
            </a:pPr>
            <a:r>
              <a:rPr lang="en-US" sz="1200" dirty="0">
                <a:effectLst/>
                <a:latin typeface="Times New Roman" panose="02020603050405020304" pitchFamily="18" charset="0"/>
                <a:ea typeface="Times New Roman" panose="02020603050405020304" pitchFamily="18" charset="0"/>
              </a:rPr>
              <a:t>- not necessarily spatially different, but over the years, vehicle age has gone up, quite possibly partially due to improved vehicle lifetimes.</a:t>
            </a:r>
            <a:br>
              <a:rPr lang="en-US" sz="1200" dirty="0">
                <a:effectLst/>
                <a:latin typeface="Times New Roman" panose="02020603050405020304" pitchFamily="18" charset="0"/>
                <a:ea typeface="Times New Roman" panose="02020603050405020304" pitchFamily="18" charset="0"/>
              </a:rPr>
            </a:br>
            <a:r>
              <a:rPr lang="en-US" sz="1200" dirty="0">
                <a:effectLst/>
                <a:latin typeface="Times New Roman" panose="02020603050405020304" pitchFamily="18" charset="0"/>
                <a:ea typeface="Times New Roman" panose="02020603050405020304" pitchFamily="18" charset="0"/>
              </a:rPr>
              <a:t>- not visible/I don’t have the evidence, but some make/models/types probably last longer than others...</a:t>
            </a:r>
          </a:p>
          <a:p>
            <a:pPr marL="0" marR="0">
              <a:spcBef>
                <a:spcPts val="0"/>
              </a:spcBef>
              <a:spcAft>
                <a:spcPts val="0"/>
              </a:spcAft>
            </a:pPr>
            <a:r>
              <a:rPr lang="en-US" sz="1200" dirty="0">
                <a:effectLst/>
                <a:latin typeface="Times New Roman" panose="02020603050405020304" pitchFamily="18" charset="0"/>
                <a:ea typeface="Times New Roman" panose="02020603050405020304" pitchFamily="18" charset="0"/>
              </a:rPr>
              <a:t> </a:t>
            </a:r>
            <a:r>
              <a:rPr lang="en-US" sz="1200" dirty="0">
                <a:solidFill>
                  <a:srgbClr val="000000"/>
                </a:solidFill>
                <a:effectLst/>
                <a:latin typeface="Times New Roman" panose="02020603050405020304" pitchFamily="18" charset="0"/>
                <a:ea typeface="Times New Roman" panose="02020603050405020304" pitchFamily="18" charset="0"/>
              </a:rPr>
              <a:t>I’d delete</a:t>
            </a:r>
            <a:endParaRPr lang="en-US" sz="1200" dirty="0">
              <a:effectLst/>
              <a:latin typeface="Times New Roman" panose="02020603050405020304" pitchFamily="18" charset="0"/>
              <a:ea typeface="Times New Roman" panose="02020603050405020304" pitchFamily="18" charset="0"/>
            </a:endParaRPr>
          </a:p>
          <a:p>
            <a:pPr marL="171450" indent="-171450">
              <a:buFontTx/>
              <a:buChar char="-"/>
            </a:pPr>
            <a:endParaRPr lang="en-US" dirty="0"/>
          </a:p>
          <a:p>
            <a:pPr marL="171450" indent="-171450">
              <a:buFontTx/>
              <a:buChar char="-"/>
            </a:pPr>
            <a:endParaRPr lang="en-US" dirty="0"/>
          </a:p>
          <a:p>
            <a:pPr marL="171450" indent="-171450">
              <a:buFontTx/>
              <a:buChar char="-"/>
            </a:pPr>
            <a:r>
              <a:rPr lang="en-US" sz="1800" dirty="0">
                <a:effectLst/>
                <a:latin typeface="Times New Roman" panose="02020603050405020304" pitchFamily="18" charset="0"/>
                <a:ea typeface="Times New Roman" panose="02020603050405020304" pitchFamily="18" charset="0"/>
              </a:rPr>
              <a:t>Higher average vehicle age in a local jurisdiction can arise from many phenomena, including lower new vehicle sales, imports of older used vehicles from other counties, exports of newer used vehicles to other counties, or households holding onto and using vehicles longer before scrapping them</a:t>
            </a:r>
          </a:p>
          <a:p>
            <a:pPr marL="0" marR="0">
              <a:spcBef>
                <a:spcPts val="0"/>
              </a:spcBef>
              <a:spcAft>
                <a:spcPts val="0"/>
              </a:spcAft>
            </a:pPr>
            <a:r>
              <a:rPr lang="en-US" sz="1800" dirty="0">
                <a:effectLst/>
                <a:latin typeface="Times New Roman" panose="02020603050405020304" pitchFamily="18" charset="0"/>
                <a:ea typeface="Times New Roman" panose="02020603050405020304" pitchFamily="18" charset="0"/>
              </a:rPr>
              <a:t>, which could be from either the higher quality   of owned vehicles or the higher acceptance of or reliance on used/older vehicles </a:t>
            </a:r>
            <a:r>
              <a:rPr lang="en-US" sz="2800" dirty="0">
                <a:effectLst/>
              </a:rPr>
              <a:t> </a:t>
            </a:r>
            <a:r>
              <a:rPr lang="en-US" sz="1800" dirty="0">
                <a:effectLst/>
                <a:latin typeface="Times New Roman" panose="02020603050405020304" pitchFamily="18" charset="0"/>
                <a:ea typeface="Times New Roman" panose="02020603050405020304" pitchFamily="18" charset="0"/>
              </a:rPr>
              <a:t> </a:t>
            </a:r>
          </a:p>
          <a:p>
            <a:pPr marL="0" marR="0">
              <a:spcBef>
                <a:spcPts val="0"/>
              </a:spcBef>
              <a:spcAft>
                <a:spcPts val="0"/>
              </a:spcAft>
            </a:pP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Times New Roman" panose="02020603050405020304" pitchFamily="18" charset="0"/>
                <a:ea typeface="Times New Roman" panose="02020603050405020304" pitchFamily="18" charset="0"/>
              </a:rPr>
              <a:t>Is this a common reason? Do we have examples of this</a:t>
            </a:r>
          </a:p>
          <a:p>
            <a:pPr marL="0" marR="0">
              <a:spcBef>
                <a:spcPts val="0"/>
              </a:spcBef>
              <a:spcAft>
                <a:spcPts val="0"/>
              </a:spcAft>
            </a:pPr>
            <a:endParaRPr lang="en-US" sz="1800" dirty="0">
              <a:effectLst/>
              <a:latin typeface="Times New Roman" panose="02020603050405020304" pitchFamily="18" charset="0"/>
              <a:ea typeface="Times New Roman" panose="02020603050405020304" pitchFamily="18" charset="0"/>
            </a:endParaRPr>
          </a:p>
          <a:p>
            <a:pPr marL="171450" indent="-171450">
              <a:buFontTx/>
              <a:buChar char="-"/>
            </a:pPr>
            <a:endParaRPr lang="en-US" sz="1800" dirty="0">
              <a:effectLst/>
              <a:latin typeface="Times New Roman" panose="02020603050405020304" pitchFamily="18" charset="0"/>
              <a:ea typeface="Times New Roman" panose="02020603050405020304" pitchFamily="18" charset="0"/>
            </a:endParaRPr>
          </a:p>
          <a:p>
            <a:pPr marL="171450" indent="-171450">
              <a:buFontTx/>
              <a:buChar char="-"/>
            </a:pPr>
            <a:endParaRPr lang="en-US" sz="1800" dirty="0">
              <a:effectLst/>
              <a:latin typeface="Times New Roman" panose="02020603050405020304" pitchFamily="18" charset="0"/>
              <a:ea typeface="Times New Roman" panose="02020603050405020304" pitchFamily="18" charset="0"/>
            </a:endParaRPr>
          </a:p>
          <a:p>
            <a:pPr marL="171450" indent="-171450">
              <a:buFontTx/>
              <a:buChar char="-"/>
            </a:pPr>
            <a:endParaRPr lang="en-US" sz="1800" dirty="0">
              <a:effectLst/>
              <a:latin typeface="Times New Roman" panose="02020603050405020304" pitchFamily="18"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effectLst/>
                <a:latin typeface="Segoe UI" panose="020B0502040204020203" pitchFamily="34" charset="0"/>
              </a:rPr>
              <a:t>- Lack of corrosion due to winter salt</a:t>
            </a:r>
            <a:br>
              <a:rPr lang="en-US" sz="1800" dirty="0">
                <a:effectLst/>
                <a:latin typeface="Segoe UI" panose="020B0502040204020203" pitchFamily="34" charset="0"/>
              </a:rPr>
            </a:br>
            <a:r>
              <a:rPr lang="en-US" sz="1800" dirty="0">
                <a:effectLst/>
                <a:latin typeface="Segoe UI" panose="020B0502040204020203" pitchFamily="34" charset="0"/>
              </a:rPr>
              <a:t>- EV-specific: lack of battery degradation due to summer heat</a:t>
            </a:r>
            <a:br>
              <a:rPr lang="en-US" sz="1800" dirty="0">
                <a:effectLst/>
                <a:latin typeface="Segoe UI" panose="020B0502040204020203" pitchFamily="34" charset="0"/>
              </a:rPr>
            </a:br>
            <a:r>
              <a:rPr lang="en-US" sz="1800" dirty="0">
                <a:effectLst/>
                <a:latin typeface="Segoe UI" panose="020B0502040204020203" pitchFamily="34" charset="0"/>
              </a:rPr>
              <a:t>- not necessarily spatially different, but over the years, vehicle age has gone up, quite possibly partially due to improved vehicle lifetimes.</a:t>
            </a:r>
            <a:br>
              <a:rPr lang="en-US" sz="1800" dirty="0">
                <a:effectLst/>
                <a:latin typeface="Segoe UI" panose="020B0502040204020203" pitchFamily="34" charset="0"/>
              </a:rPr>
            </a:br>
            <a:r>
              <a:rPr lang="en-US" sz="1800" dirty="0">
                <a:effectLst/>
                <a:latin typeface="Segoe UI" panose="020B0502040204020203" pitchFamily="34" charset="0"/>
              </a:rPr>
              <a:t>- not visible/I don’t have the evidence, but some make/models/types probably last longer than others...</a:t>
            </a:r>
            <a:endParaRPr lang="en-US" sz="1800" dirty="0">
              <a:effectLst/>
              <a:latin typeface="Arial" panose="020B0604020202020204" pitchFamily="34" charset="0"/>
            </a:endParaRPr>
          </a:p>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AF285793-58F2-5D45-93FF-B0076DA99FD1}" type="slidenum">
              <a:rPr lang="en-US" smtClean="0"/>
              <a:t>4</a:t>
            </a:fld>
            <a:endParaRPr lang="en-US"/>
          </a:p>
        </p:txBody>
      </p:sp>
    </p:spTree>
    <p:extLst>
      <p:ext uri="{BB962C8B-B14F-4D97-AF65-F5344CB8AC3E}">
        <p14:creationId xmlns:p14="http://schemas.microsoft.com/office/powerpoint/2010/main" val="5372607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effectLst/>
                <a:latin typeface="Times New Roman" panose="02020603050405020304" pitchFamily="18" charset="0"/>
                <a:ea typeface="Times New Roman" panose="02020603050405020304" pitchFamily="18" charset="0"/>
              </a:rPr>
              <a:t>The correlation between regional stock turnover rates and EV sales is also of near-term importance. To date, US counties that have had higher EV shares have also been typically the ones that sell more new vehicles and have faster vehicle stock turnover (such as urban/suburban locations in California with populations with higher income and early adopters of technology). This can be observed in Figure 13, which shows EV sales shares and average vehicle age being anti-correlated (especially in California), where regions with the highest EV sales also tend to have lowest vehicle age, meaning EV stock will turnover faster in these regions. However, this is concurrent and correlated with many other factors – such as both lower EV sales share and higher vehicle age in more rural and lower-income counties – and therefore, the EV sales-to-stock transition may evolve differently in other regions and in the future. </a:t>
            </a:r>
          </a:p>
          <a:p>
            <a:endParaRPr lang="en-US" dirty="0"/>
          </a:p>
        </p:txBody>
      </p:sp>
      <p:sp>
        <p:nvSpPr>
          <p:cNvPr id="4" name="Slide Number Placeholder 3"/>
          <p:cNvSpPr>
            <a:spLocks noGrp="1"/>
          </p:cNvSpPr>
          <p:nvPr>
            <p:ph type="sldNum" sz="quarter" idx="5"/>
          </p:nvPr>
        </p:nvSpPr>
        <p:spPr/>
        <p:txBody>
          <a:bodyPr/>
          <a:lstStyle/>
          <a:p>
            <a:fld id="{AF285793-58F2-5D45-93FF-B0076DA99FD1}" type="slidenum">
              <a:rPr lang="en-US" smtClean="0"/>
              <a:t>5</a:t>
            </a:fld>
            <a:endParaRPr lang="en-US"/>
          </a:p>
        </p:txBody>
      </p:sp>
    </p:spTree>
    <p:extLst>
      <p:ext uri="{BB962C8B-B14F-4D97-AF65-F5344CB8AC3E}">
        <p14:creationId xmlns:p14="http://schemas.microsoft.com/office/powerpoint/2010/main" val="21183584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(as opposed to additional new sales from population/economic/vehicle ownership growth)</a:t>
            </a:r>
          </a:p>
          <a:p>
            <a:endParaRPr lang="en-US" dirty="0"/>
          </a:p>
          <a:p>
            <a:r>
              <a:rPr lang="en-US" dirty="0"/>
              <a:t>Salt, miles, traffic, behavior, vehicle composition, repairability, condition</a:t>
            </a:r>
          </a:p>
        </p:txBody>
      </p:sp>
      <p:sp>
        <p:nvSpPr>
          <p:cNvPr id="4" name="Slide Number Placeholder 3"/>
          <p:cNvSpPr>
            <a:spLocks noGrp="1"/>
          </p:cNvSpPr>
          <p:nvPr>
            <p:ph type="sldNum" sz="quarter" idx="5"/>
          </p:nvPr>
        </p:nvSpPr>
        <p:spPr/>
        <p:txBody>
          <a:bodyPr/>
          <a:lstStyle/>
          <a:p>
            <a:fld id="{7827381B-9CF8-4298-A488-8540A3604A48}" type="slidenum">
              <a:rPr lang="en-US" smtClean="0"/>
              <a:t>7</a:t>
            </a:fld>
            <a:endParaRPr lang="en-US"/>
          </a:p>
        </p:txBody>
      </p:sp>
    </p:spTree>
    <p:extLst>
      <p:ext uri="{BB962C8B-B14F-4D97-AF65-F5344CB8AC3E}">
        <p14:creationId xmlns:p14="http://schemas.microsoft.com/office/powerpoint/2010/main" val="14067855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EARLY net survival = import/export</a:t>
            </a:r>
          </a:p>
          <a:p>
            <a:r>
              <a:rPr lang="en-US" dirty="0"/>
              <a:t>LATE net survival = scrappage</a:t>
            </a:r>
          </a:p>
          <a:p>
            <a:endParaRPr lang="en-US" dirty="0"/>
          </a:p>
          <a:p>
            <a:r>
              <a:rPr lang="en-US" dirty="0"/>
              <a:t>Global/national conservation of vehicle stocks and flows</a:t>
            </a:r>
          </a:p>
          <a:p>
            <a:r>
              <a:rPr lang="en-US" dirty="0"/>
              <a:t>State neighbors, spatial interaction, gravity modeling</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AF285793-58F2-5D45-93FF-B0076DA99FD1}" type="slidenum">
              <a:rPr lang="en-US" smtClean="0"/>
              <a:t>8</a:t>
            </a:fld>
            <a:endParaRPr lang="en-US"/>
          </a:p>
        </p:txBody>
      </p:sp>
    </p:spTree>
    <p:extLst>
      <p:ext uri="{BB962C8B-B14F-4D97-AF65-F5344CB8AC3E}">
        <p14:creationId xmlns:p14="http://schemas.microsoft.com/office/powerpoint/2010/main" val="16921312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Automotive industry</a:t>
            </a:r>
          </a:p>
          <a:p>
            <a:r>
              <a:rPr lang="en-US" dirty="0"/>
              <a:t>Recession – year-specific</a:t>
            </a:r>
          </a:p>
          <a:p>
            <a:r>
              <a:rPr lang="en-US" dirty="0"/>
              <a:t>Policy years</a:t>
            </a:r>
          </a:p>
          <a:p>
            <a:endParaRPr lang="en-US" dirty="0"/>
          </a:p>
        </p:txBody>
      </p:sp>
      <p:sp>
        <p:nvSpPr>
          <p:cNvPr id="4" name="Slide Number Placeholder 3"/>
          <p:cNvSpPr>
            <a:spLocks noGrp="1"/>
          </p:cNvSpPr>
          <p:nvPr>
            <p:ph type="sldNum" sz="quarter" idx="5"/>
          </p:nvPr>
        </p:nvSpPr>
        <p:spPr/>
        <p:txBody>
          <a:bodyPr/>
          <a:lstStyle/>
          <a:p>
            <a:fld id="{AF285793-58F2-5D45-93FF-B0076DA99FD1}" type="slidenum">
              <a:rPr lang="en-US" smtClean="0"/>
              <a:t>9</a:t>
            </a:fld>
            <a:endParaRPr lang="en-US"/>
          </a:p>
        </p:txBody>
      </p:sp>
    </p:spTree>
    <p:extLst>
      <p:ext uri="{BB962C8B-B14F-4D97-AF65-F5344CB8AC3E}">
        <p14:creationId xmlns:p14="http://schemas.microsoft.com/office/powerpoint/2010/main" val="15410246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Assume known/fixed population/demographic, economic, and vehicle ownership levels</a:t>
            </a:r>
          </a:p>
          <a:p>
            <a:endParaRPr lang="en-US" dirty="0"/>
          </a:p>
        </p:txBody>
      </p:sp>
      <p:sp>
        <p:nvSpPr>
          <p:cNvPr id="4" name="Slide Number Placeholder 3"/>
          <p:cNvSpPr>
            <a:spLocks noGrp="1"/>
          </p:cNvSpPr>
          <p:nvPr>
            <p:ph type="sldNum" sz="quarter" idx="5"/>
          </p:nvPr>
        </p:nvSpPr>
        <p:spPr/>
        <p:txBody>
          <a:bodyPr/>
          <a:lstStyle/>
          <a:p>
            <a:fld id="{7827381B-9CF8-4298-A488-8540A3604A48}" type="slidenum">
              <a:rPr lang="en-US" smtClean="0"/>
              <a:t>14</a:t>
            </a:fld>
            <a:endParaRPr lang="en-US"/>
          </a:p>
        </p:txBody>
      </p:sp>
    </p:spTree>
    <p:extLst>
      <p:ext uri="{BB962C8B-B14F-4D97-AF65-F5344CB8AC3E}">
        <p14:creationId xmlns:p14="http://schemas.microsoft.com/office/powerpoint/2010/main" val="5577268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-National as true scrappage - yes</a:t>
            </a:r>
          </a:p>
          <a:p>
            <a:r>
              <a:rPr lang="en-US" sz="1200" kern="1200" dirty="0">
                <a:solidFill>
                  <a:schemeClr val="tx1"/>
                </a:solidFill>
                <a:effectLst/>
                <a:latin typeface="+mn-lt"/>
                <a:ea typeface="+mn-ea"/>
                <a:cs typeface="+mn-cs"/>
              </a:rPr>
              <a:t>-Theoretical connection with stock age profile/distribution and the steady-state result of running through a survival curve and/or a net survival curve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problems: fluctuating sales. You could say expected life etc. ?</a:t>
            </a:r>
          </a:p>
          <a:p>
            <a:r>
              <a:rPr lang="en-US" sz="1200" kern="1200" dirty="0">
                <a:solidFill>
                  <a:schemeClr val="tx1"/>
                </a:solidFill>
                <a:effectLst/>
                <a:latin typeface="+mn-lt"/>
                <a:ea typeface="+mn-ea"/>
                <a:cs typeface="+mn-cs"/>
              </a:rPr>
              <a:t>-- problems: exports from the US</a:t>
            </a:r>
          </a:p>
          <a:p>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7827381B-9CF8-4298-A488-8540A3604A48}" type="slidenum">
              <a:rPr lang="en-US" smtClean="0"/>
              <a:t>22</a:t>
            </a:fld>
            <a:endParaRPr lang="en-US"/>
          </a:p>
        </p:txBody>
      </p:sp>
    </p:spTree>
    <p:extLst>
      <p:ext uri="{BB962C8B-B14F-4D97-AF65-F5344CB8AC3E}">
        <p14:creationId xmlns:p14="http://schemas.microsoft.com/office/powerpoint/2010/main" val="1089730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D3259-FFD6-BA7D-59D1-51B5B460C6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484E8B-6954-1023-9ABD-12D7AFB589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1F39E4-75F7-90E9-7043-6072D1256CD4}"/>
              </a:ext>
            </a:extLst>
          </p:cNvPr>
          <p:cNvSpPr>
            <a:spLocks noGrp="1"/>
          </p:cNvSpPr>
          <p:nvPr>
            <p:ph type="body" idx="1"/>
          </p:nvPr>
        </p:nvSpPr>
        <p:spPr/>
        <p:txBody>
          <a:bodyPr/>
          <a:lstStyle/>
          <a:p>
            <a:pPr marL="171450" indent="-171450">
              <a:buFontTx/>
              <a:buChar char="-"/>
            </a:pPr>
            <a:endParaRPr lang="en-US" dirty="0"/>
          </a:p>
        </p:txBody>
      </p:sp>
      <p:sp>
        <p:nvSpPr>
          <p:cNvPr id="4" name="Slide Number Placeholder 3">
            <a:extLst>
              <a:ext uri="{FF2B5EF4-FFF2-40B4-BE49-F238E27FC236}">
                <a16:creationId xmlns:a16="http://schemas.microsoft.com/office/drawing/2014/main" id="{593B04C0-457B-B792-C586-6E3106A9F5FE}"/>
              </a:ext>
            </a:extLst>
          </p:cNvPr>
          <p:cNvSpPr>
            <a:spLocks noGrp="1"/>
          </p:cNvSpPr>
          <p:nvPr>
            <p:ph type="sldNum" sz="quarter" idx="5"/>
          </p:nvPr>
        </p:nvSpPr>
        <p:spPr/>
        <p:txBody>
          <a:bodyPr/>
          <a:lstStyle/>
          <a:p>
            <a:fld id="{AF285793-58F2-5D45-93FF-B0076DA99FD1}" type="slidenum">
              <a:rPr lang="en-US" smtClean="0"/>
              <a:t>24</a:t>
            </a:fld>
            <a:endParaRPr lang="en-US"/>
          </a:p>
        </p:txBody>
      </p:sp>
    </p:spTree>
    <p:extLst>
      <p:ext uri="{BB962C8B-B14F-4D97-AF65-F5344CB8AC3E}">
        <p14:creationId xmlns:p14="http://schemas.microsoft.com/office/powerpoint/2010/main" val="20174265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25C682-DB87-4B6C-0A26-74CBA74954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32D0B4-281D-F679-22EC-EA864DD12D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2A60B9-34C2-83A3-3953-760FD38489E4}"/>
              </a:ext>
            </a:extLst>
          </p:cNvPr>
          <p:cNvSpPr>
            <a:spLocks noGrp="1"/>
          </p:cNvSpPr>
          <p:nvPr>
            <p:ph type="body" idx="1"/>
          </p:nvPr>
        </p:nvSpPr>
        <p:spPr/>
        <p:txBody>
          <a:bodyPr/>
          <a:lstStyle/>
          <a:p>
            <a:pPr marL="171450" indent="-171450">
              <a:buFontTx/>
              <a:buChar char="-"/>
            </a:pPr>
            <a:endParaRPr lang="en-US" dirty="0"/>
          </a:p>
        </p:txBody>
      </p:sp>
      <p:sp>
        <p:nvSpPr>
          <p:cNvPr id="4" name="Slide Number Placeholder 3">
            <a:extLst>
              <a:ext uri="{FF2B5EF4-FFF2-40B4-BE49-F238E27FC236}">
                <a16:creationId xmlns:a16="http://schemas.microsoft.com/office/drawing/2014/main" id="{6EA939C1-723E-BE05-2D70-77C9F928A5E8}"/>
              </a:ext>
            </a:extLst>
          </p:cNvPr>
          <p:cNvSpPr>
            <a:spLocks noGrp="1"/>
          </p:cNvSpPr>
          <p:nvPr>
            <p:ph type="sldNum" sz="quarter" idx="5"/>
          </p:nvPr>
        </p:nvSpPr>
        <p:spPr/>
        <p:txBody>
          <a:bodyPr/>
          <a:lstStyle/>
          <a:p>
            <a:fld id="{AF285793-58F2-5D45-93FF-B0076DA99FD1}" type="slidenum">
              <a:rPr lang="en-US" smtClean="0"/>
              <a:t>25</a:t>
            </a:fld>
            <a:endParaRPr lang="en-US"/>
          </a:p>
        </p:txBody>
      </p:sp>
    </p:spTree>
    <p:extLst>
      <p:ext uri="{BB962C8B-B14F-4D97-AF65-F5344CB8AC3E}">
        <p14:creationId xmlns:p14="http://schemas.microsoft.com/office/powerpoint/2010/main" val="5208447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39EF6-93EA-23C9-105F-2B671A4A03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A7263E-0AA6-3191-4550-BA35968904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7403D0-C174-50AF-3A20-025D57157D8C}"/>
              </a:ext>
            </a:extLst>
          </p:cNvPr>
          <p:cNvSpPr>
            <a:spLocks noGrp="1"/>
          </p:cNvSpPr>
          <p:nvPr>
            <p:ph type="body" idx="1"/>
          </p:nvPr>
        </p:nvSpPr>
        <p:spPr/>
        <p:txBody>
          <a:bodyPr/>
          <a:lstStyle/>
          <a:p>
            <a:r>
              <a:rPr lang="en-US" dirty="0"/>
              <a:t>First pass is uniform assumption (possible expected eventuality)</a:t>
            </a:r>
          </a:p>
          <a:p>
            <a:r>
              <a:rPr lang="en-US" dirty="0"/>
              <a:t>+ assumption that BEVs follow same survival</a:t>
            </a:r>
          </a:p>
          <a:p>
            <a:endParaRPr lang="en-US" dirty="0"/>
          </a:p>
          <a:p>
            <a:r>
              <a:rPr lang="en-US" dirty="0"/>
              <a:t>Plan is to assess results and revisit parameterization</a:t>
            </a:r>
          </a:p>
          <a:p>
            <a:pPr marL="171450" indent="-171450">
              <a:buFontTx/>
              <a:buChar char="-"/>
            </a:pPr>
            <a:endParaRPr lang="en-US" dirty="0"/>
          </a:p>
        </p:txBody>
      </p:sp>
      <p:sp>
        <p:nvSpPr>
          <p:cNvPr id="4" name="Slide Number Placeholder 3">
            <a:extLst>
              <a:ext uri="{FF2B5EF4-FFF2-40B4-BE49-F238E27FC236}">
                <a16:creationId xmlns:a16="http://schemas.microsoft.com/office/drawing/2014/main" id="{63168520-F2D3-2B7A-B569-B89CA63AA89B}"/>
              </a:ext>
            </a:extLst>
          </p:cNvPr>
          <p:cNvSpPr>
            <a:spLocks noGrp="1"/>
          </p:cNvSpPr>
          <p:nvPr>
            <p:ph type="sldNum" sz="quarter" idx="5"/>
          </p:nvPr>
        </p:nvSpPr>
        <p:spPr/>
        <p:txBody>
          <a:bodyPr/>
          <a:lstStyle/>
          <a:p>
            <a:fld id="{AF285793-58F2-5D45-93FF-B0076DA99FD1}" type="slidenum">
              <a:rPr lang="en-US" smtClean="0"/>
              <a:t>26</a:t>
            </a:fld>
            <a:endParaRPr lang="en-US"/>
          </a:p>
        </p:txBody>
      </p:sp>
    </p:spTree>
    <p:extLst>
      <p:ext uri="{BB962C8B-B14F-4D97-AF65-F5344CB8AC3E}">
        <p14:creationId xmlns:p14="http://schemas.microsoft.com/office/powerpoint/2010/main" val="21587769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national as actual scrap</a:t>
            </a:r>
          </a:p>
          <a:p>
            <a:r>
              <a:rPr lang="en-US" dirty="0"/>
              <a:t>Total stock of a vintage = previous vintage + net used transfers in - actual scrap (note new sales in vintage 0)</a:t>
            </a:r>
          </a:p>
          <a:p>
            <a:r>
              <a:rPr lang="en-US" dirty="0"/>
              <a:t>Exogenous national scenario could inform EV share of net used transfers in</a:t>
            </a:r>
          </a:p>
          <a:p>
            <a:r>
              <a:rPr lang="en-US" dirty="0"/>
              <a:t>Total net transfers out</a:t>
            </a:r>
          </a:p>
          <a:p>
            <a:r>
              <a:rPr lang="en-US" dirty="0"/>
              <a:t>Total net transfers in</a:t>
            </a:r>
          </a:p>
          <a:p>
            <a:r>
              <a:rPr lang="en-US" dirty="0"/>
              <a:t>Idea: run counties with net transfers out first. This would provide details (fuel type, vintage, class) of the transferred vehicle market.</a:t>
            </a:r>
          </a:p>
          <a:p>
            <a:r>
              <a:rPr lang="en-US" dirty="0"/>
              <a:t>Determine tech shares </a:t>
            </a:r>
            <a:r>
              <a:rPr lang="en-US"/>
              <a:t>for remaining counties.</a:t>
            </a:r>
          </a:p>
          <a:p>
            <a:r>
              <a:rPr lang="en-US" dirty="0"/>
              <a:t>Run counties with net transfer in, pulling from the transferred vehicle market. Uniform/average. </a:t>
            </a:r>
          </a:p>
          <a:p>
            <a:endParaRPr lang="en-US" dirty="0"/>
          </a:p>
          <a:p>
            <a:endParaRPr lang="en-US" dirty="0"/>
          </a:p>
        </p:txBody>
      </p:sp>
      <p:sp>
        <p:nvSpPr>
          <p:cNvPr id="4" name="Slide Number Placeholder 3"/>
          <p:cNvSpPr>
            <a:spLocks noGrp="1"/>
          </p:cNvSpPr>
          <p:nvPr>
            <p:ph type="sldNum" sz="quarter" idx="5"/>
          </p:nvPr>
        </p:nvSpPr>
        <p:spPr/>
        <p:txBody>
          <a:bodyPr/>
          <a:lstStyle/>
          <a:p>
            <a:fld id="{AF285793-58F2-5D45-93FF-B0076DA99FD1}" type="slidenum">
              <a:rPr lang="en-US" smtClean="0"/>
              <a:t>27</a:t>
            </a:fld>
            <a:endParaRPr lang="en-US"/>
          </a:p>
        </p:txBody>
      </p:sp>
    </p:spTree>
    <p:extLst>
      <p:ext uri="{BB962C8B-B14F-4D97-AF65-F5344CB8AC3E}">
        <p14:creationId xmlns:p14="http://schemas.microsoft.com/office/powerpoint/2010/main" val="18428186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2.xml"/><Relationship Id="rId4" Type="http://schemas.openxmlformats.org/officeDocument/2006/relationships/hyperlink" Target="https://thesource.nrel.gov/publishing/disclaimers.html" TargetMode="Externa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6EB45-C733-07D6-D223-82CE47B6775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7D99919-E27E-7FED-E9D0-CD510BF3BB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4E69791-882E-0679-A37C-277B43DE24E8}"/>
              </a:ext>
            </a:extLst>
          </p:cNvPr>
          <p:cNvSpPr>
            <a:spLocks noGrp="1"/>
          </p:cNvSpPr>
          <p:nvPr>
            <p:ph type="dt" sz="half" idx="10"/>
          </p:nvPr>
        </p:nvSpPr>
        <p:spPr/>
        <p:txBody>
          <a:bodyPr/>
          <a:lstStyle/>
          <a:p>
            <a:fld id="{E75A27AC-BDD4-43B5-ADB0-8F68CE0D3246}" type="datetimeFigureOut">
              <a:rPr lang="en-US" smtClean="0"/>
              <a:t>2025-11-06</a:t>
            </a:fld>
            <a:endParaRPr lang="en-US"/>
          </a:p>
        </p:txBody>
      </p:sp>
      <p:sp>
        <p:nvSpPr>
          <p:cNvPr id="5" name="Footer Placeholder 4">
            <a:extLst>
              <a:ext uri="{FF2B5EF4-FFF2-40B4-BE49-F238E27FC236}">
                <a16:creationId xmlns:a16="http://schemas.microsoft.com/office/drawing/2014/main" id="{AE56A86D-5EA2-C959-4DEF-4840A1977B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64B335-FC44-319B-51B3-7B253072277F}"/>
              </a:ext>
            </a:extLst>
          </p:cNvPr>
          <p:cNvSpPr>
            <a:spLocks noGrp="1"/>
          </p:cNvSpPr>
          <p:nvPr>
            <p:ph type="sldNum" sz="quarter" idx="12"/>
          </p:nvPr>
        </p:nvSpPr>
        <p:spPr/>
        <p:txBody>
          <a:bodyPr/>
          <a:lstStyle/>
          <a:p>
            <a:fld id="{75F0DA70-C44F-4B47-A11F-B721337FD6D8}" type="slidenum">
              <a:rPr lang="en-US" smtClean="0"/>
              <a:t>‹#›</a:t>
            </a:fld>
            <a:endParaRPr lang="en-US"/>
          </a:p>
        </p:txBody>
      </p:sp>
    </p:spTree>
    <p:extLst>
      <p:ext uri="{BB962C8B-B14F-4D97-AF65-F5344CB8AC3E}">
        <p14:creationId xmlns:p14="http://schemas.microsoft.com/office/powerpoint/2010/main" val="4102083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345FD-D120-FEDB-9E30-281D425295F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A5CF0BF-445E-62D0-2079-17118F0B3E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16CCFF-0C2D-3854-FB1E-28FD62505088}"/>
              </a:ext>
            </a:extLst>
          </p:cNvPr>
          <p:cNvSpPr>
            <a:spLocks noGrp="1"/>
          </p:cNvSpPr>
          <p:nvPr>
            <p:ph type="dt" sz="half" idx="10"/>
          </p:nvPr>
        </p:nvSpPr>
        <p:spPr/>
        <p:txBody>
          <a:bodyPr/>
          <a:lstStyle/>
          <a:p>
            <a:fld id="{E75A27AC-BDD4-43B5-ADB0-8F68CE0D3246}" type="datetimeFigureOut">
              <a:rPr lang="en-US" smtClean="0"/>
              <a:t>2025-11-06</a:t>
            </a:fld>
            <a:endParaRPr lang="en-US"/>
          </a:p>
        </p:txBody>
      </p:sp>
      <p:sp>
        <p:nvSpPr>
          <p:cNvPr id="5" name="Footer Placeholder 4">
            <a:extLst>
              <a:ext uri="{FF2B5EF4-FFF2-40B4-BE49-F238E27FC236}">
                <a16:creationId xmlns:a16="http://schemas.microsoft.com/office/drawing/2014/main" id="{89710EDC-FD62-EFC7-1CF9-DD84E341CF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040A84-B44B-84D8-7D37-A70B4081253D}"/>
              </a:ext>
            </a:extLst>
          </p:cNvPr>
          <p:cNvSpPr>
            <a:spLocks noGrp="1"/>
          </p:cNvSpPr>
          <p:nvPr>
            <p:ph type="sldNum" sz="quarter" idx="12"/>
          </p:nvPr>
        </p:nvSpPr>
        <p:spPr/>
        <p:txBody>
          <a:bodyPr/>
          <a:lstStyle/>
          <a:p>
            <a:fld id="{75F0DA70-C44F-4B47-A11F-B721337FD6D8}" type="slidenum">
              <a:rPr lang="en-US" smtClean="0"/>
              <a:t>‹#›</a:t>
            </a:fld>
            <a:endParaRPr lang="en-US"/>
          </a:p>
        </p:txBody>
      </p:sp>
    </p:spTree>
    <p:extLst>
      <p:ext uri="{BB962C8B-B14F-4D97-AF65-F5344CB8AC3E}">
        <p14:creationId xmlns:p14="http://schemas.microsoft.com/office/powerpoint/2010/main" val="32325766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35D84-DA58-7831-5757-EDF2E088CD3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23B4B9B-8BB1-4EDD-CABE-190178419CE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7B6FC98-24AE-8DFA-C760-8BE61BF0D202}"/>
              </a:ext>
            </a:extLst>
          </p:cNvPr>
          <p:cNvSpPr>
            <a:spLocks noGrp="1"/>
          </p:cNvSpPr>
          <p:nvPr>
            <p:ph type="dt" sz="half" idx="10"/>
          </p:nvPr>
        </p:nvSpPr>
        <p:spPr/>
        <p:txBody>
          <a:bodyPr/>
          <a:lstStyle/>
          <a:p>
            <a:fld id="{E75A27AC-BDD4-43B5-ADB0-8F68CE0D3246}" type="datetimeFigureOut">
              <a:rPr lang="en-US" smtClean="0"/>
              <a:t>2025-11-06</a:t>
            </a:fld>
            <a:endParaRPr lang="en-US"/>
          </a:p>
        </p:txBody>
      </p:sp>
      <p:sp>
        <p:nvSpPr>
          <p:cNvPr id="5" name="Footer Placeholder 4">
            <a:extLst>
              <a:ext uri="{FF2B5EF4-FFF2-40B4-BE49-F238E27FC236}">
                <a16:creationId xmlns:a16="http://schemas.microsoft.com/office/drawing/2014/main" id="{559DFB03-71D2-B7A3-82D5-54F7897795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ACF274-22E2-EF8F-16EA-E6DE4D5D2D8F}"/>
              </a:ext>
            </a:extLst>
          </p:cNvPr>
          <p:cNvSpPr>
            <a:spLocks noGrp="1"/>
          </p:cNvSpPr>
          <p:nvPr>
            <p:ph type="sldNum" sz="quarter" idx="12"/>
          </p:nvPr>
        </p:nvSpPr>
        <p:spPr/>
        <p:txBody>
          <a:bodyPr/>
          <a:lstStyle/>
          <a:p>
            <a:fld id="{75F0DA70-C44F-4B47-A11F-B721337FD6D8}" type="slidenum">
              <a:rPr lang="en-US" smtClean="0"/>
              <a:t>‹#›</a:t>
            </a:fld>
            <a:endParaRPr lang="en-US"/>
          </a:p>
        </p:txBody>
      </p:sp>
    </p:spTree>
    <p:extLst>
      <p:ext uri="{BB962C8B-B14F-4D97-AF65-F5344CB8AC3E}">
        <p14:creationId xmlns:p14="http://schemas.microsoft.com/office/powerpoint/2010/main" val="38077180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A48BC-BA5C-99A9-2B6D-261360FABD3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A9B0CB7-3860-E42A-6AEB-4CE64004FDA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6962BC5-EBF8-59A0-066E-E2C72834C7C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3B05FEF-F86B-1877-FB5F-864121953C00}"/>
              </a:ext>
            </a:extLst>
          </p:cNvPr>
          <p:cNvSpPr>
            <a:spLocks noGrp="1"/>
          </p:cNvSpPr>
          <p:nvPr>
            <p:ph type="dt" sz="half" idx="10"/>
          </p:nvPr>
        </p:nvSpPr>
        <p:spPr/>
        <p:txBody>
          <a:bodyPr/>
          <a:lstStyle/>
          <a:p>
            <a:fld id="{E75A27AC-BDD4-43B5-ADB0-8F68CE0D3246}" type="datetimeFigureOut">
              <a:rPr lang="en-US" smtClean="0"/>
              <a:t>2025-11-06</a:t>
            </a:fld>
            <a:endParaRPr lang="en-US"/>
          </a:p>
        </p:txBody>
      </p:sp>
      <p:sp>
        <p:nvSpPr>
          <p:cNvPr id="6" name="Footer Placeholder 5">
            <a:extLst>
              <a:ext uri="{FF2B5EF4-FFF2-40B4-BE49-F238E27FC236}">
                <a16:creationId xmlns:a16="http://schemas.microsoft.com/office/drawing/2014/main" id="{5D9BDBFC-9254-B512-0EE6-167CEB15D5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8042D2-A42B-4A46-58C8-DB56C35FB9A7}"/>
              </a:ext>
            </a:extLst>
          </p:cNvPr>
          <p:cNvSpPr>
            <a:spLocks noGrp="1"/>
          </p:cNvSpPr>
          <p:nvPr>
            <p:ph type="sldNum" sz="quarter" idx="12"/>
          </p:nvPr>
        </p:nvSpPr>
        <p:spPr/>
        <p:txBody>
          <a:bodyPr/>
          <a:lstStyle/>
          <a:p>
            <a:fld id="{75F0DA70-C44F-4B47-A11F-B721337FD6D8}" type="slidenum">
              <a:rPr lang="en-US" smtClean="0"/>
              <a:t>‹#›</a:t>
            </a:fld>
            <a:endParaRPr lang="en-US"/>
          </a:p>
        </p:txBody>
      </p:sp>
    </p:spTree>
    <p:extLst>
      <p:ext uri="{BB962C8B-B14F-4D97-AF65-F5344CB8AC3E}">
        <p14:creationId xmlns:p14="http://schemas.microsoft.com/office/powerpoint/2010/main" val="10162765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F8F8C-6817-67F6-3017-7909EBFDD6B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7F17EFF-83C3-6C58-56C8-3BE0C3BE338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56EB96F-1DA6-613B-50D2-5C36B13F041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B381E8C-2B2B-045B-5D7F-45DDB953292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343C1E1-BD89-882E-0065-7AC6CDC3199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66E54AD-374B-99E6-4792-C1EEF5CA59A1}"/>
              </a:ext>
            </a:extLst>
          </p:cNvPr>
          <p:cNvSpPr>
            <a:spLocks noGrp="1"/>
          </p:cNvSpPr>
          <p:nvPr>
            <p:ph type="dt" sz="half" idx="10"/>
          </p:nvPr>
        </p:nvSpPr>
        <p:spPr/>
        <p:txBody>
          <a:bodyPr/>
          <a:lstStyle/>
          <a:p>
            <a:fld id="{E75A27AC-BDD4-43B5-ADB0-8F68CE0D3246}" type="datetimeFigureOut">
              <a:rPr lang="en-US" smtClean="0"/>
              <a:t>2025-11-06</a:t>
            </a:fld>
            <a:endParaRPr lang="en-US"/>
          </a:p>
        </p:txBody>
      </p:sp>
      <p:sp>
        <p:nvSpPr>
          <p:cNvPr id="8" name="Footer Placeholder 7">
            <a:extLst>
              <a:ext uri="{FF2B5EF4-FFF2-40B4-BE49-F238E27FC236}">
                <a16:creationId xmlns:a16="http://schemas.microsoft.com/office/drawing/2014/main" id="{6E4864BD-8E79-9FFB-5C87-7693ADC0232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40FEDC3-5315-8057-910E-EE5D5169D3CB}"/>
              </a:ext>
            </a:extLst>
          </p:cNvPr>
          <p:cNvSpPr>
            <a:spLocks noGrp="1"/>
          </p:cNvSpPr>
          <p:nvPr>
            <p:ph type="sldNum" sz="quarter" idx="12"/>
          </p:nvPr>
        </p:nvSpPr>
        <p:spPr/>
        <p:txBody>
          <a:bodyPr/>
          <a:lstStyle/>
          <a:p>
            <a:fld id="{75F0DA70-C44F-4B47-A11F-B721337FD6D8}" type="slidenum">
              <a:rPr lang="en-US" smtClean="0"/>
              <a:t>‹#›</a:t>
            </a:fld>
            <a:endParaRPr lang="en-US"/>
          </a:p>
        </p:txBody>
      </p:sp>
    </p:spTree>
    <p:extLst>
      <p:ext uri="{BB962C8B-B14F-4D97-AF65-F5344CB8AC3E}">
        <p14:creationId xmlns:p14="http://schemas.microsoft.com/office/powerpoint/2010/main" val="35304239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B0A4E-4465-16E1-E29F-4A67B4BDB9C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4CA10A0-5DCA-2D9A-E11D-048B4BED6CCB}"/>
              </a:ext>
            </a:extLst>
          </p:cNvPr>
          <p:cNvSpPr>
            <a:spLocks noGrp="1"/>
          </p:cNvSpPr>
          <p:nvPr>
            <p:ph type="dt" sz="half" idx="10"/>
          </p:nvPr>
        </p:nvSpPr>
        <p:spPr/>
        <p:txBody>
          <a:bodyPr/>
          <a:lstStyle/>
          <a:p>
            <a:fld id="{E75A27AC-BDD4-43B5-ADB0-8F68CE0D3246}" type="datetimeFigureOut">
              <a:rPr lang="en-US" smtClean="0"/>
              <a:t>2025-11-06</a:t>
            </a:fld>
            <a:endParaRPr lang="en-US"/>
          </a:p>
        </p:txBody>
      </p:sp>
      <p:sp>
        <p:nvSpPr>
          <p:cNvPr id="4" name="Footer Placeholder 3">
            <a:extLst>
              <a:ext uri="{FF2B5EF4-FFF2-40B4-BE49-F238E27FC236}">
                <a16:creationId xmlns:a16="http://schemas.microsoft.com/office/drawing/2014/main" id="{613FAD8D-7591-AD42-3C21-0FABB745ED3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BADE1C3-9679-42D5-1925-AFEF013DA2C9}"/>
              </a:ext>
            </a:extLst>
          </p:cNvPr>
          <p:cNvSpPr>
            <a:spLocks noGrp="1"/>
          </p:cNvSpPr>
          <p:nvPr>
            <p:ph type="sldNum" sz="quarter" idx="12"/>
          </p:nvPr>
        </p:nvSpPr>
        <p:spPr/>
        <p:txBody>
          <a:bodyPr/>
          <a:lstStyle/>
          <a:p>
            <a:fld id="{75F0DA70-C44F-4B47-A11F-B721337FD6D8}" type="slidenum">
              <a:rPr lang="en-US" smtClean="0"/>
              <a:t>‹#›</a:t>
            </a:fld>
            <a:endParaRPr lang="en-US"/>
          </a:p>
        </p:txBody>
      </p:sp>
    </p:spTree>
    <p:extLst>
      <p:ext uri="{BB962C8B-B14F-4D97-AF65-F5344CB8AC3E}">
        <p14:creationId xmlns:p14="http://schemas.microsoft.com/office/powerpoint/2010/main" val="37212921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5863616-658E-151B-BD19-30C3F8CACB34}"/>
              </a:ext>
            </a:extLst>
          </p:cNvPr>
          <p:cNvSpPr>
            <a:spLocks noGrp="1"/>
          </p:cNvSpPr>
          <p:nvPr>
            <p:ph type="dt" sz="half" idx="10"/>
          </p:nvPr>
        </p:nvSpPr>
        <p:spPr/>
        <p:txBody>
          <a:bodyPr/>
          <a:lstStyle/>
          <a:p>
            <a:fld id="{E75A27AC-BDD4-43B5-ADB0-8F68CE0D3246}" type="datetimeFigureOut">
              <a:rPr lang="en-US" smtClean="0"/>
              <a:t>2025-11-06</a:t>
            </a:fld>
            <a:endParaRPr lang="en-US"/>
          </a:p>
        </p:txBody>
      </p:sp>
      <p:sp>
        <p:nvSpPr>
          <p:cNvPr id="3" name="Footer Placeholder 2">
            <a:extLst>
              <a:ext uri="{FF2B5EF4-FFF2-40B4-BE49-F238E27FC236}">
                <a16:creationId xmlns:a16="http://schemas.microsoft.com/office/drawing/2014/main" id="{B49376B8-C044-AD9C-9264-D0C8E404E63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F70D0CF-61A4-52E0-DCDF-D5E1095DC256}"/>
              </a:ext>
            </a:extLst>
          </p:cNvPr>
          <p:cNvSpPr>
            <a:spLocks noGrp="1"/>
          </p:cNvSpPr>
          <p:nvPr>
            <p:ph type="sldNum" sz="quarter" idx="12"/>
          </p:nvPr>
        </p:nvSpPr>
        <p:spPr/>
        <p:txBody>
          <a:bodyPr/>
          <a:lstStyle/>
          <a:p>
            <a:fld id="{75F0DA70-C44F-4B47-A11F-B721337FD6D8}" type="slidenum">
              <a:rPr lang="en-US" smtClean="0"/>
              <a:t>‹#›</a:t>
            </a:fld>
            <a:endParaRPr lang="en-US"/>
          </a:p>
        </p:txBody>
      </p:sp>
    </p:spTree>
    <p:extLst>
      <p:ext uri="{BB962C8B-B14F-4D97-AF65-F5344CB8AC3E}">
        <p14:creationId xmlns:p14="http://schemas.microsoft.com/office/powerpoint/2010/main" val="32006612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94296-6EB9-40A5-C814-D8A9867FE4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A4995DA-2CEC-C315-7498-059FE22A931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22F94E7-4913-4101-4A16-58710FCEA2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950EB6-0CF8-8D7D-BF91-54150AAC846E}"/>
              </a:ext>
            </a:extLst>
          </p:cNvPr>
          <p:cNvSpPr>
            <a:spLocks noGrp="1"/>
          </p:cNvSpPr>
          <p:nvPr>
            <p:ph type="dt" sz="half" idx="10"/>
          </p:nvPr>
        </p:nvSpPr>
        <p:spPr/>
        <p:txBody>
          <a:bodyPr/>
          <a:lstStyle/>
          <a:p>
            <a:fld id="{E75A27AC-BDD4-43B5-ADB0-8F68CE0D3246}" type="datetimeFigureOut">
              <a:rPr lang="en-US" smtClean="0"/>
              <a:t>2025-11-06</a:t>
            </a:fld>
            <a:endParaRPr lang="en-US"/>
          </a:p>
        </p:txBody>
      </p:sp>
      <p:sp>
        <p:nvSpPr>
          <p:cNvPr id="6" name="Footer Placeholder 5">
            <a:extLst>
              <a:ext uri="{FF2B5EF4-FFF2-40B4-BE49-F238E27FC236}">
                <a16:creationId xmlns:a16="http://schemas.microsoft.com/office/drawing/2014/main" id="{451CEDE1-DEBF-936E-71A1-FC784BACE7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736F04-F1F9-7F78-20EA-596BDFD50BA6}"/>
              </a:ext>
            </a:extLst>
          </p:cNvPr>
          <p:cNvSpPr>
            <a:spLocks noGrp="1"/>
          </p:cNvSpPr>
          <p:nvPr>
            <p:ph type="sldNum" sz="quarter" idx="12"/>
          </p:nvPr>
        </p:nvSpPr>
        <p:spPr/>
        <p:txBody>
          <a:bodyPr/>
          <a:lstStyle/>
          <a:p>
            <a:fld id="{75F0DA70-C44F-4B47-A11F-B721337FD6D8}" type="slidenum">
              <a:rPr lang="en-US" smtClean="0"/>
              <a:t>‹#›</a:t>
            </a:fld>
            <a:endParaRPr lang="en-US"/>
          </a:p>
        </p:txBody>
      </p:sp>
    </p:spTree>
    <p:extLst>
      <p:ext uri="{BB962C8B-B14F-4D97-AF65-F5344CB8AC3E}">
        <p14:creationId xmlns:p14="http://schemas.microsoft.com/office/powerpoint/2010/main" val="28610963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40098-28CD-5F5D-6DAA-9483F8DF83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75F9F9A-121C-1314-6566-C4A58F5F97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8CFE649-F7F8-F055-CD9E-010DF8CA00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4FD8E0-23A1-502E-6F82-1E36A035A0B5}"/>
              </a:ext>
            </a:extLst>
          </p:cNvPr>
          <p:cNvSpPr>
            <a:spLocks noGrp="1"/>
          </p:cNvSpPr>
          <p:nvPr>
            <p:ph type="dt" sz="half" idx="10"/>
          </p:nvPr>
        </p:nvSpPr>
        <p:spPr/>
        <p:txBody>
          <a:bodyPr/>
          <a:lstStyle/>
          <a:p>
            <a:fld id="{E75A27AC-BDD4-43B5-ADB0-8F68CE0D3246}" type="datetimeFigureOut">
              <a:rPr lang="en-US" smtClean="0"/>
              <a:t>2025-11-06</a:t>
            </a:fld>
            <a:endParaRPr lang="en-US"/>
          </a:p>
        </p:txBody>
      </p:sp>
      <p:sp>
        <p:nvSpPr>
          <p:cNvPr id="6" name="Footer Placeholder 5">
            <a:extLst>
              <a:ext uri="{FF2B5EF4-FFF2-40B4-BE49-F238E27FC236}">
                <a16:creationId xmlns:a16="http://schemas.microsoft.com/office/drawing/2014/main" id="{25456A40-FE80-45D5-4C69-399B79C65B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10C55D4-DD44-B36B-D476-492B329EA2EB}"/>
              </a:ext>
            </a:extLst>
          </p:cNvPr>
          <p:cNvSpPr>
            <a:spLocks noGrp="1"/>
          </p:cNvSpPr>
          <p:nvPr>
            <p:ph type="sldNum" sz="quarter" idx="12"/>
          </p:nvPr>
        </p:nvSpPr>
        <p:spPr/>
        <p:txBody>
          <a:bodyPr/>
          <a:lstStyle/>
          <a:p>
            <a:fld id="{75F0DA70-C44F-4B47-A11F-B721337FD6D8}" type="slidenum">
              <a:rPr lang="en-US" smtClean="0"/>
              <a:t>‹#›</a:t>
            </a:fld>
            <a:endParaRPr lang="en-US"/>
          </a:p>
        </p:txBody>
      </p:sp>
    </p:spTree>
    <p:extLst>
      <p:ext uri="{BB962C8B-B14F-4D97-AF65-F5344CB8AC3E}">
        <p14:creationId xmlns:p14="http://schemas.microsoft.com/office/powerpoint/2010/main" val="13096736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104BD-B4E0-0B8B-7A16-CB5FD873032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8D0E9ED-B633-8A73-C915-B44B77BEE0C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EB0C4C-2BB5-E1B2-CB21-163288C579C4}"/>
              </a:ext>
            </a:extLst>
          </p:cNvPr>
          <p:cNvSpPr>
            <a:spLocks noGrp="1"/>
          </p:cNvSpPr>
          <p:nvPr>
            <p:ph type="dt" sz="half" idx="10"/>
          </p:nvPr>
        </p:nvSpPr>
        <p:spPr/>
        <p:txBody>
          <a:bodyPr/>
          <a:lstStyle/>
          <a:p>
            <a:fld id="{E75A27AC-BDD4-43B5-ADB0-8F68CE0D3246}" type="datetimeFigureOut">
              <a:rPr lang="en-US" smtClean="0"/>
              <a:t>2025-11-06</a:t>
            </a:fld>
            <a:endParaRPr lang="en-US"/>
          </a:p>
        </p:txBody>
      </p:sp>
      <p:sp>
        <p:nvSpPr>
          <p:cNvPr id="5" name="Footer Placeholder 4">
            <a:extLst>
              <a:ext uri="{FF2B5EF4-FFF2-40B4-BE49-F238E27FC236}">
                <a16:creationId xmlns:a16="http://schemas.microsoft.com/office/drawing/2014/main" id="{D0D67BA5-E0D7-AF54-7009-6A6E3D31AE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47E1C0-BD9E-A9EB-4032-581E16A39A5E}"/>
              </a:ext>
            </a:extLst>
          </p:cNvPr>
          <p:cNvSpPr>
            <a:spLocks noGrp="1"/>
          </p:cNvSpPr>
          <p:nvPr>
            <p:ph type="sldNum" sz="quarter" idx="12"/>
          </p:nvPr>
        </p:nvSpPr>
        <p:spPr/>
        <p:txBody>
          <a:bodyPr/>
          <a:lstStyle/>
          <a:p>
            <a:fld id="{75F0DA70-C44F-4B47-A11F-B721337FD6D8}" type="slidenum">
              <a:rPr lang="en-US" smtClean="0"/>
              <a:t>‹#›</a:t>
            </a:fld>
            <a:endParaRPr lang="en-US"/>
          </a:p>
        </p:txBody>
      </p:sp>
    </p:spTree>
    <p:extLst>
      <p:ext uri="{BB962C8B-B14F-4D97-AF65-F5344CB8AC3E}">
        <p14:creationId xmlns:p14="http://schemas.microsoft.com/office/powerpoint/2010/main" val="19396212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85EF55E-8007-1A01-31A8-0AA0EFCE4C6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45BFD01-9C12-809E-7082-E017611C471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335B50-7455-A0B1-F34C-7F8C4536F043}"/>
              </a:ext>
            </a:extLst>
          </p:cNvPr>
          <p:cNvSpPr>
            <a:spLocks noGrp="1"/>
          </p:cNvSpPr>
          <p:nvPr>
            <p:ph type="dt" sz="half" idx="10"/>
          </p:nvPr>
        </p:nvSpPr>
        <p:spPr/>
        <p:txBody>
          <a:bodyPr/>
          <a:lstStyle/>
          <a:p>
            <a:fld id="{E75A27AC-BDD4-43B5-ADB0-8F68CE0D3246}" type="datetimeFigureOut">
              <a:rPr lang="en-US" smtClean="0"/>
              <a:t>2025-11-06</a:t>
            </a:fld>
            <a:endParaRPr lang="en-US"/>
          </a:p>
        </p:txBody>
      </p:sp>
      <p:sp>
        <p:nvSpPr>
          <p:cNvPr id="5" name="Footer Placeholder 4">
            <a:extLst>
              <a:ext uri="{FF2B5EF4-FFF2-40B4-BE49-F238E27FC236}">
                <a16:creationId xmlns:a16="http://schemas.microsoft.com/office/drawing/2014/main" id="{13652375-36AF-A06A-1DF7-B18EAEC034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19B0D7-83B5-1573-FEE4-F0DC6853A74F}"/>
              </a:ext>
            </a:extLst>
          </p:cNvPr>
          <p:cNvSpPr>
            <a:spLocks noGrp="1"/>
          </p:cNvSpPr>
          <p:nvPr>
            <p:ph type="sldNum" sz="quarter" idx="12"/>
          </p:nvPr>
        </p:nvSpPr>
        <p:spPr/>
        <p:txBody>
          <a:bodyPr/>
          <a:lstStyle/>
          <a:p>
            <a:fld id="{75F0DA70-C44F-4B47-A11F-B721337FD6D8}" type="slidenum">
              <a:rPr lang="en-US" smtClean="0"/>
              <a:t>‹#›</a:t>
            </a:fld>
            <a:endParaRPr lang="en-US"/>
          </a:p>
        </p:txBody>
      </p:sp>
    </p:spTree>
    <p:extLst>
      <p:ext uri="{BB962C8B-B14F-4D97-AF65-F5344CB8AC3E}">
        <p14:creationId xmlns:p14="http://schemas.microsoft.com/office/powerpoint/2010/main" val="38615728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_Title Slide - Blue Background">
    <p:spTree>
      <p:nvGrpSpPr>
        <p:cNvPr id="1" name=""/>
        <p:cNvGrpSpPr/>
        <p:nvPr/>
      </p:nvGrpSpPr>
      <p:grpSpPr>
        <a:xfrm>
          <a:off x="0" y="0"/>
          <a:ext cx="0" cy="0"/>
          <a:chOff x="0" y="0"/>
          <a:chExt cx="0" cy="0"/>
        </a:xfrm>
      </p:grpSpPr>
      <p:pic>
        <p:nvPicPr>
          <p:cNvPr id="6" name="Picture 5" descr="iStock-505476426_FlareFree.jpg">
            <a:extLst>
              <a:ext uri="{FF2B5EF4-FFF2-40B4-BE49-F238E27FC236}">
                <a16:creationId xmlns:a16="http://schemas.microsoft.com/office/drawing/2014/main" id="{312AD4B6-5589-B742-BDDC-8DE22CCB220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2192000" cy="6868160"/>
          </a:xfrm>
          <a:prstGeom prst="rect">
            <a:avLst/>
          </a:prstGeom>
        </p:spPr>
      </p:pic>
      <p:sp>
        <p:nvSpPr>
          <p:cNvPr id="8" name="Text Placeholder 7"/>
          <p:cNvSpPr>
            <a:spLocks noGrp="1"/>
          </p:cNvSpPr>
          <p:nvPr>
            <p:ph type="body" sz="quarter" idx="10" hasCustomPrompt="1"/>
          </p:nvPr>
        </p:nvSpPr>
        <p:spPr>
          <a:xfrm>
            <a:off x="4982633" y="2006436"/>
            <a:ext cx="7191331" cy="1460688"/>
          </a:xfrm>
          <a:solidFill>
            <a:schemeClr val="accent1">
              <a:alpha val="75000"/>
            </a:schemeClr>
          </a:solidFill>
        </p:spPr>
        <p:txBody>
          <a:bodyPr lIns="182880" tIns="137160" rIns="182880" bIns="137160" anchor="ctr" anchorCtr="0">
            <a:noAutofit/>
          </a:bodyPr>
          <a:lstStyle>
            <a:lvl1pPr marL="0" indent="0">
              <a:lnSpc>
                <a:spcPts val="3733"/>
              </a:lnSpc>
              <a:buNone/>
              <a:defRPr sz="4000">
                <a:solidFill>
                  <a:schemeClr val="bg1"/>
                </a:solidFill>
              </a:defRPr>
            </a:lvl1pPr>
          </a:lstStyle>
          <a:p>
            <a:pPr lvl="0"/>
            <a:r>
              <a:rPr lang="en-US"/>
              <a:t>Title</a:t>
            </a:r>
          </a:p>
        </p:txBody>
      </p:sp>
      <p:sp>
        <p:nvSpPr>
          <p:cNvPr id="15" name="Text Placeholder 14"/>
          <p:cNvSpPr>
            <a:spLocks noGrp="1"/>
          </p:cNvSpPr>
          <p:nvPr>
            <p:ph type="body" sz="quarter" idx="11" hasCustomPrompt="1"/>
          </p:nvPr>
        </p:nvSpPr>
        <p:spPr>
          <a:xfrm>
            <a:off x="4982634" y="3659717"/>
            <a:ext cx="5763684" cy="1468735"/>
          </a:xfrm>
          <a:solidFill>
            <a:schemeClr val="accent1">
              <a:alpha val="75000"/>
            </a:schemeClr>
          </a:solidFill>
        </p:spPr>
        <p:txBody>
          <a:bodyPr lIns="182880" tIns="137160" rIns="182880" bIns="137160" anchor="ctr" anchorCtr="0">
            <a:noAutofit/>
          </a:bodyPr>
          <a:lstStyle>
            <a:lvl1pPr marL="0" indent="0">
              <a:lnSpc>
                <a:spcPts val="2347"/>
              </a:lnSpc>
              <a:spcBef>
                <a:spcPts val="533"/>
              </a:spcBef>
              <a:buNone/>
              <a:defRPr sz="2400" baseline="0">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a:p>
            <a:pPr lvl="0"/>
            <a:r>
              <a:rPr lang="en-US" dirty="0"/>
              <a:t>Venue or Organization</a:t>
            </a:r>
          </a:p>
          <a:p>
            <a:pPr lvl="0"/>
            <a:r>
              <a:rPr lang="en-US" dirty="0"/>
              <a:t>Date</a:t>
            </a:r>
          </a:p>
        </p:txBody>
      </p:sp>
      <p:pic>
        <p:nvPicPr>
          <p:cNvPr id="7" name="Graphic 6">
            <a:extLst>
              <a:ext uri="{FF2B5EF4-FFF2-40B4-BE49-F238E27FC236}">
                <a16:creationId xmlns:a16="http://schemas.microsoft.com/office/drawing/2014/main" id="{67876295-9728-A943-A66A-D4797EDDAE2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23272" y="1"/>
            <a:ext cx="3109189" cy="1456409"/>
          </a:xfrm>
          <a:prstGeom prst="rect">
            <a:avLst/>
          </a:prstGeom>
        </p:spPr>
      </p:pic>
    </p:spTree>
    <p:extLst>
      <p:ext uri="{BB962C8B-B14F-4D97-AF65-F5344CB8AC3E}">
        <p14:creationId xmlns:p14="http://schemas.microsoft.com/office/powerpoint/2010/main" val="41874052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9D0B5D6-19C6-C240-8A4A-D91733D8371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6805" t="13288" r="3423" b="57134"/>
          <a:stretch/>
        </p:blipFill>
        <p:spPr>
          <a:xfrm>
            <a:off x="3724672" y="332545"/>
            <a:ext cx="8069577" cy="3872137"/>
          </a:xfrm>
          <a:prstGeom prst="rect">
            <a:avLst/>
          </a:prstGeom>
          <a:ln>
            <a:solidFill>
              <a:schemeClr val="tx1">
                <a:lumMod val="20000"/>
                <a:lumOff val="80000"/>
              </a:schemeClr>
            </a:solidFill>
          </a:ln>
        </p:spPr>
      </p:pic>
      <p:sp>
        <p:nvSpPr>
          <p:cNvPr id="9" name="TextBox 8">
            <a:extLst>
              <a:ext uri="{FF2B5EF4-FFF2-40B4-BE49-F238E27FC236}">
                <a16:creationId xmlns:a16="http://schemas.microsoft.com/office/drawing/2014/main" id="{6A94802A-09A8-9E4E-AB4D-1EBB9F228F21}"/>
              </a:ext>
            </a:extLst>
          </p:cNvPr>
          <p:cNvSpPr txBox="1"/>
          <p:nvPr userDrawn="1"/>
        </p:nvSpPr>
        <p:spPr>
          <a:xfrm>
            <a:off x="320440" y="187393"/>
            <a:ext cx="3342769" cy="3929987"/>
          </a:xfrm>
          <a:prstGeom prst="rect">
            <a:avLst/>
          </a:prstGeom>
          <a:noFill/>
        </p:spPr>
        <p:txBody>
          <a:bodyPr wrap="square" rtlCol="0">
            <a:spAutoFit/>
          </a:bodyPr>
          <a:lstStyle/>
          <a:p>
            <a:pPr algn="l"/>
            <a:r>
              <a:rPr lang="en-US" sz="2267" b="1" i="1" dirty="0">
                <a:solidFill>
                  <a:srgbClr val="FF0000"/>
                </a:solidFill>
              </a:rPr>
              <a:t>PC Users:</a:t>
            </a:r>
          </a:p>
          <a:p>
            <a:pPr algn="l"/>
            <a:r>
              <a:rPr lang="en-US" sz="2267" i="1" dirty="0">
                <a:solidFill>
                  <a:srgbClr val="FF0000"/>
                </a:solidFill>
              </a:rPr>
              <a:t>Microsoft PowerPoint for Windows has default settings that continually compress images. To avoid loss</a:t>
            </a:r>
            <a:r>
              <a:rPr lang="en-US" sz="2267" i="1" baseline="0" dirty="0">
                <a:solidFill>
                  <a:srgbClr val="FF0000"/>
                </a:solidFill>
              </a:rPr>
              <a:t> of quality </a:t>
            </a:r>
            <a:r>
              <a:rPr lang="en-US" sz="2267" i="1" dirty="0">
                <a:solidFill>
                  <a:srgbClr val="FF0000"/>
                </a:solidFill>
              </a:rPr>
              <a:t>for photos and graphics within this presentation file,</a:t>
            </a:r>
            <a:r>
              <a:rPr lang="en-US" sz="2267" i="1" baseline="0" dirty="0">
                <a:solidFill>
                  <a:srgbClr val="FF0000"/>
                </a:solidFill>
              </a:rPr>
              <a:t> </a:t>
            </a:r>
            <a:r>
              <a:rPr lang="en-US" sz="2267" i="1" dirty="0">
                <a:solidFill>
                  <a:srgbClr val="FF0000"/>
                </a:solidFill>
              </a:rPr>
              <a:t>please follow these</a:t>
            </a:r>
            <a:r>
              <a:rPr lang="en-US" sz="2267" i="1" baseline="0" dirty="0">
                <a:solidFill>
                  <a:srgbClr val="FF0000"/>
                </a:solidFill>
              </a:rPr>
              <a:t> instructions </a:t>
            </a:r>
            <a:r>
              <a:rPr lang="en-US" sz="2267" i="1" dirty="0">
                <a:solidFill>
                  <a:srgbClr val="FF0000"/>
                </a:solidFill>
              </a:rPr>
              <a:t>to change your software settings.</a:t>
            </a:r>
            <a:endParaRPr lang="en-US" sz="2267" dirty="0"/>
          </a:p>
        </p:txBody>
      </p:sp>
      <p:sp>
        <p:nvSpPr>
          <p:cNvPr id="10" name="Rectangle 9">
            <a:extLst>
              <a:ext uri="{FF2B5EF4-FFF2-40B4-BE49-F238E27FC236}">
                <a16:creationId xmlns:a16="http://schemas.microsoft.com/office/drawing/2014/main" id="{CBA3EC89-8FD7-AD49-87E0-02D7F2DF5F59}"/>
              </a:ext>
            </a:extLst>
          </p:cNvPr>
          <p:cNvSpPr/>
          <p:nvPr userDrawn="1"/>
        </p:nvSpPr>
        <p:spPr>
          <a:xfrm>
            <a:off x="0" y="4453108"/>
            <a:ext cx="12192000" cy="1642893"/>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1" name="TextBox 10">
            <a:extLst>
              <a:ext uri="{FF2B5EF4-FFF2-40B4-BE49-F238E27FC236}">
                <a16:creationId xmlns:a16="http://schemas.microsoft.com/office/drawing/2014/main" id="{AB1BB405-73FA-544A-9D06-35DD6B110F85}"/>
              </a:ext>
            </a:extLst>
          </p:cNvPr>
          <p:cNvSpPr txBox="1"/>
          <p:nvPr userDrawn="1"/>
        </p:nvSpPr>
        <p:spPr>
          <a:xfrm>
            <a:off x="2012409" y="4547623"/>
            <a:ext cx="9277583" cy="1446358"/>
          </a:xfrm>
          <a:prstGeom prst="rect">
            <a:avLst/>
          </a:prstGeom>
          <a:noFill/>
        </p:spPr>
        <p:txBody>
          <a:bodyPr wrap="square" rtlCol="0">
            <a:spAutoFit/>
          </a:bodyPr>
          <a:lstStyle/>
          <a:p>
            <a:pPr algn="l"/>
            <a:r>
              <a:rPr lang="en-US" sz="2133" b="1" i="0" u="none" strike="noStrike" kern="1200" dirty="0">
                <a:solidFill>
                  <a:schemeClr val="bg1"/>
                </a:solidFill>
                <a:effectLst/>
                <a:latin typeface="+mn-lt"/>
                <a:ea typeface="+mn-ea"/>
                <a:cs typeface="+mn-cs"/>
              </a:rPr>
              <a:t>Note: </a:t>
            </a:r>
            <a:r>
              <a:rPr lang="en-US" sz="2133" b="0" i="0" u="none" strike="noStrike" kern="1200" dirty="0">
                <a:solidFill>
                  <a:schemeClr val="bg1"/>
                </a:solidFill>
                <a:effectLst/>
                <a:latin typeface="+mn-lt"/>
                <a:ea typeface="+mn-ea"/>
                <a:cs typeface="+mn-cs"/>
              </a:rPr>
              <a:t>To view and access all available template examples and change the title slide background image, click on </a:t>
            </a:r>
            <a:r>
              <a:rPr lang="en-US" sz="2133" b="0" i="1" u="none" strike="noStrike" kern="1200" dirty="0">
                <a:solidFill>
                  <a:schemeClr val="bg1"/>
                </a:solidFill>
                <a:effectLst/>
                <a:latin typeface="+mn-lt"/>
                <a:ea typeface="+mn-ea"/>
                <a:cs typeface="+mn-cs"/>
              </a:rPr>
              <a:t>View &gt; Slide Master</a:t>
            </a:r>
            <a:r>
              <a:rPr lang="en-US" sz="2133" b="0" i="0" u="none" strike="noStrike" kern="1200" dirty="0">
                <a:solidFill>
                  <a:schemeClr val="bg1"/>
                </a:solidFill>
                <a:effectLst/>
                <a:latin typeface="+mn-lt"/>
                <a:ea typeface="+mn-ea"/>
                <a:cs typeface="+mn-cs"/>
              </a:rPr>
              <a:t>. Be sure to close out of the Master slide view when working on slide content by clicking on </a:t>
            </a:r>
            <a:r>
              <a:rPr lang="en-US" sz="2133" b="0" i="1" u="none" strike="noStrike" kern="1200" dirty="0">
                <a:solidFill>
                  <a:schemeClr val="bg1"/>
                </a:solidFill>
                <a:effectLst/>
                <a:latin typeface="+mn-lt"/>
                <a:ea typeface="+mn-ea"/>
                <a:cs typeface="+mn-cs"/>
              </a:rPr>
              <a:t>View &gt; Normal</a:t>
            </a:r>
            <a:r>
              <a:rPr lang="en-US" sz="2133" b="0" i="0" u="none" strike="noStrike" kern="1200" dirty="0">
                <a:solidFill>
                  <a:schemeClr val="bg1"/>
                </a:solidFill>
                <a:effectLst/>
                <a:latin typeface="+mn-lt"/>
                <a:ea typeface="+mn-ea"/>
                <a:cs typeface="+mn-cs"/>
              </a:rPr>
              <a:t>. Full frame photo size is </a:t>
            </a:r>
            <a:r>
              <a:rPr lang="en-US" sz="2400" b="0" i="0" u="none" strike="noStrike" kern="1200" dirty="0">
                <a:solidFill>
                  <a:schemeClr val="bg1"/>
                </a:solidFill>
                <a:effectLst/>
                <a:latin typeface="+mn-lt"/>
                <a:ea typeface="+mn-ea"/>
                <a:cs typeface="+mn-cs"/>
              </a:rPr>
              <a:t>10” x 5.63”</a:t>
            </a:r>
            <a:r>
              <a:rPr lang="en-US" sz="2133" b="0" i="0" u="none" strike="noStrike" kern="1200" dirty="0">
                <a:solidFill>
                  <a:schemeClr val="bg1"/>
                </a:solidFill>
                <a:effectLst/>
                <a:latin typeface="+mn-lt"/>
                <a:ea typeface="+mn-ea"/>
                <a:cs typeface="+mn-cs"/>
              </a:rPr>
              <a:t>or </a:t>
            </a:r>
            <a:r>
              <a:rPr lang="en-US" sz="2400" b="0" i="0" u="none" strike="noStrike" kern="1200" dirty="0">
                <a:solidFill>
                  <a:schemeClr val="bg1"/>
                </a:solidFill>
                <a:effectLst/>
                <a:latin typeface="+mn-lt"/>
                <a:ea typeface="+mn-ea"/>
                <a:cs typeface="+mn-cs"/>
              </a:rPr>
              <a:t>1500 pixels x 844 pixels </a:t>
            </a:r>
            <a:r>
              <a:rPr lang="en-US" sz="2133" b="0" i="0" u="none" strike="noStrike" kern="1200" dirty="0">
                <a:solidFill>
                  <a:schemeClr val="bg1"/>
                </a:solidFill>
                <a:effectLst/>
                <a:latin typeface="+mn-lt"/>
                <a:ea typeface="+mn-ea"/>
                <a:cs typeface="+mn-cs"/>
              </a:rPr>
              <a:t>@ 150 DPI.</a:t>
            </a:r>
            <a:endParaRPr lang="en-US" sz="2133" i="0" dirty="0">
              <a:solidFill>
                <a:schemeClr val="bg1"/>
              </a:solidFill>
            </a:endParaRPr>
          </a:p>
        </p:txBody>
      </p:sp>
      <p:sp>
        <p:nvSpPr>
          <p:cNvPr id="12" name="Oval 11">
            <a:extLst>
              <a:ext uri="{FF2B5EF4-FFF2-40B4-BE49-F238E27FC236}">
                <a16:creationId xmlns:a16="http://schemas.microsoft.com/office/drawing/2014/main" id="{3056F585-18BE-674F-A94A-18D71683402A}"/>
              </a:ext>
            </a:extLst>
          </p:cNvPr>
          <p:cNvSpPr/>
          <p:nvPr userDrawn="1"/>
        </p:nvSpPr>
        <p:spPr>
          <a:xfrm>
            <a:off x="522515" y="4713515"/>
            <a:ext cx="1121228" cy="1121228"/>
          </a:xfrm>
          <a:prstGeom prst="ellipse">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3" name="TextBox 12">
            <a:extLst>
              <a:ext uri="{FF2B5EF4-FFF2-40B4-BE49-F238E27FC236}">
                <a16:creationId xmlns:a16="http://schemas.microsoft.com/office/drawing/2014/main" id="{73AEB9E5-6B41-3742-B632-83E2CC8D1741}"/>
              </a:ext>
            </a:extLst>
          </p:cNvPr>
          <p:cNvSpPr txBox="1"/>
          <p:nvPr userDrawn="1"/>
        </p:nvSpPr>
        <p:spPr>
          <a:xfrm>
            <a:off x="661307" y="4402720"/>
            <a:ext cx="800101" cy="1733680"/>
          </a:xfrm>
          <a:prstGeom prst="rect">
            <a:avLst/>
          </a:prstGeom>
          <a:noFill/>
        </p:spPr>
        <p:txBody>
          <a:bodyPr wrap="square" rtlCol="0">
            <a:spAutoFit/>
          </a:bodyPr>
          <a:lstStyle/>
          <a:p>
            <a:pPr algn="ctr"/>
            <a:r>
              <a:rPr lang="en-US" sz="10666" b="1" dirty="0"/>
              <a:t>!</a:t>
            </a:r>
          </a:p>
        </p:txBody>
      </p:sp>
    </p:spTree>
    <p:extLst>
      <p:ext uri="{BB962C8B-B14F-4D97-AF65-F5344CB8AC3E}">
        <p14:creationId xmlns:p14="http://schemas.microsoft.com/office/powerpoint/2010/main" val="15967992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 Simple">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4982633" y="1669356"/>
            <a:ext cx="5762859" cy="1797768"/>
          </a:xfrm>
        </p:spPr>
        <p:txBody>
          <a:bodyPr anchor="b" anchorCtr="0">
            <a:noAutofit/>
          </a:bodyPr>
          <a:lstStyle>
            <a:lvl1pPr marL="0" indent="0">
              <a:buNone/>
              <a:defRPr sz="4000"/>
            </a:lvl1pPr>
          </a:lstStyle>
          <a:p>
            <a:pPr lvl="0"/>
            <a:r>
              <a:rPr lang="en-US"/>
              <a:t>Title</a:t>
            </a:r>
          </a:p>
        </p:txBody>
      </p:sp>
      <p:cxnSp>
        <p:nvCxnSpPr>
          <p:cNvPr id="10" name="Straight Connector 9"/>
          <p:cNvCxnSpPr/>
          <p:nvPr userDrawn="1"/>
        </p:nvCxnSpPr>
        <p:spPr>
          <a:xfrm>
            <a:off x="5119809" y="3707711"/>
            <a:ext cx="5625684"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15" name="Text Placeholder 14"/>
          <p:cNvSpPr>
            <a:spLocks noGrp="1"/>
          </p:cNvSpPr>
          <p:nvPr>
            <p:ph type="body" sz="quarter" idx="11" hasCustomPrompt="1"/>
          </p:nvPr>
        </p:nvSpPr>
        <p:spPr>
          <a:xfrm>
            <a:off x="4982634" y="3948645"/>
            <a:ext cx="5763684" cy="1468735"/>
          </a:xfrm>
        </p:spPr>
        <p:txBody>
          <a:bodyPr>
            <a:noAutofit/>
          </a:bodyPr>
          <a:lstStyle>
            <a:lvl1pPr marL="0" indent="0">
              <a:spcBef>
                <a:spcPts val="533"/>
              </a:spcBef>
              <a:buNone/>
              <a:defRPr sz="2400"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a:p>
            <a:pPr lvl="0"/>
            <a:r>
              <a:rPr lang="en-US" dirty="0"/>
              <a:t>Venue or Organization</a:t>
            </a:r>
          </a:p>
          <a:p>
            <a:pPr lvl="0"/>
            <a:r>
              <a:rPr lang="en-US" dirty="0"/>
              <a:t>Date</a:t>
            </a:r>
          </a:p>
        </p:txBody>
      </p:sp>
      <p:pic>
        <p:nvPicPr>
          <p:cNvPr id="7" name="Graphic 6">
            <a:extLst>
              <a:ext uri="{FF2B5EF4-FFF2-40B4-BE49-F238E27FC236}">
                <a16:creationId xmlns:a16="http://schemas.microsoft.com/office/drawing/2014/main" id="{63528C9F-D43C-8E4B-8E26-1B7ED4C7506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23272" y="1"/>
            <a:ext cx="3109189" cy="1456409"/>
          </a:xfrm>
          <a:prstGeom prst="rect">
            <a:avLst/>
          </a:prstGeom>
        </p:spPr>
      </p:pic>
    </p:spTree>
    <p:extLst>
      <p:ext uri="{BB962C8B-B14F-4D97-AF65-F5344CB8AC3E}">
        <p14:creationId xmlns:p14="http://schemas.microsoft.com/office/powerpoint/2010/main" val="29173207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 Full Photo">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2195932" cy="6858000"/>
          </a:xfrm>
          <a:prstGeom prst="rect">
            <a:avLst/>
          </a:prstGeom>
        </p:spPr>
      </p:pic>
      <p:sp>
        <p:nvSpPr>
          <p:cNvPr id="8" name="Text Placeholder 7"/>
          <p:cNvSpPr>
            <a:spLocks noGrp="1"/>
          </p:cNvSpPr>
          <p:nvPr>
            <p:ph type="body" sz="quarter" idx="10" hasCustomPrompt="1"/>
          </p:nvPr>
        </p:nvSpPr>
        <p:spPr>
          <a:xfrm>
            <a:off x="4982633" y="2006436"/>
            <a:ext cx="7191331" cy="1460688"/>
          </a:xfrm>
          <a:solidFill>
            <a:schemeClr val="accent1">
              <a:alpha val="75000"/>
            </a:schemeClr>
          </a:solidFill>
        </p:spPr>
        <p:txBody>
          <a:bodyPr lIns="182880" tIns="137160" rIns="182880" bIns="137160" anchor="ctr" anchorCtr="0">
            <a:noAutofit/>
          </a:bodyPr>
          <a:lstStyle>
            <a:lvl1pPr marL="0" indent="0">
              <a:lnSpc>
                <a:spcPts val="3733"/>
              </a:lnSpc>
              <a:buNone/>
              <a:defRPr sz="4000">
                <a:solidFill>
                  <a:schemeClr val="bg1"/>
                </a:solidFill>
              </a:defRPr>
            </a:lvl1pPr>
          </a:lstStyle>
          <a:p>
            <a:pPr lvl="0"/>
            <a:r>
              <a:rPr lang="en-US"/>
              <a:t>Title</a:t>
            </a:r>
          </a:p>
        </p:txBody>
      </p:sp>
      <p:sp>
        <p:nvSpPr>
          <p:cNvPr id="15" name="Text Placeholder 14"/>
          <p:cNvSpPr>
            <a:spLocks noGrp="1"/>
          </p:cNvSpPr>
          <p:nvPr>
            <p:ph type="body" sz="quarter" idx="11" hasCustomPrompt="1"/>
          </p:nvPr>
        </p:nvSpPr>
        <p:spPr>
          <a:xfrm>
            <a:off x="4982634" y="3659717"/>
            <a:ext cx="5763684" cy="1468735"/>
          </a:xfrm>
          <a:solidFill>
            <a:schemeClr val="accent1">
              <a:alpha val="75000"/>
            </a:schemeClr>
          </a:solidFill>
        </p:spPr>
        <p:txBody>
          <a:bodyPr lIns="182880" tIns="137160" rIns="182880" bIns="137160" anchor="ctr" anchorCtr="0">
            <a:noAutofit/>
          </a:bodyPr>
          <a:lstStyle>
            <a:lvl1pPr marL="0" indent="0">
              <a:lnSpc>
                <a:spcPts val="2347"/>
              </a:lnSpc>
              <a:spcBef>
                <a:spcPts val="533"/>
              </a:spcBef>
              <a:buNone/>
              <a:defRPr sz="2400" baseline="0">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a:p>
            <a:pPr lvl="0"/>
            <a:r>
              <a:rPr lang="en-US" dirty="0"/>
              <a:t>Venue or Organization</a:t>
            </a:r>
          </a:p>
          <a:p>
            <a:pPr lvl="0"/>
            <a:r>
              <a:rPr lang="en-US" dirty="0"/>
              <a:t>Date</a:t>
            </a:r>
          </a:p>
        </p:txBody>
      </p:sp>
      <p:pic>
        <p:nvPicPr>
          <p:cNvPr id="7" name="Graphic 6">
            <a:extLst>
              <a:ext uri="{FF2B5EF4-FFF2-40B4-BE49-F238E27FC236}">
                <a16:creationId xmlns:a16="http://schemas.microsoft.com/office/drawing/2014/main" id="{465B8CD2-BF47-094F-B614-5CEAE71B3F34}"/>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23272" y="1"/>
            <a:ext cx="3109189" cy="1456409"/>
          </a:xfrm>
          <a:prstGeom prst="rect">
            <a:avLst/>
          </a:prstGeom>
        </p:spPr>
      </p:pic>
    </p:spTree>
    <p:extLst>
      <p:ext uri="{BB962C8B-B14F-4D97-AF65-F5344CB8AC3E}">
        <p14:creationId xmlns:p14="http://schemas.microsoft.com/office/powerpoint/2010/main" val="33020234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itle Slide - Full Photo">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stretch>
            <a:fillRect/>
          </a:stretch>
        </p:blipFill>
        <p:spPr>
          <a:xfrm>
            <a:off x="1965" y="0"/>
            <a:ext cx="12192000" cy="6858000"/>
          </a:xfrm>
          <a:prstGeom prst="rect">
            <a:avLst/>
          </a:prstGeom>
        </p:spPr>
      </p:pic>
      <p:sp>
        <p:nvSpPr>
          <p:cNvPr id="8" name="Text Placeholder 7"/>
          <p:cNvSpPr>
            <a:spLocks noGrp="1"/>
          </p:cNvSpPr>
          <p:nvPr>
            <p:ph type="body" sz="quarter" idx="10" hasCustomPrompt="1"/>
          </p:nvPr>
        </p:nvSpPr>
        <p:spPr>
          <a:xfrm>
            <a:off x="4982633" y="2006436"/>
            <a:ext cx="7191331" cy="1460688"/>
          </a:xfrm>
          <a:solidFill>
            <a:schemeClr val="accent1">
              <a:alpha val="75000"/>
            </a:schemeClr>
          </a:solidFill>
        </p:spPr>
        <p:txBody>
          <a:bodyPr lIns="182880" tIns="137160" rIns="182880" bIns="137160" anchor="ctr" anchorCtr="0">
            <a:noAutofit/>
          </a:bodyPr>
          <a:lstStyle>
            <a:lvl1pPr marL="0" indent="0">
              <a:lnSpc>
                <a:spcPts val="3733"/>
              </a:lnSpc>
              <a:buNone/>
              <a:defRPr sz="4000">
                <a:solidFill>
                  <a:schemeClr val="bg1"/>
                </a:solidFill>
              </a:defRPr>
            </a:lvl1pPr>
          </a:lstStyle>
          <a:p>
            <a:pPr lvl="0"/>
            <a:r>
              <a:rPr lang="en-US"/>
              <a:t>Title</a:t>
            </a:r>
          </a:p>
        </p:txBody>
      </p:sp>
      <p:sp>
        <p:nvSpPr>
          <p:cNvPr id="15" name="Text Placeholder 14"/>
          <p:cNvSpPr>
            <a:spLocks noGrp="1"/>
          </p:cNvSpPr>
          <p:nvPr>
            <p:ph type="body" sz="quarter" idx="11" hasCustomPrompt="1"/>
          </p:nvPr>
        </p:nvSpPr>
        <p:spPr>
          <a:xfrm>
            <a:off x="4982634" y="3659717"/>
            <a:ext cx="5763684" cy="1468735"/>
          </a:xfrm>
          <a:solidFill>
            <a:schemeClr val="accent1">
              <a:alpha val="75000"/>
            </a:schemeClr>
          </a:solidFill>
        </p:spPr>
        <p:txBody>
          <a:bodyPr lIns="182880" tIns="137160" rIns="182880" bIns="137160" anchor="ctr" anchorCtr="0">
            <a:noAutofit/>
          </a:bodyPr>
          <a:lstStyle>
            <a:lvl1pPr marL="0" indent="0">
              <a:lnSpc>
                <a:spcPts val="2347"/>
              </a:lnSpc>
              <a:spcBef>
                <a:spcPts val="533"/>
              </a:spcBef>
              <a:buNone/>
              <a:defRPr sz="2400" baseline="0">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a:p>
            <a:pPr lvl="0"/>
            <a:r>
              <a:rPr lang="en-US" dirty="0"/>
              <a:t>Venue or Organization</a:t>
            </a:r>
          </a:p>
          <a:p>
            <a:pPr lvl="0"/>
            <a:r>
              <a:rPr lang="en-US" dirty="0"/>
              <a:t>Date</a:t>
            </a:r>
          </a:p>
        </p:txBody>
      </p:sp>
      <p:pic>
        <p:nvPicPr>
          <p:cNvPr id="7" name="Graphic 6">
            <a:extLst>
              <a:ext uri="{FF2B5EF4-FFF2-40B4-BE49-F238E27FC236}">
                <a16:creationId xmlns:a16="http://schemas.microsoft.com/office/drawing/2014/main" id="{821FBE40-03AF-2040-B470-29B21F4E356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23272" y="1"/>
            <a:ext cx="3109189" cy="1456409"/>
          </a:xfrm>
          <a:prstGeom prst="rect">
            <a:avLst/>
          </a:prstGeom>
        </p:spPr>
      </p:pic>
    </p:spTree>
    <p:extLst>
      <p:ext uri="{BB962C8B-B14F-4D97-AF65-F5344CB8AC3E}">
        <p14:creationId xmlns:p14="http://schemas.microsoft.com/office/powerpoint/2010/main" val="11361759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Title Slide - Blue Background">
    <p:spTree>
      <p:nvGrpSpPr>
        <p:cNvPr id="1" name=""/>
        <p:cNvGrpSpPr/>
        <p:nvPr/>
      </p:nvGrpSpPr>
      <p:grpSpPr>
        <a:xfrm>
          <a:off x="0" y="0"/>
          <a:ext cx="0" cy="0"/>
          <a:chOff x="0" y="0"/>
          <a:chExt cx="0" cy="0"/>
        </a:xfrm>
      </p:grpSpPr>
      <p:pic>
        <p:nvPicPr>
          <p:cNvPr id="6" name="Picture 5" descr="iStock-505476426_FlareFree.jpg">
            <a:extLst>
              <a:ext uri="{FF2B5EF4-FFF2-40B4-BE49-F238E27FC236}">
                <a16:creationId xmlns:a16="http://schemas.microsoft.com/office/drawing/2014/main" id="{312AD4B6-5589-B742-BDDC-8DE22CCB220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2192000" cy="6868160"/>
          </a:xfrm>
          <a:prstGeom prst="rect">
            <a:avLst/>
          </a:prstGeom>
        </p:spPr>
      </p:pic>
      <p:sp>
        <p:nvSpPr>
          <p:cNvPr id="8" name="Text Placeholder 7"/>
          <p:cNvSpPr>
            <a:spLocks noGrp="1"/>
          </p:cNvSpPr>
          <p:nvPr>
            <p:ph type="body" sz="quarter" idx="10" hasCustomPrompt="1"/>
          </p:nvPr>
        </p:nvSpPr>
        <p:spPr>
          <a:xfrm>
            <a:off x="4982633" y="2006436"/>
            <a:ext cx="7191331" cy="1460688"/>
          </a:xfrm>
          <a:solidFill>
            <a:schemeClr val="accent1">
              <a:alpha val="75000"/>
            </a:schemeClr>
          </a:solidFill>
        </p:spPr>
        <p:txBody>
          <a:bodyPr lIns="182880" tIns="137160" rIns="182880" bIns="137160" anchor="ctr" anchorCtr="0">
            <a:noAutofit/>
          </a:bodyPr>
          <a:lstStyle>
            <a:lvl1pPr marL="0" indent="0">
              <a:lnSpc>
                <a:spcPts val="3733"/>
              </a:lnSpc>
              <a:buNone/>
              <a:defRPr sz="4000">
                <a:solidFill>
                  <a:schemeClr val="bg1"/>
                </a:solidFill>
              </a:defRPr>
            </a:lvl1pPr>
          </a:lstStyle>
          <a:p>
            <a:pPr lvl="0"/>
            <a:r>
              <a:rPr lang="en-US"/>
              <a:t>Title</a:t>
            </a:r>
          </a:p>
        </p:txBody>
      </p:sp>
      <p:sp>
        <p:nvSpPr>
          <p:cNvPr id="15" name="Text Placeholder 14"/>
          <p:cNvSpPr>
            <a:spLocks noGrp="1"/>
          </p:cNvSpPr>
          <p:nvPr>
            <p:ph type="body" sz="quarter" idx="11" hasCustomPrompt="1"/>
          </p:nvPr>
        </p:nvSpPr>
        <p:spPr>
          <a:xfrm>
            <a:off x="4982634" y="3659717"/>
            <a:ext cx="5763684" cy="1468735"/>
          </a:xfrm>
          <a:solidFill>
            <a:schemeClr val="accent1">
              <a:alpha val="75000"/>
            </a:schemeClr>
          </a:solidFill>
        </p:spPr>
        <p:txBody>
          <a:bodyPr lIns="182880" tIns="137160" rIns="182880" bIns="137160" anchor="ctr" anchorCtr="0">
            <a:noAutofit/>
          </a:bodyPr>
          <a:lstStyle>
            <a:lvl1pPr marL="0" indent="0">
              <a:lnSpc>
                <a:spcPts val="2347"/>
              </a:lnSpc>
              <a:spcBef>
                <a:spcPts val="533"/>
              </a:spcBef>
              <a:buNone/>
              <a:defRPr sz="2400" baseline="0">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a:p>
            <a:pPr lvl="0"/>
            <a:r>
              <a:rPr lang="en-US" dirty="0"/>
              <a:t>Venue or Organization</a:t>
            </a:r>
          </a:p>
          <a:p>
            <a:pPr lvl="0"/>
            <a:r>
              <a:rPr lang="en-US" dirty="0"/>
              <a:t>Date</a:t>
            </a:r>
          </a:p>
        </p:txBody>
      </p:sp>
      <p:pic>
        <p:nvPicPr>
          <p:cNvPr id="7" name="Graphic 6">
            <a:extLst>
              <a:ext uri="{FF2B5EF4-FFF2-40B4-BE49-F238E27FC236}">
                <a16:creationId xmlns:a16="http://schemas.microsoft.com/office/drawing/2014/main" id="{67876295-9728-A943-A66A-D4797EDDAE2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23272" y="1"/>
            <a:ext cx="3109189" cy="1456409"/>
          </a:xfrm>
          <a:prstGeom prst="rect">
            <a:avLst/>
          </a:prstGeom>
        </p:spPr>
      </p:pic>
    </p:spTree>
    <p:extLst>
      <p:ext uri="{BB962C8B-B14F-4D97-AF65-F5344CB8AC3E}">
        <p14:creationId xmlns:p14="http://schemas.microsoft.com/office/powerpoint/2010/main" val="15126939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mple Slide -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Simple Slide</a:t>
            </a:r>
          </a:p>
        </p:txBody>
      </p:sp>
      <p:sp>
        <p:nvSpPr>
          <p:cNvPr id="9" name="Text Placeholder 8"/>
          <p:cNvSpPr>
            <a:spLocks noGrp="1"/>
          </p:cNvSpPr>
          <p:nvPr>
            <p:ph type="body" sz="quarter" idx="10"/>
          </p:nvPr>
        </p:nvSpPr>
        <p:spPr>
          <a:xfrm>
            <a:off x="609601" y="1828801"/>
            <a:ext cx="10826751" cy="450003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Box 9"/>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264003185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mple Slide - Text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599" y="1"/>
            <a:ext cx="7915124" cy="1209524"/>
          </a:xfrm>
        </p:spPr>
        <p:txBody>
          <a:bodyPr/>
          <a:lstStyle/>
          <a:p>
            <a:r>
              <a:rPr lang="en-US"/>
              <a:t>Simple Slide</a:t>
            </a:r>
          </a:p>
        </p:txBody>
      </p:sp>
      <p:sp>
        <p:nvSpPr>
          <p:cNvPr id="9" name="Text Placeholder 8"/>
          <p:cNvSpPr>
            <a:spLocks noGrp="1"/>
          </p:cNvSpPr>
          <p:nvPr>
            <p:ph type="body" sz="quarter" idx="10"/>
          </p:nvPr>
        </p:nvSpPr>
        <p:spPr>
          <a:xfrm>
            <a:off x="609601" y="1499810"/>
            <a:ext cx="10826751" cy="48290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150609006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mple Slide - Any Content">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609599" y="1"/>
            <a:ext cx="10982476" cy="1035352"/>
          </a:xfrm>
        </p:spPr>
        <p:txBody>
          <a:bodyPr/>
          <a:lstStyle/>
          <a:p>
            <a:r>
              <a:rPr lang="en-US"/>
              <a:t>Simple Slide</a:t>
            </a:r>
          </a:p>
        </p:txBody>
      </p:sp>
      <p:sp>
        <p:nvSpPr>
          <p:cNvPr id="5" name="TextBox 4"/>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dirty="0"/>
              <a:t>NREL</a:t>
            </a:r>
            <a:r>
              <a:rPr lang="en-US" sz="1067" baseline="0" dirty="0"/>
              <a:t>    </a:t>
            </a:r>
            <a:r>
              <a:rPr lang="en-US" sz="1067" dirty="0"/>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dirty="0"/>
          </a:p>
        </p:txBody>
      </p:sp>
    </p:spTree>
    <p:extLst>
      <p:ext uri="{BB962C8B-B14F-4D97-AF65-F5344CB8AC3E}">
        <p14:creationId xmlns:p14="http://schemas.microsoft.com/office/powerpoint/2010/main" val="200870122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Simple Slide - Text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599" y="1"/>
            <a:ext cx="7915124" cy="1209524"/>
          </a:xfrm>
        </p:spPr>
        <p:txBody>
          <a:bodyPr/>
          <a:lstStyle/>
          <a:p>
            <a:r>
              <a:rPr lang="en-US" dirty="0"/>
              <a:t>Simple Slide + Image</a:t>
            </a:r>
          </a:p>
        </p:txBody>
      </p:sp>
      <p:sp>
        <p:nvSpPr>
          <p:cNvPr id="9" name="Text Placeholder 8"/>
          <p:cNvSpPr>
            <a:spLocks noGrp="1"/>
          </p:cNvSpPr>
          <p:nvPr>
            <p:ph type="body" sz="quarter" idx="10" hasCustomPrompt="1"/>
          </p:nvPr>
        </p:nvSpPr>
        <p:spPr>
          <a:xfrm>
            <a:off x="609601" y="1499810"/>
            <a:ext cx="6857999" cy="4829025"/>
          </a:xfrm>
        </p:spPr>
        <p:txBody>
          <a:bodyPr/>
          <a:lstStyle>
            <a:lvl1pPr marL="0" indent="0">
              <a:buNone/>
              <a:defRPr b="1"/>
            </a:lvl1pPr>
            <a:lvl2pPr>
              <a:defRPr sz="2667"/>
            </a:lvl2pPr>
          </a:lstStyle>
          <a:p>
            <a:pPr lvl="0"/>
            <a:r>
              <a:rPr lang="en-US" dirty="0"/>
              <a:t>Header text</a:t>
            </a:r>
          </a:p>
          <a:p>
            <a:pPr lvl="1"/>
            <a:r>
              <a:rPr lang="en-US" dirty="0"/>
              <a:t>Bullet point 1</a:t>
            </a:r>
          </a:p>
          <a:p>
            <a:pPr lvl="1"/>
            <a:r>
              <a:rPr lang="en-US" dirty="0"/>
              <a:t>Bullet point 2</a:t>
            </a:r>
          </a:p>
          <a:p>
            <a:pPr lvl="1"/>
            <a:r>
              <a:rPr lang="en-US" dirty="0"/>
              <a:t>Bullet point 3</a:t>
            </a:r>
            <a:br>
              <a:rPr lang="en-US" dirty="0"/>
            </a:br>
            <a:endParaRPr lang="en-US" dirty="0"/>
          </a:p>
          <a:p>
            <a:pPr lvl="0"/>
            <a:r>
              <a:rPr lang="en-US" dirty="0"/>
              <a:t>Header text</a:t>
            </a:r>
          </a:p>
          <a:p>
            <a:pPr lvl="1"/>
            <a:r>
              <a:rPr lang="en-US" dirty="0"/>
              <a:t>Bullet point 1</a:t>
            </a:r>
          </a:p>
          <a:p>
            <a:pPr lvl="1"/>
            <a:r>
              <a:rPr lang="en-US" dirty="0"/>
              <a:t>Bullet point 2</a:t>
            </a:r>
          </a:p>
          <a:p>
            <a:pPr lvl="1"/>
            <a:r>
              <a:rPr lang="en-US" dirty="0"/>
              <a:t>Bullet point 3</a:t>
            </a:r>
          </a:p>
        </p:txBody>
      </p:sp>
      <p:sp>
        <p:nvSpPr>
          <p:cNvPr id="4" name="TextBox 3"/>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5" name="Picture Placeholder 4">
            <a:extLst>
              <a:ext uri="{FF2B5EF4-FFF2-40B4-BE49-F238E27FC236}">
                <a16:creationId xmlns:a16="http://schemas.microsoft.com/office/drawing/2014/main" id="{610250B1-824A-CC4A-9A13-92F03EBFAA8F}"/>
              </a:ext>
            </a:extLst>
          </p:cNvPr>
          <p:cNvSpPr>
            <a:spLocks noGrp="1"/>
          </p:cNvSpPr>
          <p:nvPr>
            <p:ph type="pic" sz="quarter" idx="11" hasCustomPrompt="1"/>
          </p:nvPr>
        </p:nvSpPr>
        <p:spPr>
          <a:xfrm>
            <a:off x="7936523" y="1500717"/>
            <a:ext cx="3645876" cy="4828117"/>
          </a:xfrm>
          <a:solidFill>
            <a:schemeClr val="bg1">
              <a:lumMod val="85000"/>
            </a:schemeClr>
          </a:solidFill>
        </p:spPr>
        <p:txBody>
          <a:bodyPr>
            <a:normAutofit/>
          </a:bodyPr>
          <a:lstStyle>
            <a:lvl1pPr marL="0" indent="0">
              <a:buNone/>
              <a:defRPr sz="2133"/>
            </a:lvl1pPr>
          </a:lstStyle>
          <a:p>
            <a:r>
              <a:rPr lang="en-US" dirty="0"/>
              <a:t>Insert image here</a:t>
            </a:r>
          </a:p>
        </p:txBody>
      </p:sp>
    </p:spTree>
    <p:extLst>
      <p:ext uri="{BB962C8B-B14F-4D97-AF65-F5344CB8AC3E}">
        <p14:creationId xmlns:p14="http://schemas.microsoft.com/office/powerpoint/2010/main" val="8200884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_Simple Slide - Text 2">
    <p:spTree>
      <p:nvGrpSpPr>
        <p:cNvPr id="1" name=""/>
        <p:cNvGrpSpPr/>
        <p:nvPr/>
      </p:nvGrpSpPr>
      <p:grpSpPr>
        <a:xfrm>
          <a:off x="0" y="0"/>
          <a:ext cx="0" cy="0"/>
          <a:chOff x="0" y="0"/>
          <a:chExt cx="0" cy="0"/>
        </a:xfrm>
      </p:grpSpPr>
      <p:sp>
        <p:nvSpPr>
          <p:cNvPr id="9" name="Text Placeholder 8"/>
          <p:cNvSpPr>
            <a:spLocks noGrp="1"/>
          </p:cNvSpPr>
          <p:nvPr>
            <p:ph type="body" sz="quarter" idx="10" hasCustomPrompt="1"/>
          </p:nvPr>
        </p:nvSpPr>
        <p:spPr>
          <a:xfrm>
            <a:off x="609601" y="526794"/>
            <a:ext cx="5486400" cy="2902207"/>
          </a:xfrm>
        </p:spPr>
        <p:txBody>
          <a:bodyPr>
            <a:normAutofit/>
          </a:bodyPr>
          <a:lstStyle>
            <a:lvl1pPr marL="0" indent="0">
              <a:buNone/>
              <a:defRPr sz="2667" b="0"/>
            </a:lvl1pPr>
            <a:lvl2pPr marL="609585" indent="0">
              <a:buNone/>
              <a:defRPr/>
            </a:lvl2pPr>
          </a:lstStyle>
          <a:p>
            <a:pPr lvl="0"/>
            <a:r>
              <a:rPr lang="en-US" dirty="0"/>
              <a:t>Summary or description text about the slide, images, charts, data go here.</a:t>
            </a:r>
          </a:p>
        </p:txBody>
      </p:sp>
      <p:sp>
        <p:nvSpPr>
          <p:cNvPr id="4" name="TextBox 3"/>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5" name="Picture Placeholder 4">
            <a:extLst>
              <a:ext uri="{FF2B5EF4-FFF2-40B4-BE49-F238E27FC236}">
                <a16:creationId xmlns:a16="http://schemas.microsoft.com/office/drawing/2014/main" id="{610250B1-824A-CC4A-9A13-92F03EBFAA8F}"/>
              </a:ext>
            </a:extLst>
          </p:cNvPr>
          <p:cNvSpPr>
            <a:spLocks noGrp="1"/>
          </p:cNvSpPr>
          <p:nvPr>
            <p:ph type="pic" sz="quarter" idx="11" hasCustomPrompt="1"/>
          </p:nvPr>
        </p:nvSpPr>
        <p:spPr>
          <a:xfrm>
            <a:off x="609600" y="3727939"/>
            <a:ext cx="3535680" cy="2600896"/>
          </a:xfrm>
          <a:solidFill>
            <a:schemeClr val="bg1">
              <a:lumMod val="85000"/>
            </a:schemeClr>
          </a:solidFill>
        </p:spPr>
        <p:txBody>
          <a:bodyPr>
            <a:normAutofit/>
          </a:bodyPr>
          <a:lstStyle>
            <a:lvl1pPr marL="0" indent="0">
              <a:buNone/>
              <a:defRPr sz="2133"/>
            </a:lvl1pPr>
          </a:lstStyle>
          <a:p>
            <a:r>
              <a:rPr lang="en-US" dirty="0"/>
              <a:t>Insert image here</a:t>
            </a:r>
          </a:p>
        </p:txBody>
      </p:sp>
      <p:sp>
        <p:nvSpPr>
          <p:cNvPr id="6" name="Picture Placeholder 4">
            <a:extLst>
              <a:ext uri="{FF2B5EF4-FFF2-40B4-BE49-F238E27FC236}">
                <a16:creationId xmlns:a16="http://schemas.microsoft.com/office/drawing/2014/main" id="{4F619479-75AC-A745-A352-0D743D62E3EA}"/>
              </a:ext>
            </a:extLst>
          </p:cNvPr>
          <p:cNvSpPr>
            <a:spLocks noGrp="1"/>
          </p:cNvSpPr>
          <p:nvPr>
            <p:ph type="pic" sz="quarter" idx="12" hasCustomPrompt="1"/>
          </p:nvPr>
        </p:nvSpPr>
        <p:spPr>
          <a:xfrm>
            <a:off x="4328160" y="3727939"/>
            <a:ext cx="3535680" cy="2600896"/>
          </a:xfrm>
          <a:solidFill>
            <a:schemeClr val="bg1">
              <a:lumMod val="85000"/>
            </a:schemeClr>
          </a:solidFill>
        </p:spPr>
        <p:txBody>
          <a:bodyPr>
            <a:normAutofit/>
          </a:bodyPr>
          <a:lstStyle>
            <a:lvl1pPr marL="0" indent="0">
              <a:buNone/>
              <a:defRPr sz="2133"/>
            </a:lvl1pPr>
          </a:lstStyle>
          <a:p>
            <a:r>
              <a:rPr lang="en-US" dirty="0"/>
              <a:t>Insert image here</a:t>
            </a:r>
          </a:p>
        </p:txBody>
      </p:sp>
      <p:sp>
        <p:nvSpPr>
          <p:cNvPr id="7" name="Picture Placeholder 4">
            <a:extLst>
              <a:ext uri="{FF2B5EF4-FFF2-40B4-BE49-F238E27FC236}">
                <a16:creationId xmlns:a16="http://schemas.microsoft.com/office/drawing/2014/main" id="{FEC72F80-AAAF-2747-9B70-3072CB21FAAD}"/>
              </a:ext>
            </a:extLst>
          </p:cNvPr>
          <p:cNvSpPr>
            <a:spLocks noGrp="1"/>
          </p:cNvSpPr>
          <p:nvPr>
            <p:ph type="pic" sz="quarter" idx="13" hasCustomPrompt="1"/>
          </p:nvPr>
        </p:nvSpPr>
        <p:spPr>
          <a:xfrm>
            <a:off x="8046720" y="3727939"/>
            <a:ext cx="3535680" cy="2600896"/>
          </a:xfrm>
          <a:solidFill>
            <a:schemeClr val="bg1">
              <a:lumMod val="85000"/>
            </a:schemeClr>
          </a:solidFill>
        </p:spPr>
        <p:txBody>
          <a:bodyPr>
            <a:normAutofit/>
          </a:bodyPr>
          <a:lstStyle>
            <a:lvl1pPr marL="0" indent="0">
              <a:buNone/>
              <a:defRPr sz="2133"/>
            </a:lvl1pPr>
          </a:lstStyle>
          <a:p>
            <a:r>
              <a:rPr lang="en-US" dirty="0"/>
              <a:t>Insert image here</a:t>
            </a:r>
          </a:p>
        </p:txBody>
      </p:sp>
      <p:sp>
        <p:nvSpPr>
          <p:cNvPr id="8" name="Chart Placeholder 6">
            <a:extLst>
              <a:ext uri="{FF2B5EF4-FFF2-40B4-BE49-F238E27FC236}">
                <a16:creationId xmlns:a16="http://schemas.microsoft.com/office/drawing/2014/main" id="{EEADAD7D-0DCA-B946-BD57-8AFA7A8BDDF7}"/>
              </a:ext>
            </a:extLst>
          </p:cNvPr>
          <p:cNvSpPr>
            <a:spLocks noGrp="1"/>
          </p:cNvSpPr>
          <p:nvPr>
            <p:ph type="chart" sz="quarter" idx="14" hasCustomPrompt="1"/>
          </p:nvPr>
        </p:nvSpPr>
        <p:spPr>
          <a:xfrm>
            <a:off x="6353909" y="526794"/>
            <a:ext cx="5228491" cy="2902207"/>
          </a:xfrm>
          <a:prstGeom prst="rect">
            <a:avLst/>
          </a:prstGeom>
          <a:solidFill>
            <a:schemeClr val="bg1">
              <a:lumMod val="95000"/>
            </a:schemeClr>
          </a:solidFill>
        </p:spPr>
        <p:txBody>
          <a:bodyPr vert="horz"/>
          <a:lstStyle>
            <a:lvl1pPr marL="0" indent="0">
              <a:buNone/>
              <a:defRPr sz="1600"/>
            </a:lvl1pPr>
          </a:lstStyle>
          <a:p>
            <a:r>
              <a:rPr lang="en-US"/>
              <a:t>Insert Chart</a:t>
            </a:r>
          </a:p>
        </p:txBody>
      </p:sp>
    </p:spTree>
    <p:extLst>
      <p:ext uri="{BB962C8B-B14F-4D97-AF65-F5344CB8AC3E}">
        <p14:creationId xmlns:p14="http://schemas.microsoft.com/office/powerpoint/2010/main" val="355082476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9" name="Text Placeholder 8"/>
          <p:cNvSpPr>
            <a:spLocks noGrp="1"/>
          </p:cNvSpPr>
          <p:nvPr>
            <p:ph type="body" sz="quarter" idx="10" hasCustomPrompt="1"/>
          </p:nvPr>
        </p:nvSpPr>
        <p:spPr>
          <a:xfrm>
            <a:off x="609601" y="2864762"/>
            <a:ext cx="10826751" cy="715429"/>
          </a:xfrm>
        </p:spPr>
        <p:txBody>
          <a:bodyPr/>
          <a:lstStyle>
            <a:lvl1pPr marL="0" indent="0" algn="ctr">
              <a:buNone/>
              <a:defRPr baseline="0"/>
            </a:lvl1pPr>
          </a:lstStyle>
          <a:p>
            <a:pPr lvl="0"/>
            <a:r>
              <a:rPr lang="en-US"/>
              <a:t>Blank Slide for Any Content</a:t>
            </a:r>
          </a:p>
        </p:txBody>
      </p:sp>
      <p:sp>
        <p:nvSpPr>
          <p:cNvPr id="4" name="TextBox 3"/>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70622787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OC Slide - Main">
    <p:spTree>
      <p:nvGrpSpPr>
        <p:cNvPr id="1" name=""/>
        <p:cNvGrpSpPr/>
        <p:nvPr/>
      </p:nvGrpSpPr>
      <p:grpSpPr>
        <a:xfrm>
          <a:off x="0" y="0"/>
          <a:ext cx="0" cy="0"/>
          <a:chOff x="0" y="0"/>
          <a:chExt cx="0" cy="0"/>
        </a:xfrm>
      </p:grpSpPr>
      <p:sp>
        <p:nvSpPr>
          <p:cNvPr id="4" name="TextBox 3"/>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2" name="Title 1"/>
          <p:cNvSpPr>
            <a:spLocks noGrp="1"/>
          </p:cNvSpPr>
          <p:nvPr>
            <p:ph type="title" hasCustomPrompt="1"/>
          </p:nvPr>
        </p:nvSpPr>
        <p:spPr>
          <a:xfrm>
            <a:off x="609600" y="1"/>
            <a:ext cx="4286552" cy="1600201"/>
          </a:xfrm>
        </p:spPr>
        <p:txBody>
          <a:bodyPr/>
          <a:lstStyle/>
          <a:p>
            <a:r>
              <a:rPr lang="en-US"/>
              <a:t>Contents</a:t>
            </a:r>
          </a:p>
        </p:txBody>
      </p:sp>
      <p:sp>
        <p:nvSpPr>
          <p:cNvPr id="34" name="Text Placeholder 6"/>
          <p:cNvSpPr>
            <a:spLocks noGrp="1"/>
          </p:cNvSpPr>
          <p:nvPr>
            <p:ph type="body" sz="quarter" idx="11" hasCustomPrompt="1"/>
          </p:nvPr>
        </p:nvSpPr>
        <p:spPr>
          <a:xfrm>
            <a:off x="1311549" y="1849598"/>
            <a:ext cx="6886537" cy="519429"/>
          </a:xfrm>
          <a:prstGeom prst="rect">
            <a:avLst/>
          </a:prstGeom>
        </p:spPr>
        <p:txBody>
          <a:bodyPr vert="horz" wrap="none" lIns="0" tIns="0" rIns="0" bIns="0" anchor="ctr" anchorCtr="0"/>
          <a:lstStyle>
            <a:lvl1pPr marL="0" indent="0">
              <a:buNone/>
              <a:defRPr sz="2667" b="1">
                <a:solidFill>
                  <a:srgbClr val="333333"/>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37" name="Straight Connector 36"/>
          <p:cNvCxnSpPr/>
          <p:nvPr userDrawn="1"/>
        </p:nvCxnSpPr>
        <p:spPr>
          <a:xfrm>
            <a:off x="1311549" y="2369027"/>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8" name="Text Placeholder 6"/>
          <p:cNvSpPr>
            <a:spLocks noGrp="1"/>
          </p:cNvSpPr>
          <p:nvPr>
            <p:ph type="body" sz="quarter" idx="19" hasCustomPrompt="1"/>
          </p:nvPr>
        </p:nvSpPr>
        <p:spPr>
          <a:xfrm>
            <a:off x="1311549" y="2488710"/>
            <a:ext cx="6886537" cy="519429"/>
          </a:xfrm>
          <a:prstGeom prst="rect">
            <a:avLst/>
          </a:prstGeom>
        </p:spPr>
        <p:txBody>
          <a:bodyPr vert="horz" wrap="none" lIns="0" tIns="0" rIns="0" bIns="0" anchor="ctr" anchorCtr="0"/>
          <a:lstStyle>
            <a:lvl1pPr marL="0" indent="0">
              <a:buNone/>
              <a:defRPr sz="2667" b="1">
                <a:solidFill>
                  <a:srgbClr val="333333"/>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40" name="Straight Connector 39"/>
          <p:cNvCxnSpPr/>
          <p:nvPr userDrawn="1"/>
        </p:nvCxnSpPr>
        <p:spPr>
          <a:xfrm>
            <a:off x="1311549" y="3008139"/>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2" name="Text Placeholder 6"/>
          <p:cNvSpPr>
            <a:spLocks noGrp="1"/>
          </p:cNvSpPr>
          <p:nvPr>
            <p:ph type="body" sz="quarter" idx="21" hasCustomPrompt="1"/>
          </p:nvPr>
        </p:nvSpPr>
        <p:spPr>
          <a:xfrm>
            <a:off x="1311549" y="3134786"/>
            <a:ext cx="6886537" cy="519429"/>
          </a:xfrm>
          <a:prstGeom prst="rect">
            <a:avLst/>
          </a:prstGeom>
        </p:spPr>
        <p:txBody>
          <a:bodyPr vert="horz" wrap="none" lIns="0" tIns="0" rIns="0" bIns="0" anchor="ctr" anchorCtr="0"/>
          <a:lstStyle>
            <a:lvl1pPr marL="0" indent="0">
              <a:buNone/>
              <a:defRPr sz="2667" b="1">
                <a:solidFill>
                  <a:srgbClr val="333333"/>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44" name="Straight Connector 43"/>
          <p:cNvCxnSpPr/>
          <p:nvPr userDrawn="1"/>
        </p:nvCxnSpPr>
        <p:spPr>
          <a:xfrm>
            <a:off x="1311549" y="3654215"/>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9" name="Text Placeholder 6"/>
          <p:cNvSpPr>
            <a:spLocks noGrp="1"/>
          </p:cNvSpPr>
          <p:nvPr>
            <p:ph type="body" sz="quarter" idx="23" hasCustomPrompt="1"/>
          </p:nvPr>
        </p:nvSpPr>
        <p:spPr>
          <a:xfrm>
            <a:off x="1311549" y="3782197"/>
            <a:ext cx="6886537" cy="519429"/>
          </a:xfrm>
          <a:prstGeom prst="rect">
            <a:avLst/>
          </a:prstGeom>
        </p:spPr>
        <p:txBody>
          <a:bodyPr vert="horz" wrap="none" lIns="0" tIns="0" rIns="0" bIns="0" anchor="ctr" anchorCtr="0"/>
          <a:lstStyle>
            <a:lvl1pPr marL="0" indent="0">
              <a:buNone/>
              <a:defRPr sz="2667" b="1">
                <a:solidFill>
                  <a:srgbClr val="333333"/>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1" name="Straight Connector 50"/>
          <p:cNvCxnSpPr/>
          <p:nvPr userDrawn="1"/>
        </p:nvCxnSpPr>
        <p:spPr>
          <a:xfrm>
            <a:off x="1311549" y="4301627"/>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2" name="Text Placeholder 6"/>
          <p:cNvSpPr>
            <a:spLocks noGrp="1"/>
          </p:cNvSpPr>
          <p:nvPr>
            <p:ph type="body" sz="quarter" idx="25" hasCustomPrompt="1"/>
          </p:nvPr>
        </p:nvSpPr>
        <p:spPr>
          <a:xfrm>
            <a:off x="1311549" y="4437910"/>
            <a:ext cx="6886537" cy="519429"/>
          </a:xfrm>
          <a:prstGeom prst="rect">
            <a:avLst/>
          </a:prstGeom>
        </p:spPr>
        <p:txBody>
          <a:bodyPr vert="horz" wrap="none" lIns="0" tIns="0" rIns="0" bIns="0" anchor="ctr" anchorCtr="0"/>
          <a:lstStyle>
            <a:lvl1pPr marL="0" indent="0">
              <a:buNone/>
              <a:defRPr sz="2667" b="1">
                <a:solidFill>
                  <a:srgbClr val="333333"/>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4" name="Straight Connector 53"/>
          <p:cNvCxnSpPr/>
          <p:nvPr userDrawn="1"/>
        </p:nvCxnSpPr>
        <p:spPr>
          <a:xfrm>
            <a:off x="1311549" y="4957339"/>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5" name="Text Placeholder 6"/>
          <p:cNvSpPr>
            <a:spLocks noGrp="1"/>
          </p:cNvSpPr>
          <p:nvPr>
            <p:ph type="body" sz="quarter" idx="27" hasCustomPrompt="1"/>
          </p:nvPr>
        </p:nvSpPr>
        <p:spPr>
          <a:xfrm>
            <a:off x="1311549" y="5085322"/>
            <a:ext cx="6886537" cy="519429"/>
          </a:xfrm>
          <a:prstGeom prst="rect">
            <a:avLst/>
          </a:prstGeom>
        </p:spPr>
        <p:txBody>
          <a:bodyPr vert="horz" wrap="none" lIns="0" tIns="0" rIns="0" bIns="0" anchor="ctr" anchorCtr="0"/>
          <a:lstStyle>
            <a:lvl1pPr marL="0" indent="0">
              <a:buNone/>
              <a:defRPr sz="2667" b="1">
                <a:solidFill>
                  <a:srgbClr val="333333"/>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7" name="Straight Connector 56"/>
          <p:cNvCxnSpPr/>
          <p:nvPr userDrawn="1"/>
        </p:nvCxnSpPr>
        <p:spPr>
          <a:xfrm>
            <a:off x="1311549" y="5604751"/>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8" name="Text Placeholder 6"/>
          <p:cNvSpPr>
            <a:spLocks noGrp="1"/>
          </p:cNvSpPr>
          <p:nvPr>
            <p:ph type="body" sz="quarter" idx="29" hasCustomPrompt="1"/>
          </p:nvPr>
        </p:nvSpPr>
        <p:spPr>
          <a:xfrm>
            <a:off x="1311549" y="5732732"/>
            <a:ext cx="6886537" cy="519429"/>
          </a:xfrm>
          <a:prstGeom prst="rect">
            <a:avLst/>
          </a:prstGeom>
        </p:spPr>
        <p:txBody>
          <a:bodyPr vert="horz" wrap="none" lIns="0" tIns="0" rIns="0" bIns="0" anchor="ctr" anchorCtr="0"/>
          <a:lstStyle>
            <a:lvl1pPr marL="0" indent="0">
              <a:buNone/>
              <a:defRPr sz="2667" b="1">
                <a:solidFill>
                  <a:srgbClr val="333333"/>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60" name="Straight Connector 59"/>
          <p:cNvCxnSpPr/>
          <p:nvPr userDrawn="1"/>
        </p:nvCxnSpPr>
        <p:spPr>
          <a:xfrm>
            <a:off x="1311549" y="6252161"/>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27146A4F-6A3F-EF4B-929E-5836F6BDE5E3}"/>
              </a:ext>
            </a:extLst>
          </p:cNvPr>
          <p:cNvSpPr/>
          <p:nvPr userDrawn="1"/>
        </p:nvSpPr>
        <p:spPr>
          <a:xfrm>
            <a:off x="624418" y="1854282"/>
            <a:ext cx="575431" cy="51942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1</a:t>
            </a:r>
          </a:p>
        </p:txBody>
      </p:sp>
      <p:sp>
        <p:nvSpPr>
          <p:cNvPr id="26" name="Rectangle 25">
            <a:extLst>
              <a:ext uri="{FF2B5EF4-FFF2-40B4-BE49-F238E27FC236}">
                <a16:creationId xmlns:a16="http://schemas.microsoft.com/office/drawing/2014/main" id="{539E3358-3387-0344-A4E5-7F543009BFF7}"/>
              </a:ext>
            </a:extLst>
          </p:cNvPr>
          <p:cNvSpPr/>
          <p:nvPr userDrawn="1"/>
        </p:nvSpPr>
        <p:spPr>
          <a:xfrm>
            <a:off x="624418" y="2491846"/>
            <a:ext cx="575431" cy="51942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2</a:t>
            </a:r>
          </a:p>
        </p:txBody>
      </p:sp>
      <p:sp>
        <p:nvSpPr>
          <p:cNvPr id="27" name="Rectangle 26">
            <a:extLst>
              <a:ext uri="{FF2B5EF4-FFF2-40B4-BE49-F238E27FC236}">
                <a16:creationId xmlns:a16="http://schemas.microsoft.com/office/drawing/2014/main" id="{C386C688-264C-8644-BF91-47516BE962DC}"/>
              </a:ext>
            </a:extLst>
          </p:cNvPr>
          <p:cNvSpPr/>
          <p:nvPr userDrawn="1"/>
        </p:nvSpPr>
        <p:spPr>
          <a:xfrm>
            <a:off x="624418" y="3129408"/>
            <a:ext cx="575431" cy="51942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3</a:t>
            </a:r>
          </a:p>
        </p:txBody>
      </p:sp>
      <p:sp>
        <p:nvSpPr>
          <p:cNvPr id="28" name="Rectangle 27">
            <a:extLst>
              <a:ext uri="{FF2B5EF4-FFF2-40B4-BE49-F238E27FC236}">
                <a16:creationId xmlns:a16="http://schemas.microsoft.com/office/drawing/2014/main" id="{DDA01238-AB3B-E34F-9AEA-F4E521E46353}"/>
              </a:ext>
            </a:extLst>
          </p:cNvPr>
          <p:cNvSpPr/>
          <p:nvPr userDrawn="1"/>
        </p:nvSpPr>
        <p:spPr>
          <a:xfrm>
            <a:off x="624418" y="3766972"/>
            <a:ext cx="575431" cy="51942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4</a:t>
            </a:r>
          </a:p>
        </p:txBody>
      </p:sp>
      <p:sp>
        <p:nvSpPr>
          <p:cNvPr id="29" name="Rectangle 28">
            <a:extLst>
              <a:ext uri="{FF2B5EF4-FFF2-40B4-BE49-F238E27FC236}">
                <a16:creationId xmlns:a16="http://schemas.microsoft.com/office/drawing/2014/main" id="{3964A093-D04E-9548-A592-9ADBD095FB82}"/>
              </a:ext>
            </a:extLst>
          </p:cNvPr>
          <p:cNvSpPr/>
          <p:nvPr userDrawn="1"/>
        </p:nvSpPr>
        <p:spPr>
          <a:xfrm>
            <a:off x="624418" y="4426906"/>
            <a:ext cx="575431" cy="51942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5</a:t>
            </a:r>
          </a:p>
        </p:txBody>
      </p:sp>
      <p:sp>
        <p:nvSpPr>
          <p:cNvPr id="30" name="Rectangle 29">
            <a:extLst>
              <a:ext uri="{FF2B5EF4-FFF2-40B4-BE49-F238E27FC236}">
                <a16:creationId xmlns:a16="http://schemas.microsoft.com/office/drawing/2014/main" id="{37FAEEF9-51BD-7547-9D28-C4D1709E8B36}"/>
              </a:ext>
            </a:extLst>
          </p:cNvPr>
          <p:cNvSpPr/>
          <p:nvPr userDrawn="1"/>
        </p:nvSpPr>
        <p:spPr>
          <a:xfrm>
            <a:off x="624418" y="5075655"/>
            <a:ext cx="575431" cy="51942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6</a:t>
            </a:r>
          </a:p>
        </p:txBody>
      </p:sp>
      <p:sp>
        <p:nvSpPr>
          <p:cNvPr id="31" name="Rectangle 30">
            <a:extLst>
              <a:ext uri="{FF2B5EF4-FFF2-40B4-BE49-F238E27FC236}">
                <a16:creationId xmlns:a16="http://schemas.microsoft.com/office/drawing/2014/main" id="{9B5306E0-61DD-104F-93DD-9C840B7CDCA6}"/>
              </a:ext>
            </a:extLst>
          </p:cNvPr>
          <p:cNvSpPr/>
          <p:nvPr userDrawn="1"/>
        </p:nvSpPr>
        <p:spPr>
          <a:xfrm>
            <a:off x="624418" y="5713218"/>
            <a:ext cx="575431" cy="51942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7</a:t>
            </a:r>
          </a:p>
        </p:txBody>
      </p:sp>
    </p:spTree>
    <p:extLst>
      <p:ext uri="{BB962C8B-B14F-4D97-AF65-F5344CB8AC3E}">
        <p14:creationId xmlns:p14="http://schemas.microsoft.com/office/powerpoint/2010/main" val="347207598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OC Slide - Main">
    <p:spTree>
      <p:nvGrpSpPr>
        <p:cNvPr id="1" name=""/>
        <p:cNvGrpSpPr/>
        <p:nvPr/>
      </p:nvGrpSpPr>
      <p:grpSpPr>
        <a:xfrm>
          <a:off x="0" y="0"/>
          <a:ext cx="0" cy="0"/>
          <a:chOff x="0" y="0"/>
          <a:chExt cx="0" cy="0"/>
        </a:xfrm>
      </p:grpSpPr>
      <p:sp>
        <p:nvSpPr>
          <p:cNvPr id="4" name="TextBox 3"/>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2" name="Title 1"/>
          <p:cNvSpPr>
            <a:spLocks noGrp="1"/>
          </p:cNvSpPr>
          <p:nvPr>
            <p:ph type="title" hasCustomPrompt="1"/>
          </p:nvPr>
        </p:nvSpPr>
        <p:spPr>
          <a:xfrm>
            <a:off x="609600" y="1"/>
            <a:ext cx="4286552" cy="1600201"/>
          </a:xfrm>
        </p:spPr>
        <p:txBody>
          <a:bodyPr/>
          <a:lstStyle/>
          <a:p>
            <a:r>
              <a:rPr lang="en-US"/>
              <a:t>Contents</a:t>
            </a:r>
          </a:p>
        </p:txBody>
      </p:sp>
      <p:sp>
        <p:nvSpPr>
          <p:cNvPr id="34" name="Text Placeholder 6"/>
          <p:cNvSpPr>
            <a:spLocks noGrp="1"/>
          </p:cNvSpPr>
          <p:nvPr>
            <p:ph type="body" sz="quarter" idx="11" hasCustomPrompt="1"/>
          </p:nvPr>
        </p:nvSpPr>
        <p:spPr>
          <a:xfrm>
            <a:off x="1311549" y="1849598"/>
            <a:ext cx="6886537" cy="519429"/>
          </a:xfrm>
          <a:prstGeom prst="rect">
            <a:avLst/>
          </a:prstGeom>
        </p:spPr>
        <p:txBody>
          <a:bodyPr vert="horz" wrap="none" lIns="0" tIns="0" rIns="0" bIns="0" anchor="ctr" anchorCtr="0"/>
          <a:lstStyle>
            <a:lvl1pPr marL="0" indent="0">
              <a:buNone/>
              <a:defRPr sz="2667" b="1">
                <a:solidFill>
                  <a:srgbClr val="333333"/>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37" name="Straight Connector 36"/>
          <p:cNvCxnSpPr/>
          <p:nvPr userDrawn="1"/>
        </p:nvCxnSpPr>
        <p:spPr>
          <a:xfrm>
            <a:off x="1311549" y="2369027"/>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8" name="Text Placeholder 6"/>
          <p:cNvSpPr>
            <a:spLocks noGrp="1"/>
          </p:cNvSpPr>
          <p:nvPr>
            <p:ph type="body" sz="quarter" idx="19" hasCustomPrompt="1"/>
          </p:nvPr>
        </p:nvSpPr>
        <p:spPr>
          <a:xfrm>
            <a:off x="1311549" y="2488710"/>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dirty="0"/>
              <a:t>Section Name</a:t>
            </a:r>
          </a:p>
        </p:txBody>
      </p:sp>
      <p:cxnSp>
        <p:nvCxnSpPr>
          <p:cNvPr id="40" name="Straight Connector 39"/>
          <p:cNvCxnSpPr/>
          <p:nvPr userDrawn="1"/>
        </p:nvCxnSpPr>
        <p:spPr>
          <a:xfrm>
            <a:off x="1311549" y="3008139"/>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2" name="Text Placeholder 6"/>
          <p:cNvSpPr>
            <a:spLocks noGrp="1"/>
          </p:cNvSpPr>
          <p:nvPr>
            <p:ph type="body" sz="quarter" idx="21" hasCustomPrompt="1"/>
          </p:nvPr>
        </p:nvSpPr>
        <p:spPr>
          <a:xfrm>
            <a:off x="1311549" y="3134786"/>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44" name="Straight Connector 43"/>
          <p:cNvCxnSpPr/>
          <p:nvPr userDrawn="1"/>
        </p:nvCxnSpPr>
        <p:spPr>
          <a:xfrm>
            <a:off x="1311549" y="3654215"/>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9" name="Text Placeholder 6"/>
          <p:cNvSpPr>
            <a:spLocks noGrp="1"/>
          </p:cNvSpPr>
          <p:nvPr>
            <p:ph type="body" sz="quarter" idx="23" hasCustomPrompt="1"/>
          </p:nvPr>
        </p:nvSpPr>
        <p:spPr>
          <a:xfrm>
            <a:off x="1311549" y="3782197"/>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1" name="Straight Connector 50"/>
          <p:cNvCxnSpPr/>
          <p:nvPr userDrawn="1"/>
        </p:nvCxnSpPr>
        <p:spPr>
          <a:xfrm>
            <a:off x="1311549" y="4301627"/>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2" name="Text Placeholder 6"/>
          <p:cNvSpPr>
            <a:spLocks noGrp="1"/>
          </p:cNvSpPr>
          <p:nvPr>
            <p:ph type="body" sz="quarter" idx="25" hasCustomPrompt="1"/>
          </p:nvPr>
        </p:nvSpPr>
        <p:spPr>
          <a:xfrm>
            <a:off x="1311549" y="4437910"/>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4" name="Straight Connector 53"/>
          <p:cNvCxnSpPr/>
          <p:nvPr userDrawn="1"/>
        </p:nvCxnSpPr>
        <p:spPr>
          <a:xfrm>
            <a:off x="1311549" y="4957339"/>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5" name="Text Placeholder 6"/>
          <p:cNvSpPr>
            <a:spLocks noGrp="1"/>
          </p:cNvSpPr>
          <p:nvPr>
            <p:ph type="body" sz="quarter" idx="27" hasCustomPrompt="1"/>
          </p:nvPr>
        </p:nvSpPr>
        <p:spPr>
          <a:xfrm>
            <a:off x="1311549" y="5085322"/>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7" name="Straight Connector 56"/>
          <p:cNvCxnSpPr/>
          <p:nvPr userDrawn="1"/>
        </p:nvCxnSpPr>
        <p:spPr>
          <a:xfrm>
            <a:off x="1311549" y="5604751"/>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8" name="Text Placeholder 6"/>
          <p:cNvSpPr>
            <a:spLocks noGrp="1"/>
          </p:cNvSpPr>
          <p:nvPr>
            <p:ph type="body" sz="quarter" idx="29" hasCustomPrompt="1"/>
          </p:nvPr>
        </p:nvSpPr>
        <p:spPr>
          <a:xfrm>
            <a:off x="1311549" y="5732732"/>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60" name="Straight Connector 59"/>
          <p:cNvCxnSpPr/>
          <p:nvPr userDrawn="1"/>
        </p:nvCxnSpPr>
        <p:spPr>
          <a:xfrm>
            <a:off x="1311549" y="6252161"/>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27146A4F-6A3F-EF4B-929E-5836F6BDE5E3}"/>
              </a:ext>
            </a:extLst>
          </p:cNvPr>
          <p:cNvSpPr/>
          <p:nvPr userDrawn="1"/>
        </p:nvSpPr>
        <p:spPr>
          <a:xfrm>
            <a:off x="624418" y="1854282"/>
            <a:ext cx="575431" cy="51942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1</a:t>
            </a:r>
          </a:p>
        </p:txBody>
      </p:sp>
      <p:sp>
        <p:nvSpPr>
          <p:cNvPr id="26" name="Rectangle 25">
            <a:extLst>
              <a:ext uri="{FF2B5EF4-FFF2-40B4-BE49-F238E27FC236}">
                <a16:creationId xmlns:a16="http://schemas.microsoft.com/office/drawing/2014/main" id="{539E3358-3387-0344-A4E5-7F543009BFF7}"/>
              </a:ext>
            </a:extLst>
          </p:cNvPr>
          <p:cNvSpPr/>
          <p:nvPr userDrawn="1"/>
        </p:nvSpPr>
        <p:spPr>
          <a:xfrm>
            <a:off x="624418" y="2491846"/>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2</a:t>
            </a:r>
          </a:p>
        </p:txBody>
      </p:sp>
      <p:sp>
        <p:nvSpPr>
          <p:cNvPr id="27" name="Rectangle 26">
            <a:extLst>
              <a:ext uri="{FF2B5EF4-FFF2-40B4-BE49-F238E27FC236}">
                <a16:creationId xmlns:a16="http://schemas.microsoft.com/office/drawing/2014/main" id="{C386C688-264C-8644-BF91-47516BE962DC}"/>
              </a:ext>
            </a:extLst>
          </p:cNvPr>
          <p:cNvSpPr/>
          <p:nvPr userDrawn="1"/>
        </p:nvSpPr>
        <p:spPr>
          <a:xfrm>
            <a:off x="624418" y="3129408"/>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3</a:t>
            </a:r>
          </a:p>
        </p:txBody>
      </p:sp>
      <p:sp>
        <p:nvSpPr>
          <p:cNvPr id="28" name="Rectangle 27">
            <a:extLst>
              <a:ext uri="{FF2B5EF4-FFF2-40B4-BE49-F238E27FC236}">
                <a16:creationId xmlns:a16="http://schemas.microsoft.com/office/drawing/2014/main" id="{DDA01238-AB3B-E34F-9AEA-F4E521E46353}"/>
              </a:ext>
            </a:extLst>
          </p:cNvPr>
          <p:cNvSpPr/>
          <p:nvPr userDrawn="1"/>
        </p:nvSpPr>
        <p:spPr>
          <a:xfrm>
            <a:off x="624418" y="3766972"/>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4</a:t>
            </a:r>
          </a:p>
        </p:txBody>
      </p:sp>
      <p:sp>
        <p:nvSpPr>
          <p:cNvPr id="29" name="Rectangle 28">
            <a:extLst>
              <a:ext uri="{FF2B5EF4-FFF2-40B4-BE49-F238E27FC236}">
                <a16:creationId xmlns:a16="http://schemas.microsoft.com/office/drawing/2014/main" id="{3964A093-D04E-9548-A592-9ADBD095FB82}"/>
              </a:ext>
            </a:extLst>
          </p:cNvPr>
          <p:cNvSpPr/>
          <p:nvPr userDrawn="1"/>
        </p:nvSpPr>
        <p:spPr>
          <a:xfrm>
            <a:off x="624418" y="4426906"/>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5</a:t>
            </a:r>
          </a:p>
        </p:txBody>
      </p:sp>
      <p:sp>
        <p:nvSpPr>
          <p:cNvPr id="30" name="Rectangle 29">
            <a:extLst>
              <a:ext uri="{FF2B5EF4-FFF2-40B4-BE49-F238E27FC236}">
                <a16:creationId xmlns:a16="http://schemas.microsoft.com/office/drawing/2014/main" id="{37FAEEF9-51BD-7547-9D28-C4D1709E8B36}"/>
              </a:ext>
            </a:extLst>
          </p:cNvPr>
          <p:cNvSpPr/>
          <p:nvPr userDrawn="1"/>
        </p:nvSpPr>
        <p:spPr>
          <a:xfrm>
            <a:off x="624418" y="5075655"/>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6</a:t>
            </a:r>
          </a:p>
        </p:txBody>
      </p:sp>
      <p:sp>
        <p:nvSpPr>
          <p:cNvPr id="31" name="Rectangle 30">
            <a:extLst>
              <a:ext uri="{FF2B5EF4-FFF2-40B4-BE49-F238E27FC236}">
                <a16:creationId xmlns:a16="http://schemas.microsoft.com/office/drawing/2014/main" id="{9B5306E0-61DD-104F-93DD-9C840B7CDCA6}"/>
              </a:ext>
            </a:extLst>
          </p:cNvPr>
          <p:cNvSpPr/>
          <p:nvPr userDrawn="1"/>
        </p:nvSpPr>
        <p:spPr>
          <a:xfrm>
            <a:off x="624418" y="5713218"/>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7</a:t>
            </a:r>
          </a:p>
        </p:txBody>
      </p:sp>
    </p:spTree>
    <p:extLst>
      <p:ext uri="{BB962C8B-B14F-4D97-AF65-F5344CB8AC3E}">
        <p14:creationId xmlns:p14="http://schemas.microsoft.com/office/powerpoint/2010/main" val="153320581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TOC Slide - Main">
    <p:spTree>
      <p:nvGrpSpPr>
        <p:cNvPr id="1" name=""/>
        <p:cNvGrpSpPr/>
        <p:nvPr/>
      </p:nvGrpSpPr>
      <p:grpSpPr>
        <a:xfrm>
          <a:off x="0" y="0"/>
          <a:ext cx="0" cy="0"/>
          <a:chOff x="0" y="0"/>
          <a:chExt cx="0" cy="0"/>
        </a:xfrm>
      </p:grpSpPr>
      <p:sp>
        <p:nvSpPr>
          <p:cNvPr id="4" name="TextBox 3"/>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2" name="Title 1"/>
          <p:cNvSpPr>
            <a:spLocks noGrp="1"/>
          </p:cNvSpPr>
          <p:nvPr>
            <p:ph type="title" hasCustomPrompt="1"/>
          </p:nvPr>
        </p:nvSpPr>
        <p:spPr>
          <a:xfrm>
            <a:off x="609600" y="1"/>
            <a:ext cx="4286552" cy="1600201"/>
          </a:xfrm>
        </p:spPr>
        <p:txBody>
          <a:bodyPr/>
          <a:lstStyle/>
          <a:p>
            <a:r>
              <a:rPr lang="en-US"/>
              <a:t>Contents</a:t>
            </a:r>
          </a:p>
        </p:txBody>
      </p:sp>
      <p:sp>
        <p:nvSpPr>
          <p:cNvPr id="34" name="Text Placeholder 6"/>
          <p:cNvSpPr>
            <a:spLocks noGrp="1"/>
          </p:cNvSpPr>
          <p:nvPr>
            <p:ph type="body" sz="quarter" idx="11" hasCustomPrompt="1"/>
          </p:nvPr>
        </p:nvSpPr>
        <p:spPr>
          <a:xfrm>
            <a:off x="1311549" y="1849598"/>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dirty="0"/>
              <a:t>Section Name</a:t>
            </a:r>
          </a:p>
        </p:txBody>
      </p:sp>
      <p:cxnSp>
        <p:nvCxnSpPr>
          <p:cNvPr id="37" name="Straight Connector 36"/>
          <p:cNvCxnSpPr/>
          <p:nvPr userDrawn="1"/>
        </p:nvCxnSpPr>
        <p:spPr>
          <a:xfrm>
            <a:off x="1311549" y="2369027"/>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8" name="Text Placeholder 6"/>
          <p:cNvSpPr>
            <a:spLocks noGrp="1"/>
          </p:cNvSpPr>
          <p:nvPr>
            <p:ph type="body" sz="quarter" idx="19" hasCustomPrompt="1"/>
          </p:nvPr>
        </p:nvSpPr>
        <p:spPr>
          <a:xfrm>
            <a:off x="1311549" y="2488710"/>
            <a:ext cx="6886537" cy="519429"/>
          </a:xfrm>
          <a:prstGeom prst="rect">
            <a:avLst/>
          </a:prstGeom>
        </p:spPr>
        <p:txBody>
          <a:bodyPr vert="horz" wrap="none" lIns="0" tIns="0" rIns="0" bIns="0" anchor="ctr" anchorCtr="0"/>
          <a:lstStyle>
            <a:lvl1pPr marL="0" indent="0">
              <a:buNone/>
              <a:defRPr sz="2667" b="1">
                <a:solidFill>
                  <a:srgbClr val="333333"/>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40" name="Straight Connector 39"/>
          <p:cNvCxnSpPr/>
          <p:nvPr userDrawn="1"/>
        </p:nvCxnSpPr>
        <p:spPr>
          <a:xfrm>
            <a:off x="1311549" y="3008139"/>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2" name="Text Placeholder 6"/>
          <p:cNvSpPr>
            <a:spLocks noGrp="1"/>
          </p:cNvSpPr>
          <p:nvPr>
            <p:ph type="body" sz="quarter" idx="21" hasCustomPrompt="1"/>
          </p:nvPr>
        </p:nvSpPr>
        <p:spPr>
          <a:xfrm>
            <a:off x="1311549" y="3134786"/>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44" name="Straight Connector 43"/>
          <p:cNvCxnSpPr/>
          <p:nvPr userDrawn="1"/>
        </p:nvCxnSpPr>
        <p:spPr>
          <a:xfrm>
            <a:off x="1311549" y="3654215"/>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9" name="Text Placeholder 6"/>
          <p:cNvSpPr>
            <a:spLocks noGrp="1"/>
          </p:cNvSpPr>
          <p:nvPr>
            <p:ph type="body" sz="quarter" idx="23" hasCustomPrompt="1"/>
          </p:nvPr>
        </p:nvSpPr>
        <p:spPr>
          <a:xfrm>
            <a:off x="1311549" y="3782197"/>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1" name="Straight Connector 50"/>
          <p:cNvCxnSpPr/>
          <p:nvPr userDrawn="1"/>
        </p:nvCxnSpPr>
        <p:spPr>
          <a:xfrm>
            <a:off x="1311549" y="4301627"/>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2" name="Text Placeholder 6"/>
          <p:cNvSpPr>
            <a:spLocks noGrp="1"/>
          </p:cNvSpPr>
          <p:nvPr>
            <p:ph type="body" sz="quarter" idx="25" hasCustomPrompt="1"/>
          </p:nvPr>
        </p:nvSpPr>
        <p:spPr>
          <a:xfrm>
            <a:off x="1311549" y="4437910"/>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4" name="Straight Connector 53"/>
          <p:cNvCxnSpPr/>
          <p:nvPr userDrawn="1"/>
        </p:nvCxnSpPr>
        <p:spPr>
          <a:xfrm>
            <a:off x="1311549" y="4957339"/>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5" name="Text Placeholder 6"/>
          <p:cNvSpPr>
            <a:spLocks noGrp="1"/>
          </p:cNvSpPr>
          <p:nvPr>
            <p:ph type="body" sz="quarter" idx="27" hasCustomPrompt="1"/>
          </p:nvPr>
        </p:nvSpPr>
        <p:spPr>
          <a:xfrm>
            <a:off x="1311549" y="5085322"/>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7" name="Straight Connector 56"/>
          <p:cNvCxnSpPr/>
          <p:nvPr userDrawn="1"/>
        </p:nvCxnSpPr>
        <p:spPr>
          <a:xfrm>
            <a:off x="1311549" y="5604751"/>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8" name="Text Placeholder 6"/>
          <p:cNvSpPr>
            <a:spLocks noGrp="1"/>
          </p:cNvSpPr>
          <p:nvPr>
            <p:ph type="body" sz="quarter" idx="29" hasCustomPrompt="1"/>
          </p:nvPr>
        </p:nvSpPr>
        <p:spPr>
          <a:xfrm>
            <a:off x="1311549" y="5732732"/>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60" name="Straight Connector 59"/>
          <p:cNvCxnSpPr/>
          <p:nvPr userDrawn="1"/>
        </p:nvCxnSpPr>
        <p:spPr>
          <a:xfrm>
            <a:off x="1311549" y="6252161"/>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27146A4F-6A3F-EF4B-929E-5836F6BDE5E3}"/>
              </a:ext>
            </a:extLst>
          </p:cNvPr>
          <p:cNvSpPr/>
          <p:nvPr userDrawn="1"/>
        </p:nvSpPr>
        <p:spPr>
          <a:xfrm>
            <a:off x="624418" y="1854282"/>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1</a:t>
            </a:r>
          </a:p>
        </p:txBody>
      </p:sp>
      <p:sp>
        <p:nvSpPr>
          <p:cNvPr id="26" name="Rectangle 25">
            <a:extLst>
              <a:ext uri="{FF2B5EF4-FFF2-40B4-BE49-F238E27FC236}">
                <a16:creationId xmlns:a16="http://schemas.microsoft.com/office/drawing/2014/main" id="{539E3358-3387-0344-A4E5-7F543009BFF7}"/>
              </a:ext>
            </a:extLst>
          </p:cNvPr>
          <p:cNvSpPr/>
          <p:nvPr userDrawn="1"/>
        </p:nvSpPr>
        <p:spPr>
          <a:xfrm>
            <a:off x="624418" y="2491846"/>
            <a:ext cx="575431" cy="51942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2</a:t>
            </a:r>
          </a:p>
        </p:txBody>
      </p:sp>
      <p:sp>
        <p:nvSpPr>
          <p:cNvPr id="27" name="Rectangle 26">
            <a:extLst>
              <a:ext uri="{FF2B5EF4-FFF2-40B4-BE49-F238E27FC236}">
                <a16:creationId xmlns:a16="http://schemas.microsoft.com/office/drawing/2014/main" id="{C386C688-264C-8644-BF91-47516BE962DC}"/>
              </a:ext>
            </a:extLst>
          </p:cNvPr>
          <p:cNvSpPr/>
          <p:nvPr userDrawn="1"/>
        </p:nvSpPr>
        <p:spPr>
          <a:xfrm>
            <a:off x="624418" y="3129408"/>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3</a:t>
            </a:r>
          </a:p>
        </p:txBody>
      </p:sp>
      <p:sp>
        <p:nvSpPr>
          <p:cNvPr id="28" name="Rectangle 27">
            <a:extLst>
              <a:ext uri="{FF2B5EF4-FFF2-40B4-BE49-F238E27FC236}">
                <a16:creationId xmlns:a16="http://schemas.microsoft.com/office/drawing/2014/main" id="{DDA01238-AB3B-E34F-9AEA-F4E521E46353}"/>
              </a:ext>
            </a:extLst>
          </p:cNvPr>
          <p:cNvSpPr/>
          <p:nvPr userDrawn="1"/>
        </p:nvSpPr>
        <p:spPr>
          <a:xfrm>
            <a:off x="624418" y="3766972"/>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4</a:t>
            </a:r>
          </a:p>
        </p:txBody>
      </p:sp>
      <p:sp>
        <p:nvSpPr>
          <p:cNvPr id="29" name="Rectangle 28">
            <a:extLst>
              <a:ext uri="{FF2B5EF4-FFF2-40B4-BE49-F238E27FC236}">
                <a16:creationId xmlns:a16="http://schemas.microsoft.com/office/drawing/2014/main" id="{3964A093-D04E-9548-A592-9ADBD095FB82}"/>
              </a:ext>
            </a:extLst>
          </p:cNvPr>
          <p:cNvSpPr/>
          <p:nvPr userDrawn="1"/>
        </p:nvSpPr>
        <p:spPr>
          <a:xfrm>
            <a:off x="624418" y="4426906"/>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5</a:t>
            </a:r>
          </a:p>
        </p:txBody>
      </p:sp>
      <p:sp>
        <p:nvSpPr>
          <p:cNvPr id="30" name="Rectangle 29">
            <a:extLst>
              <a:ext uri="{FF2B5EF4-FFF2-40B4-BE49-F238E27FC236}">
                <a16:creationId xmlns:a16="http://schemas.microsoft.com/office/drawing/2014/main" id="{37FAEEF9-51BD-7547-9D28-C4D1709E8B36}"/>
              </a:ext>
            </a:extLst>
          </p:cNvPr>
          <p:cNvSpPr/>
          <p:nvPr userDrawn="1"/>
        </p:nvSpPr>
        <p:spPr>
          <a:xfrm>
            <a:off x="624418" y="5075655"/>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6</a:t>
            </a:r>
          </a:p>
        </p:txBody>
      </p:sp>
      <p:sp>
        <p:nvSpPr>
          <p:cNvPr id="31" name="Rectangle 30">
            <a:extLst>
              <a:ext uri="{FF2B5EF4-FFF2-40B4-BE49-F238E27FC236}">
                <a16:creationId xmlns:a16="http://schemas.microsoft.com/office/drawing/2014/main" id="{9B5306E0-61DD-104F-93DD-9C840B7CDCA6}"/>
              </a:ext>
            </a:extLst>
          </p:cNvPr>
          <p:cNvSpPr/>
          <p:nvPr userDrawn="1"/>
        </p:nvSpPr>
        <p:spPr>
          <a:xfrm>
            <a:off x="624418" y="5713218"/>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7</a:t>
            </a:r>
          </a:p>
        </p:txBody>
      </p:sp>
    </p:spTree>
    <p:extLst>
      <p:ext uri="{BB962C8B-B14F-4D97-AF65-F5344CB8AC3E}">
        <p14:creationId xmlns:p14="http://schemas.microsoft.com/office/powerpoint/2010/main" val="167705827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_TOC Slide - Main">
    <p:spTree>
      <p:nvGrpSpPr>
        <p:cNvPr id="1" name=""/>
        <p:cNvGrpSpPr/>
        <p:nvPr/>
      </p:nvGrpSpPr>
      <p:grpSpPr>
        <a:xfrm>
          <a:off x="0" y="0"/>
          <a:ext cx="0" cy="0"/>
          <a:chOff x="0" y="0"/>
          <a:chExt cx="0" cy="0"/>
        </a:xfrm>
      </p:grpSpPr>
      <p:sp>
        <p:nvSpPr>
          <p:cNvPr id="4" name="TextBox 3"/>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2" name="Title 1"/>
          <p:cNvSpPr>
            <a:spLocks noGrp="1"/>
          </p:cNvSpPr>
          <p:nvPr>
            <p:ph type="title" hasCustomPrompt="1"/>
          </p:nvPr>
        </p:nvSpPr>
        <p:spPr>
          <a:xfrm>
            <a:off x="609600" y="1"/>
            <a:ext cx="4286552" cy="1600201"/>
          </a:xfrm>
        </p:spPr>
        <p:txBody>
          <a:bodyPr/>
          <a:lstStyle/>
          <a:p>
            <a:r>
              <a:rPr lang="en-US"/>
              <a:t>Contents</a:t>
            </a:r>
          </a:p>
        </p:txBody>
      </p:sp>
      <p:sp>
        <p:nvSpPr>
          <p:cNvPr id="34" name="Text Placeholder 6"/>
          <p:cNvSpPr>
            <a:spLocks noGrp="1"/>
          </p:cNvSpPr>
          <p:nvPr>
            <p:ph type="body" sz="quarter" idx="11" hasCustomPrompt="1"/>
          </p:nvPr>
        </p:nvSpPr>
        <p:spPr>
          <a:xfrm>
            <a:off x="1311549" y="1849598"/>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dirty="0"/>
              <a:t>Section Name</a:t>
            </a:r>
          </a:p>
        </p:txBody>
      </p:sp>
      <p:cxnSp>
        <p:nvCxnSpPr>
          <p:cNvPr id="37" name="Straight Connector 36"/>
          <p:cNvCxnSpPr/>
          <p:nvPr userDrawn="1"/>
        </p:nvCxnSpPr>
        <p:spPr>
          <a:xfrm>
            <a:off x="1311549" y="2369027"/>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8" name="Text Placeholder 6"/>
          <p:cNvSpPr>
            <a:spLocks noGrp="1"/>
          </p:cNvSpPr>
          <p:nvPr>
            <p:ph type="body" sz="quarter" idx="19" hasCustomPrompt="1"/>
          </p:nvPr>
        </p:nvSpPr>
        <p:spPr>
          <a:xfrm>
            <a:off x="1311549" y="2488710"/>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40" name="Straight Connector 39"/>
          <p:cNvCxnSpPr/>
          <p:nvPr userDrawn="1"/>
        </p:nvCxnSpPr>
        <p:spPr>
          <a:xfrm>
            <a:off x="1311549" y="3008139"/>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2" name="Text Placeholder 6"/>
          <p:cNvSpPr>
            <a:spLocks noGrp="1"/>
          </p:cNvSpPr>
          <p:nvPr>
            <p:ph type="body" sz="quarter" idx="21" hasCustomPrompt="1"/>
          </p:nvPr>
        </p:nvSpPr>
        <p:spPr>
          <a:xfrm>
            <a:off x="1311549" y="3134786"/>
            <a:ext cx="6886537" cy="519429"/>
          </a:xfrm>
          <a:prstGeom prst="rect">
            <a:avLst/>
          </a:prstGeom>
        </p:spPr>
        <p:txBody>
          <a:bodyPr vert="horz" wrap="none" lIns="0" tIns="0" rIns="0" bIns="0" anchor="ctr" anchorCtr="0"/>
          <a:lstStyle>
            <a:lvl1pPr marL="0" indent="0">
              <a:buNone/>
              <a:defRPr sz="2667" b="1">
                <a:solidFill>
                  <a:srgbClr val="333333"/>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44" name="Straight Connector 43"/>
          <p:cNvCxnSpPr/>
          <p:nvPr userDrawn="1"/>
        </p:nvCxnSpPr>
        <p:spPr>
          <a:xfrm>
            <a:off x="1311549" y="3654215"/>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9" name="Text Placeholder 6"/>
          <p:cNvSpPr>
            <a:spLocks noGrp="1"/>
          </p:cNvSpPr>
          <p:nvPr>
            <p:ph type="body" sz="quarter" idx="23" hasCustomPrompt="1"/>
          </p:nvPr>
        </p:nvSpPr>
        <p:spPr>
          <a:xfrm>
            <a:off x="1311549" y="3782197"/>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1" name="Straight Connector 50"/>
          <p:cNvCxnSpPr/>
          <p:nvPr userDrawn="1"/>
        </p:nvCxnSpPr>
        <p:spPr>
          <a:xfrm>
            <a:off x="1311549" y="4301627"/>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2" name="Text Placeholder 6"/>
          <p:cNvSpPr>
            <a:spLocks noGrp="1"/>
          </p:cNvSpPr>
          <p:nvPr>
            <p:ph type="body" sz="quarter" idx="25" hasCustomPrompt="1"/>
          </p:nvPr>
        </p:nvSpPr>
        <p:spPr>
          <a:xfrm>
            <a:off x="1311549" y="4437910"/>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4" name="Straight Connector 53"/>
          <p:cNvCxnSpPr/>
          <p:nvPr userDrawn="1"/>
        </p:nvCxnSpPr>
        <p:spPr>
          <a:xfrm>
            <a:off x="1311549" y="4957339"/>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5" name="Text Placeholder 6"/>
          <p:cNvSpPr>
            <a:spLocks noGrp="1"/>
          </p:cNvSpPr>
          <p:nvPr>
            <p:ph type="body" sz="quarter" idx="27" hasCustomPrompt="1"/>
          </p:nvPr>
        </p:nvSpPr>
        <p:spPr>
          <a:xfrm>
            <a:off x="1311549" y="5085322"/>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7" name="Straight Connector 56"/>
          <p:cNvCxnSpPr/>
          <p:nvPr userDrawn="1"/>
        </p:nvCxnSpPr>
        <p:spPr>
          <a:xfrm>
            <a:off x="1311549" y="5604751"/>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8" name="Text Placeholder 6"/>
          <p:cNvSpPr>
            <a:spLocks noGrp="1"/>
          </p:cNvSpPr>
          <p:nvPr>
            <p:ph type="body" sz="quarter" idx="29" hasCustomPrompt="1"/>
          </p:nvPr>
        </p:nvSpPr>
        <p:spPr>
          <a:xfrm>
            <a:off x="1311549" y="5732732"/>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60" name="Straight Connector 59"/>
          <p:cNvCxnSpPr/>
          <p:nvPr userDrawn="1"/>
        </p:nvCxnSpPr>
        <p:spPr>
          <a:xfrm>
            <a:off x="1311549" y="6252161"/>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27146A4F-6A3F-EF4B-929E-5836F6BDE5E3}"/>
              </a:ext>
            </a:extLst>
          </p:cNvPr>
          <p:cNvSpPr/>
          <p:nvPr userDrawn="1"/>
        </p:nvSpPr>
        <p:spPr>
          <a:xfrm>
            <a:off x="624418" y="1854282"/>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1</a:t>
            </a:r>
          </a:p>
        </p:txBody>
      </p:sp>
      <p:sp>
        <p:nvSpPr>
          <p:cNvPr id="26" name="Rectangle 25">
            <a:extLst>
              <a:ext uri="{FF2B5EF4-FFF2-40B4-BE49-F238E27FC236}">
                <a16:creationId xmlns:a16="http://schemas.microsoft.com/office/drawing/2014/main" id="{539E3358-3387-0344-A4E5-7F543009BFF7}"/>
              </a:ext>
            </a:extLst>
          </p:cNvPr>
          <p:cNvSpPr/>
          <p:nvPr userDrawn="1"/>
        </p:nvSpPr>
        <p:spPr>
          <a:xfrm>
            <a:off x="624418" y="2491846"/>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2</a:t>
            </a:r>
          </a:p>
        </p:txBody>
      </p:sp>
      <p:sp>
        <p:nvSpPr>
          <p:cNvPr id="27" name="Rectangle 26">
            <a:extLst>
              <a:ext uri="{FF2B5EF4-FFF2-40B4-BE49-F238E27FC236}">
                <a16:creationId xmlns:a16="http://schemas.microsoft.com/office/drawing/2014/main" id="{C386C688-264C-8644-BF91-47516BE962DC}"/>
              </a:ext>
            </a:extLst>
          </p:cNvPr>
          <p:cNvSpPr/>
          <p:nvPr userDrawn="1"/>
        </p:nvSpPr>
        <p:spPr>
          <a:xfrm>
            <a:off x="624418" y="3129408"/>
            <a:ext cx="575431" cy="51942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3</a:t>
            </a:r>
          </a:p>
        </p:txBody>
      </p:sp>
      <p:sp>
        <p:nvSpPr>
          <p:cNvPr id="28" name="Rectangle 27">
            <a:extLst>
              <a:ext uri="{FF2B5EF4-FFF2-40B4-BE49-F238E27FC236}">
                <a16:creationId xmlns:a16="http://schemas.microsoft.com/office/drawing/2014/main" id="{DDA01238-AB3B-E34F-9AEA-F4E521E46353}"/>
              </a:ext>
            </a:extLst>
          </p:cNvPr>
          <p:cNvSpPr/>
          <p:nvPr userDrawn="1"/>
        </p:nvSpPr>
        <p:spPr>
          <a:xfrm>
            <a:off x="624418" y="3766972"/>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4</a:t>
            </a:r>
          </a:p>
        </p:txBody>
      </p:sp>
      <p:sp>
        <p:nvSpPr>
          <p:cNvPr id="29" name="Rectangle 28">
            <a:extLst>
              <a:ext uri="{FF2B5EF4-FFF2-40B4-BE49-F238E27FC236}">
                <a16:creationId xmlns:a16="http://schemas.microsoft.com/office/drawing/2014/main" id="{3964A093-D04E-9548-A592-9ADBD095FB82}"/>
              </a:ext>
            </a:extLst>
          </p:cNvPr>
          <p:cNvSpPr/>
          <p:nvPr userDrawn="1"/>
        </p:nvSpPr>
        <p:spPr>
          <a:xfrm>
            <a:off x="624418" y="4426906"/>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5</a:t>
            </a:r>
          </a:p>
        </p:txBody>
      </p:sp>
      <p:sp>
        <p:nvSpPr>
          <p:cNvPr id="30" name="Rectangle 29">
            <a:extLst>
              <a:ext uri="{FF2B5EF4-FFF2-40B4-BE49-F238E27FC236}">
                <a16:creationId xmlns:a16="http://schemas.microsoft.com/office/drawing/2014/main" id="{37FAEEF9-51BD-7547-9D28-C4D1709E8B36}"/>
              </a:ext>
            </a:extLst>
          </p:cNvPr>
          <p:cNvSpPr/>
          <p:nvPr userDrawn="1"/>
        </p:nvSpPr>
        <p:spPr>
          <a:xfrm>
            <a:off x="624418" y="5075655"/>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6</a:t>
            </a:r>
          </a:p>
        </p:txBody>
      </p:sp>
      <p:sp>
        <p:nvSpPr>
          <p:cNvPr id="31" name="Rectangle 30">
            <a:extLst>
              <a:ext uri="{FF2B5EF4-FFF2-40B4-BE49-F238E27FC236}">
                <a16:creationId xmlns:a16="http://schemas.microsoft.com/office/drawing/2014/main" id="{9B5306E0-61DD-104F-93DD-9C840B7CDCA6}"/>
              </a:ext>
            </a:extLst>
          </p:cNvPr>
          <p:cNvSpPr/>
          <p:nvPr userDrawn="1"/>
        </p:nvSpPr>
        <p:spPr>
          <a:xfrm>
            <a:off x="624418" y="5713218"/>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7</a:t>
            </a:r>
          </a:p>
        </p:txBody>
      </p:sp>
    </p:spTree>
    <p:extLst>
      <p:ext uri="{BB962C8B-B14F-4D97-AF65-F5344CB8AC3E}">
        <p14:creationId xmlns:p14="http://schemas.microsoft.com/office/powerpoint/2010/main" val="136447069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_TOC Slide - Main">
    <p:spTree>
      <p:nvGrpSpPr>
        <p:cNvPr id="1" name=""/>
        <p:cNvGrpSpPr/>
        <p:nvPr/>
      </p:nvGrpSpPr>
      <p:grpSpPr>
        <a:xfrm>
          <a:off x="0" y="0"/>
          <a:ext cx="0" cy="0"/>
          <a:chOff x="0" y="0"/>
          <a:chExt cx="0" cy="0"/>
        </a:xfrm>
      </p:grpSpPr>
      <p:sp>
        <p:nvSpPr>
          <p:cNvPr id="4" name="TextBox 3"/>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2" name="Title 1"/>
          <p:cNvSpPr>
            <a:spLocks noGrp="1"/>
          </p:cNvSpPr>
          <p:nvPr>
            <p:ph type="title" hasCustomPrompt="1"/>
          </p:nvPr>
        </p:nvSpPr>
        <p:spPr>
          <a:xfrm>
            <a:off x="609600" y="1"/>
            <a:ext cx="4286552" cy="1600201"/>
          </a:xfrm>
        </p:spPr>
        <p:txBody>
          <a:bodyPr/>
          <a:lstStyle/>
          <a:p>
            <a:r>
              <a:rPr lang="en-US"/>
              <a:t>Contents</a:t>
            </a:r>
          </a:p>
        </p:txBody>
      </p:sp>
      <p:sp>
        <p:nvSpPr>
          <p:cNvPr id="34" name="Text Placeholder 6"/>
          <p:cNvSpPr>
            <a:spLocks noGrp="1"/>
          </p:cNvSpPr>
          <p:nvPr>
            <p:ph type="body" sz="quarter" idx="11" hasCustomPrompt="1"/>
          </p:nvPr>
        </p:nvSpPr>
        <p:spPr>
          <a:xfrm>
            <a:off x="1311549" y="1849598"/>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dirty="0"/>
              <a:t>Section Name</a:t>
            </a:r>
          </a:p>
        </p:txBody>
      </p:sp>
      <p:cxnSp>
        <p:nvCxnSpPr>
          <p:cNvPr id="37" name="Straight Connector 36"/>
          <p:cNvCxnSpPr/>
          <p:nvPr userDrawn="1"/>
        </p:nvCxnSpPr>
        <p:spPr>
          <a:xfrm>
            <a:off x="1311549" y="2369027"/>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8" name="Text Placeholder 6"/>
          <p:cNvSpPr>
            <a:spLocks noGrp="1"/>
          </p:cNvSpPr>
          <p:nvPr>
            <p:ph type="body" sz="quarter" idx="19" hasCustomPrompt="1"/>
          </p:nvPr>
        </p:nvSpPr>
        <p:spPr>
          <a:xfrm>
            <a:off x="1311549" y="2488710"/>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40" name="Straight Connector 39"/>
          <p:cNvCxnSpPr/>
          <p:nvPr userDrawn="1"/>
        </p:nvCxnSpPr>
        <p:spPr>
          <a:xfrm>
            <a:off x="1311549" y="3008139"/>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2" name="Text Placeholder 6"/>
          <p:cNvSpPr>
            <a:spLocks noGrp="1"/>
          </p:cNvSpPr>
          <p:nvPr>
            <p:ph type="body" sz="quarter" idx="21" hasCustomPrompt="1"/>
          </p:nvPr>
        </p:nvSpPr>
        <p:spPr>
          <a:xfrm>
            <a:off x="1311549" y="3134786"/>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44" name="Straight Connector 43"/>
          <p:cNvCxnSpPr/>
          <p:nvPr userDrawn="1"/>
        </p:nvCxnSpPr>
        <p:spPr>
          <a:xfrm>
            <a:off x="1311549" y="3654215"/>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9" name="Text Placeholder 6"/>
          <p:cNvSpPr>
            <a:spLocks noGrp="1"/>
          </p:cNvSpPr>
          <p:nvPr>
            <p:ph type="body" sz="quarter" idx="23" hasCustomPrompt="1"/>
          </p:nvPr>
        </p:nvSpPr>
        <p:spPr>
          <a:xfrm>
            <a:off x="1311549" y="3782197"/>
            <a:ext cx="6886537" cy="519429"/>
          </a:xfrm>
          <a:prstGeom prst="rect">
            <a:avLst/>
          </a:prstGeom>
        </p:spPr>
        <p:txBody>
          <a:bodyPr vert="horz" wrap="none" lIns="0" tIns="0" rIns="0" bIns="0" anchor="ctr" anchorCtr="0"/>
          <a:lstStyle>
            <a:lvl1pPr marL="0" indent="0">
              <a:buNone/>
              <a:defRPr sz="2667" b="1">
                <a:solidFill>
                  <a:srgbClr val="333333"/>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1" name="Straight Connector 50"/>
          <p:cNvCxnSpPr/>
          <p:nvPr userDrawn="1"/>
        </p:nvCxnSpPr>
        <p:spPr>
          <a:xfrm>
            <a:off x="1311549" y="4301627"/>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2" name="Text Placeholder 6"/>
          <p:cNvSpPr>
            <a:spLocks noGrp="1"/>
          </p:cNvSpPr>
          <p:nvPr>
            <p:ph type="body" sz="quarter" idx="25" hasCustomPrompt="1"/>
          </p:nvPr>
        </p:nvSpPr>
        <p:spPr>
          <a:xfrm>
            <a:off x="1311549" y="4437910"/>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4" name="Straight Connector 53"/>
          <p:cNvCxnSpPr/>
          <p:nvPr userDrawn="1"/>
        </p:nvCxnSpPr>
        <p:spPr>
          <a:xfrm>
            <a:off x="1311549" y="4957339"/>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5" name="Text Placeholder 6"/>
          <p:cNvSpPr>
            <a:spLocks noGrp="1"/>
          </p:cNvSpPr>
          <p:nvPr>
            <p:ph type="body" sz="quarter" idx="27" hasCustomPrompt="1"/>
          </p:nvPr>
        </p:nvSpPr>
        <p:spPr>
          <a:xfrm>
            <a:off x="1311549" y="5085322"/>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7" name="Straight Connector 56"/>
          <p:cNvCxnSpPr/>
          <p:nvPr userDrawn="1"/>
        </p:nvCxnSpPr>
        <p:spPr>
          <a:xfrm>
            <a:off x="1311549" y="5604751"/>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8" name="Text Placeholder 6"/>
          <p:cNvSpPr>
            <a:spLocks noGrp="1"/>
          </p:cNvSpPr>
          <p:nvPr>
            <p:ph type="body" sz="quarter" idx="29" hasCustomPrompt="1"/>
          </p:nvPr>
        </p:nvSpPr>
        <p:spPr>
          <a:xfrm>
            <a:off x="1311549" y="5732732"/>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60" name="Straight Connector 59"/>
          <p:cNvCxnSpPr/>
          <p:nvPr userDrawn="1"/>
        </p:nvCxnSpPr>
        <p:spPr>
          <a:xfrm>
            <a:off x="1311549" y="6252161"/>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27146A4F-6A3F-EF4B-929E-5836F6BDE5E3}"/>
              </a:ext>
            </a:extLst>
          </p:cNvPr>
          <p:cNvSpPr/>
          <p:nvPr userDrawn="1"/>
        </p:nvSpPr>
        <p:spPr>
          <a:xfrm>
            <a:off x="624418" y="1854282"/>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1</a:t>
            </a:r>
          </a:p>
        </p:txBody>
      </p:sp>
      <p:sp>
        <p:nvSpPr>
          <p:cNvPr id="26" name="Rectangle 25">
            <a:extLst>
              <a:ext uri="{FF2B5EF4-FFF2-40B4-BE49-F238E27FC236}">
                <a16:creationId xmlns:a16="http://schemas.microsoft.com/office/drawing/2014/main" id="{539E3358-3387-0344-A4E5-7F543009BFF7}"/>
              </a:ext>
            </a:extLst>
          </p:cNvPr>
          <p:cNvSpPr/>
          <p:nvPr userDrawn="1"/>
        </p:nvSpPr>
        <p:spPr>
          <a:xfrm>
            <a:off x="624418" y="2491846"/>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2</a:t>
            </a:r>
          </a:p>
        </p:txBody>
      </p:sp>
      <p:sp>
        <p:nvSpPr>
          <p:cNvPr id="27" name="Rectangle 26">
            <a:extLst>
              <a:ext uri="{FF2B5EF4-FFF2-40B4-BE49-F238E27FC236}">
                <a16:creationId xmlns:a16="http://schemas.microsoft.com/office/drawing/2014/main" id="{C386C688-264C-8644-BF91-47516BE962DC}"/>
              </a:ext>
            </a:extLst>
          </p:cNvPr>
          <p:cNvSpPr/>
          <p:nvPr userDrawn="1"/>
        </p:nvSpPr>
        <p:spPr>
          <a:xfrm>
            <a:off x="624418" y="3129408"/>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3</a:t>
            </a:r>
          </a:p>
        </p:txBody>
      </p:sp>
      <p:sp>
        <p:nvSpPr>
          <p:cNvPr id="28" name="Rectangle 27">
            <a:extLst>
              <a:ext uri="{FF2B5EF4-FFF2-40B4-BE49-F238E27FC236}">
                <a16:creationId xmlns:a16="http://schemas.microsoft.com/office/drawing/2014/main" id="{DDA01238-AB3B-E34F-9AEA-F4E521E46353}"/>
              </a:ext>
            </a:extLst>
          </p:cNvPr>
          <p:cNvSpPr/>
          <p:nvPr userDrawn="1"/>
        </p:nvSpPr>
        <p:spPr>
          <a:xfrm>
            <a:off x="624418" y="3766972"/>
            <a:ext cx="575431" cy="51942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4</a:t>
            </a:r>
          </a:p>
        </p:txBody>
      </p:sp>
      <p:sp>
        <p:nvSpPr>
          <p:cNvPr id="29" name="Rectangle 28">
            <a:extLst>
              <a:ext uri="{FF2B5EF4-FFF2-40B4-BE49-F238E27FC236}">
                <a16:creationId xmlns:a16="http://schemas.microsoft.com/office/drawing/2014/main" id="{3964A093-D04E-9548-A592-9ADBD095FB82}"/>
              </a:ext>
            </a:extLst>
          </p:cNvPr>
          <p:cNvSpPr/>
          <p:nvPr userDrawn="1"/>
        </p:nvSpPr>
        <p:spPr>
          <a:xfrm>
            <a:off x="624418" y="4426906"/>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5</a:t>
            </a:r>
          </a:p>
        </p:txBody>
      </p:sp>
      <p:sp>
        <p:nvSpPr>
          <p:cNvPr id="30" name="Rectangle 29">
            <a:extLst>
              <a:ext uri="{FF2B5EF4-FFF2-40B4-BE49-F238E27FC236}">
                <a16:creationId xmlns:a16="http://schemas.microsoft.com/office/drawing/2014/main" id="{37FAEEF9-51BD-7547-9D28-C4D1709E8B36}"/>
              </a:ext>
            </a:extLst>
          </p:cNvPr>
          <p:cNvSpPr/>
          <p:nvPr userDrawn="1"/>
        </p:nvSpPr>
        <p:spPr>
          <a:xfrm>
            <a:off x="624418" y="5075655"/>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6</a:t>
            </a:r>
          </a:p>
        </p:txBody>
      </p:sp>
      <p:sp>
        <p:nvSpPr>
          <p:cNvPr id="31" name="Rectangle 30">
            <a:extLst>
              <a:ext uri="{FF2B5EF4-FFF2-40B4-BE49-F238E27FC236}">
                <a16:creationId xmlns:a16="http://schemas.microsoft.com/office/drawing/2014/main" id="{9B5306E0-61DD-104F-93DD-9C840B7CDCA6}"/>
              </a:ext>
            </a:extLst>
          </p:cNvPr>
          <p:cNvSpPr/>
          <p:nvPr userDrawn="1"/>
        </p:nvSpPr>
        <p:spPr>
          <a:xfrm>
            <a:off x="624418" y="5713218"/>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7</a:t>
            </a:r>
          </a:p>
        </p:txBody>
      </p:sp>
    </p:spTree>
    <p:extLst>
      <p:ext uri="{BB962C8B-B14F-4D97-AF65-F5344CB8AC3E}">
        <p14:creationId xmlns:p14="http://schemas.microsoft.com/office/powerpoint/2010/main" val="411144852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5_TOC Slide - Main">
    <p:spTree>
      <p:nvGrpSpPr>
        <p:cNvPr id="1" name=""/>
        <p:cNvGrpSpPr/>
        <p:nvPr/>
      </p:nvGrpSpPr>
      <p:grpSpPr>
        <a:xfrm>
          <a:off x="0" y="0"/>
          <a:ext cx="0" cy="0"/>
          <a:chOff x="0" y="0"/>
          <a:chExt cx="0" cy="0"/>
        </a:xfrm>
      </p:grpSpPr>
      <p:sp>
        <p:nvSpPr>
          <p:cNvPr id="4" name="TextBox 3"/>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2" name="Title 1"/>
          <p:cNvSpPr>
            <a:spLocks noGrp="1"/>
          </p:cNvSpPr>
          <p:nvPr>
            <p:ph type="title" hasCustomPrompt="1"/>
          </p:nvPr>
        </p:nvSpPr>
        <p:spPr>
          <a:xfrm>
            <a:off x="609600" y="1"/>
            <a:ext cx="4286552" cy="1600201"/>
          </a:xfrm>
        </p:spPr>
        <p:txBody>
          <a:bodyPr/>
          <a:lstStyle/>
          <a:p>
            <a:r>
              <a:rPr lang="en-US"/>
              <a:t>Contents</a:t>
            </a:r>
          </a:p>
        </p:txBody>
      </p:sp>
      <p:sp>
        <p:nvSpPr>
          <p:cNvPr id="34" name="Text Placeholder 6"/>
          <p:cNvSpPr>
            <a:spLocks noGrp="1"/>
          </p:cNvSpPr>
          <p:nvPr>
            <p:ph type="body" sz="quarter" idx="11" hasCustomPrompt="1"/>
          </p:nvPr>
        </p:nvSpPr>
        <p:spPr>
          <a:xfrm>
            <a:off x="1311549" y="1849598"/>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dirty="0"/>
              <a:t>Section Name</a:t>
            </a:r>
          </a:p>
        </p:txBody>
      </p:sp>
      <p:cxnSp>
        <p:nvCxnSpPr>
          <p:cNvPr id="37" name="Straight Connector 36"/>
          <p:cNvCxnSpPr/>
          <p:nvPr userDrawn="1"/>
        </p:nvCxnSpPr>
        <p:spPr>
          <a:xfrm>
            <a:off x="1311549" y="2369027"/>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8" name="Text Placeholder 6"/>
          <p:cNvSpPr>
            <a:spLocks noGrp="1"/>
          </p:cNvSpPr>
          <p:nvPr>
            <p:ph type="body" sz="quarter" idx="19" hasCustomPrompt="1"/>
          </p:nvPr>
        </p:nvSpPr>
        <p:spPr>
          <a:xfrm>
            <a:off x="1311549" y="2488710"/>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40" name="Straight Connector 39"/>
          <p:cNvCxnSpPr/>
          <p:nvPr userDrawn="1"/>
        </p:nvCxnSpPr>
        <p:spPr>
          <a:xfrm>
            <a:off x="1311549" y="3008139"/>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2" name="Text Placeholder 6"/>
          <p:cNvSpPr>
            <a:spLocks noGrp="1"/>
          </p:cNvSpPr>
          <p:nvPr>
            <p:ph type="body" sz="quarter" idx="21" hasCustomPrompt="1"/>
          </p:nvPr>
        </p:nvSpPr>
        <p:spPr>
          <a:xfrm>
            <a:off x="1311549" y="3134786"/>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44" name="Straight Connector 43"/>
          <p:cNvCxnSpPr/>
          <p:nvPr userDrawn="1"/>
        </p:nvCxnSpPr>
        <p:spPr>
          <a:xfrm>
            <a:off x="1311549" y="3654215"/>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9" name="Text Placeholder 6"/>
          <p:cNvSpPr>
            <a:spLocks noGrp="1"/>
          </p:cNvSpPr>
          <p:nvPr>
            <p:ph type="body" sz="quarter" idx="23" hasCustomPrompt="1"/>
          </p:nvPr>
        </p:nvSpPr>
        <p:spPr>
          <a:xfrm>
            <a:off x="1311549" y="3782197"/>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1" name="Straight Connector 50"/>
          <p:cNvCxnSpPr/>
          <p:nvPr userDrawn="1"/>
        </p:nvCxnSpPr>
        <p:spPr>
          <a:xfrm>
            <a:off x="1311549" y="4301627"/>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2" name="Text Placeholder 6"/>
          <p:cNvSpPr>
            <a:spLocks noGrp="1"/>
          </p:cNvSpPr>
          <p:nvPr>
            <p:ph type="body" sz="quarter" idx="25" hasCustomPrompt="1"/>
          </p:nvPr>
        </p:nvSpPr>
        <p:spPr>
          <a:xfrm>
            <a:off x="1311549" y="4437910"/>
            <a:ext cx="6886537" cy="519429"/>
          </a:xfrm>
          <a:prstGeom prst="rect">
            <a:avLst/>
          </a:prstGeom>
        </p:spPr>
        <p:txBody>
          <a:bodyPr vert="horz" wrap="none" lIns="0" tIns="0" rIns="0" bIns="0" anchor="ctr" anchorCtr="0"/>
          <a:lstStyle>
            <a:lvl1pPr marL="0" indent="0">
              <a:buNone/>
              <a:defRPr sz="2667" b="1">
                <a:solidFill>
                  <a:srgbClr val="333333"/>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4" name="Straight Connector 53"/>
          <p:cNvCxnSpPr/>
          <p:nvPr userDrawn="1"/>
        </p:nvCxnSpPr>
        <p:spPr>
          <a:xfrm>
            <a:off x="1311549" y="4957339"/>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5" name="Text Placeholder 6"/>
          <p:cNvSpPr>
            <a:spLocks noGrp="1"/>
          </p:cNvSpPr>
          <p:nvPr>
            <p:ph type="body" sz="quarter" idx="27" hasCustomPrompt="1"/>
          </p:nvPr>
        </p:nvSpPr>
        <p:spPr>
          <a:xfrm>
            <a:off x="1311549" y="5085322"/>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7" name="Straight Connector 56"/>
          <p:cNvCxnSpPr/>
          <p:nvPr userDrawn="1"/>
        </p:nvCxnSpPr>
        <p:spPr>
          <a:xfrm>
            <a:off x="1311549" y="5604751"/>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8" name="Text Placeholder 6"/>
          <p:cNvSpPr>
            <a:spLocks noGrp="1"/>
          </p:cNvSpPr>
          <p:nvPr>
            <p:ph type="body" sz="quarter" idx="29" hasCustomPrompt="1"/>
          </p:nvPr>
        </p:nvSpPr>
        <p:spPr>
          <a:xfrm>
            <a:off x="1311549" y="5732732"/>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60" name="Straight Connector 59"/>
          <p:cNvCxnSpPr/>
          <p:nvPr userDrawn="1"/>
        </p:nvCxnSpPr>
        <p:spPr>
          <a:xfrm>
            <a:off x="1311549" y="6252161"/>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27146A4F-6A3F-EF4B-929E-5836F6BDE5E3}"/>
              </a:ext>
            </a:extLst>
          </p:cNvPr>
          <p:cNvSpPr/>
          <p:nvPr userDrawn="1"/>
        </p:nvSpPr>
        <p:spPr>
          <a:xfrm>
            <a:off x="624418" y="1854282"/>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1</a:t>
            </a:r>
          </a:p>
        </p:txBody>
      </p:sp>
      <p:sp>
        <p:nvSpPr>
          <p:cNvPr id="26" name="Rectangle 25">
            <a:extLst>
              <a:ext uri="{FF2B5EF4-FFF2-40B4-BE49-F238E27FC236}">
                <a16:creationId xmlns:a16="http://schemas.microsoft.com/office/drawing/2014/main" id="{539E3358-3387-0344-A4E5-7F543009BFF7}"/>
              </a:ext>
            </a:extLst>
          </p:cNvPr>
          <p:cNvSpPr/>
          <p:nvPr userDrawn="1"/>
        </p:nvSpPr>
        <p:spPr>
          <a:xfrm>
            <a:off x="624418" y="2491846"/>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2</a:t>
            </a:r>
          </a:p>
        </p:txBody>
      </p:sp>
      <p:sp>
        <p:nvSpPr>
          <p:cNvPr id="27" name="Rectangle 26">
            <a:extLst>
              <a:ext uri="{FF2B5EF4-FFF2-40B4-BE49-F238E27FC236}">
                <a16:creationId xmlns:a16="http://schemas.microsoft.com/office/drawing/2014/main" id="{C386C688-264C-8644-BF91-47516BE962DC}"/>
              </a:ext>
            </a:extLst>
          </p:cNvPr>
          <p:cNvSpPr/>
          <p:nvPr userDrawn="1"/>
        </p:nvSpPr>
        <p:spPr>
          <a:xfrm>
            <a:off x="624418" y="3129408"/>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3</a:t>
            </a:r>
          </a:p>
        </p:txBody>
      </p:sp>
      <p:sp>
        <p:nvSpPr>
          <p:cNvPr id="28" name="Rectangle 27">
            <a:extLst>
              <a:ext uri="{FF2B5EF4-FFF2-40B4-BE49-F238E27FC236}">
                <a16:creationId xmlns:a16="http://schemas.microsoft.com/office/drawing/2014/main" id="{DDA01238-AB3B-E34F-9AEA-F4E521E46353}"/>
              </a:ext>
            </a:extLst>
          </p:cNvPr>
          <p:cNvSpPr/>
          <p:nvPr userDrawn="1"/>
        </p:nvSpPr>
        <p:spPr>
          <a:xfrm>
            <a:off x="624418" y="3766972"/>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4</a:t>
            </a:r>
          </a:p>
        </p:txBody>
      </p:sp>
      <p:sp>
        <p:nvSpPr>
          <p:cNvPr id="29" name="Rectangle 28">
            <a:extLst>
              <a:ext uri="{FF2B5EF4-FFF2-40B4-BE49-F238E27FC236}">
                <a16:creationId xmlns:a16="http://schemas.microsoft.com/office/drawing/2014/main" id="{3964A093-D04E-9548-A592-9ADBD095FB82}"/>
              </a:ext>
            </a:extLst>
          </p:cNvPr>
          <p:cNvSpPr/>
          <p:nvPr userDrawn="1"/>
        </p:nvSpPr>
        <p:spPr>
          <a:xfrm>
            <a:off x="624418" y="4426906"/>
            <a:ext cx="575431" cy="51942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5</a:t>
            </a:r>
          </a:p>
        </p:txBody>
      </p:sp>
      <p:sp>
        <p:nvSpPr>
          <p:cNvPr id="30" name="Rectangle 29">
            <a:extLst>
              <a:ext uri="{FF2B5EF4-FFF2-40B4-BE49-F238E27FC236}">
                <a16:creationId xmlns:a16="http://schemas.microsoft.com/office/drawing/2014/main" id="{37FAEEF9-51BD-7547-9D28-C4D1709E8B36}"/>
              </a:ext>
            </a:extLst>
          </p:cNvPr>
          <p:cNvSpPr/>
          <p:nvPr userDrawn="1"/>
        </p:nvSpPr>
        <p:spPr>
          <a:xfrm>
            <a:off x="624418" y="5075655"/>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6</a:t>
            </a:r>
          </a:p>
        </p:txBody>
      </p:sp>
      <p:sp>
        <p:nvSpPr>
          <p:cNvPr id="31" name="Rectangle 30">
            <a:extLst>
              <a:ext uri="{FF2B5EF4-FFF2-40B4-BE49-F238E27FC236}">
                <a16:creationId xmlns:a16="http://schemas.microsoft.com/office/drawing/2014/main" id="{9B5306E0-61DD-104F-93DD-9C840B7CDCA6}"/>
              </a:ext>
            </a:extLst>
          </p:cNvPr>
          <p:cNvSpPr/>
          <p:nvPr userDrawn="1"/>
        </p:nvSpPr>
        <p:spPr>
          <a:xfrm>
            <a:off x="624418" y="5713218"/>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7</a:t>
            </a:r>
          </a:p>
        </p:txBody>
      </p:sp>
    </p:spTree>
    <p:extLst>
      <p:ext uri="{BB962C8B-B14F-4D97-AF65-F5344CB8AC3E}">
        <p14:creationId xmlns:p14="http://schemas.microsoft.com/office/powerpoint/2010/main" val="202948111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6_TOC Slide - Main">
    <p:spTree>
      <p:nvGrpSpPr>
        <p:cNvPr id="1" name=""/>
        <p:cNvGrpSpPr/>
        <p:nvPr/>
      </p:nvGrpSpPr>
      <p:grpSpPr>
        <a:xfrm>
          <a:off x="0" y="0"/>
          <a:ext cx="0" cy="0"/>
          <a:chOff x="0" y="0"/>
          <a:chExt cx="0" cy="0"/>
        </a:xfrm>
      </p:grpSpPr>
      <p:sp>
        <p:nvSpPr>
          <p:cNvPr id="4" name="TextBox 3"/>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2" name="Title 1"/>
          <p:cNvSpPr>
            <a:spLocks noGrp="1"/>
          </p:cNvSpPr>
          <p:nvPr>
            <p:ph type="title" hasCustomPrompt="1"/>
          </p:nvPr>
        </p:nvSpPr>
        <p:spPr>
          <a:xfrm>
            <a:off x="609600" y="1"/>
            <a:ext cx="4286552" cy="1600201"/>
          </a:xfrm>
        </p:spPr>
        <p:txBody>
          <a:bodyPr/>
          <a:lstStyle/>
          <a:p>
            <a:r>
              <a:rPr lang="en-US"/>
              <a:t>Contents</a:t>
            </a:r>
          </a:p>
        </p:txBody>
      </p:sp>
      <p:sp>
        <p:nvSpPr>
          <p:cNvPr id="34" name="Text Placeholder 6"/>
          <p:cNvSpPr>
            <a:spLocks noGrp="1"/>
          </p:cNvSpPr>
          <p:nvPr>
            <p:ph type="body" sz="quarter" idx="11" hasCustomPrompt="1"/>
          </p:nvPr>
        </p:nvSpPr>
        <p:spPr>
          <a:xfrm>
            <a:off x="1311549" y="1849598"/>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dirty="0"/>
              <a:t>Section Name</a:t>
            </a:r>
          </a:p>
        </p:txBody>
      </p:sp>
      <p:cxnSp>
        <p:nvCxnSpPr>
          <p:cNvPr id="37" name="Straight Connector 36"/>
          <p:cNvCxnSpPr/>
          <p:nvPr userDrawn="1"/>
        </p:nvCxnSpPr>
        <p:spPr>
          <a:xfrm>
            <a:off x="1311549" y="2369027"/>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8" name="Text Placeholder 6"/>
          <p:cNvSpPr>
            <a:spLocks noGrp="1"/>
          </p:cNvSpPr>
          <p:nvPr>
            <p:ph type="body" sz="quarter" idx="19" hasCustomPrompt="1"/>
          </p:nvPr>
        </p:nvSpPr>
        <p:spPr>
          <a:xfrm>
            <a:off x="1311549" y="2488710"/>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40" name="Straight Connector 39"/>
          <p:cNvCxnSpPr/>
          <p:nvPr userDrawn="1"/>
        </p:nvCxnSpPr>
        <p:spPr>
          <a:xfrm>
            <a:off x="1311549" y="3008139"/>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2" name="Text Placeholder 6"/>
          <p:cNvSpPr>
            <a:spLocks noGrp="1"/>
          </p:cNvSpPr>
          <p:nvPr>
            <p:ph type="body" sz="quarter" idx="21" hasCustomPrompt="1"/>
          </p:nvPr>
        </p:nvSpPr>
        <p:spPr>
          <a:xfrm>
            <a:off x="1311549" y="3134786"/>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44" name="Straight Connector 43"/>
          <p:cNvCxnSpPr/>
          <p:nvPr userDrawn="1"/>
        </p:nvCxnSpPr>
        <p:spPr>
          <a:xfrm>
            <a:off x="1311549" y="3654215"/>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9" name="Text Placeholder 6"/>
          <p:cNvSpPr>
            <a:spLocks noGrp="1"/>
          </p:cNvSpPr>
          <p:nvPr>
            <p:ph type="body" sz="quarter" idx="23" hasCustomPrompt="1"/>
          </p:nvPr>
        </p:nvSpPr>
        <p:spPr>
          <a:xfrm>
            <a:off x="1311549" y="3782197"/>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1" name="Straight Connector 50"/>
          <p:cNvCxnSpPr/>
          <p:nvPr userDrawn="1"/>
        </p:nvCxnSpPr>
        <p:spPr>
          <a:xfrm>
            <a:off x="1311549" y="4301627"/>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2" name="Text Placeholder 6"/>
          <p:cNvSpPr>
            <a:spLocks noGrp="1"/>
          </p:cNvSpPr>
          <p:nvPr>
            <p:ph type="body" sz="quarter" idx="25" hasCustomPrompt="1"/>
          </p:nvPr>
        </p:nvSpPr>
        <p:spPr>
          <a:xfrm>
            <a:off x="1311549" y="4437910"/>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4" name="Straight Connector 53"/>
          <p:cNvCxnSpPr/>
          <p:nvPr userDrawn="1"/>
        </p:nvCxnSpPr>
        <p:spPr>
          <a:xfrm>
            <a:off x="1311549" y="4957339"/>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5" name="Text Placeholder 6"/>
          <p:cNvSpPr>
            <a:spLocks noGrp="1"/>
          </p:cNvSpPr>
          <p:nvPr>
            <p:ph type="body" sz="quarter" idx="27" hasCustomPrompt="1"/>
          </p:nvPr>
        </p:nvSpPr>
        <p:spPr>
          <a:xfrm>
            <a:off x="1311549" y="5085322"/>
            <a:ext cx="6886537" cy="519429"/>
          </a:xfrm>
          <a:prstGeom prst="rect">
            <a:avLst/>
          </a:prstGeom>
        </p:spPr>
        <p:txBody>
          <a:bodyPr vert="horz" wrap="none" lIns="0" tIns="0" rIns="0" bIns="0" anchor="ctr" anchorCtr="0"/>
          <a:lstStyle>
            <a:lvl1pPr marL="0" indent="0">
              <a:buNone/>
              <a:defRPr sz="2667" b="1">
                <a:solidFill>
                  <a:srgbClr val="333333"/>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7" name="Straight Connector 56"/>
          <p:cNvCxnSpPr/>
          <p:nvPr userDrawn="1"/>
        </p:nvCxnSpPr>
        <p:spPr>
          <a:xfrm>
            <a:off x="1311549" y="5604751"/>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8" name="Text Placeholder 6"/>
          <p:cNvSpPr>
            <a:spLocks noGrp="1"/>
          </p:cNvSpPr>
          <p:nvPr>
            <p:ph type="body" sz="quarter" idx="29" hasCustomPrompt="1"/>
          </p:nvPr>
        </p:nvSpPr>
        <p:spPr>
          <a:xfrm>
            <a:off x="1311549" y="5732732"/>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60" name="Straight Connector 59"/>
          <p:cNvCxnSpPr/>
          <p:nvPr userDrawn="1"/>
        </p:nvCxnSpPr>
        <p:spPr>
          <a:xfrm>
            <a:off x="1311549" y="6252161"/>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27146A4F-6A3F-EF4B-929E-5836F6BDE5E3}"/>
              </a:ext>
            </a:extLst>
          </p:cNvPr>
          <p:cNvSpPr/>
          <p:nvPr userDrawn="1"/>
        </p:nvSpPr>
        <p:spPr>
          <a:xfrm>
            <a:off x="624418" y="1854282"/>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1</a:t>
            </a:r>
          </a:p>
        </p:txBody>
      </p:sp>
      <p:sp>
        <p:nvSpPr>
          <p:cNvPr id="26" name="Rectangle 25">
            <a:extLst>
              <a:ext uri="{FF2B5EF4-FFF2-40B4-BE49-F238E27FC236}">
                <a16:creationId xmlns:a16="http://schemas.microsoft.com/office/drawing/2014/main" id="{539E3358-3387-0344-A4E5-7F543009BFF7}"/>
              </a:ext>
            </a:extLst>
          </p:cNvPr>
          <p:cNvSpPr/>
          <p:nvPr userDrawn="1"/>
        </p:nvSpPr>
        <p:spPr>
          <a:xfrm>
            <a:off x="624418" y="2491846"/>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2</a:t>
            </a:r>
          </a:p>
        </p:txBody>
      </p:sp>
      <p:sp>
        <p:nvSpPr>
          <p:cNvPr id="27" name="Rectangle 26">
            <a:extLst>
              <a:ext uri="{FF2B5EF4-FFF2-40B4-BE49-F238E27FC236}">
                <a16:creationId xmlns:a16="http://schemas.microsoft.com/office/drawing/2014/main" id="{C386C688-264C-8644-BF91-47516BE962DC}"/>
              </a:ext>
            </a:extLst>
          </p:cNvPr>
          <p:cNvSpPr/>
          <p:nvPr userDrawn="1"/>
        </p:nvSpPr>
        <p:spPr>
          <a:xfrm>
            <a:off x="624418" y="3129408"/>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3</a:t>
            </a:r>
          </a:p>
        </p:txBody>
      </p:sp>
      <p:sp>
        <p:nvSpPr>
          <p:cNvPr id="28" name="Rectangle 27">
            <a:extLst>
              <a:ext uri="{FF2B5EF4-FFF2-40B4-BE49-F238E27FC236}">
                <a16:creationId xmlns:a16="http://schemas.microsoft.com/office/drawing/2014/main" id="{DDA01238-AB3B-E34F-9AEA-F4E521E46353}"/>
              </a:ext>
            </a:extLst>
          </p:cNvPr>
          <p:cNvSpPr/>
          <p:nvPr userDrawn="1"/>
        </p:nvSpPr>
        <p:spPr>
          <a:xfrm>
            <a:off x="624418" y="3766972"/>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4</a:t>
            </a:r>
          </a:p>
        </p:txBody>
      </p:sp>
      <p:sp>
        <p:nvSpPr>
          <p:cNvPr id="29" name="Rectangle 28">
            <a:extLst>
              <a:ext uri="{FF2B5EF4-FFF2-40B4-BE49-F238E27FC236}">
                <a16:creationId xmlns:a16="http://schemas.microsoft.com/office/drawing/2014/main" id="{3964A093-D04E-9548-A592-9ADBD095FB82}"/>
              </a:ext>
            </a:extLst>
          </p:cNvPr>
          <p:cNvSpPr/>
          <p:nvPr userDrawn="1"/>
        </p:nvSpPr>
        <p:spPr>
          <a:xfrm>
            <a:off x="624418" y="4426906"/>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5</a:t>
            </a:r>
          </a:p>
        </p:txBody>
      </p:sp>
      <p:sp>
        <p:nvSpPr>
          <p:cNvPr id="30" name="Rectangle 29">
            <a:extLst>
              <a:ext uri="{FF2B5EF4-FFF2-40B4-BE49-F238E27FC236}">
                <a16:creationId xmlns:a16="http://schemas.microsoft.com/office/drawing/2014/main" id="{37FAEEF9-51BD-7547-9D28-C4D1709E8B36}"/>
              </a:ext>
            </a:extLst>
          </p:cNvPr>
          <p:cNvSpPr/>
          <p:nvPr userDrawn="1"/>
        </p:nvSpPr>
        <p:spPr>
          <a:xfrm>
            <a:off x="624418" y="5075655"/>
            <a:ext cx="575431" cy="51942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6</a:t>
            </a:r>
          </a:p>
        </p:txBody>
      </p:sp>
      <p:sp>
        <p:nvSpPr>
          <p:cNvPr id="31" name="Rectangle 30">
            <a:extLst>
              <a:ext uri="{FF2B5EF4-FFF2-40B4-BE49-F238E27FC236}">
                <a16:creationId xmlns:a16="http://schemas.microsoft.com/office/drawing/2014/main" id="{9B5306E0-61DD-104F-93DD-9C840B7CDCA6}"/>
              </a:ext>
            </a:extLst>
          </p:cNvPr>
          <p:cNvSpPr/>
          <p:nvPr userDrawn="1"/>
        </p:nvSpPr>
        <p:spPr>
          <a:xfrm>
            <a:off x="624418" y="5713218"/>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7</a:t>
            </a:r>
          </a:p>
        </p:txBody>
      </p:sp>
    </p:spTree>
    <p:extLst>
      <p:ext uri="{BB962C8B-B14F-4D97-AF65-F5344CB8AC3E}">
        <p14:creationId xmlns:p14="http://schemas.microsoft.com/office/powerpoint/2010/main" val="247499990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7_TOC Slide - Main">
    <p:spTree>
      <p:nvGrpSpPr>
        <p:cNvPr id="1" name=""/>
        <p:cNvGrpSpPr/>
        <p:nvPr/>
      </p:nvGrpSpPr>
      <p:grpSpPr>
        <a:xfrm>
          <a:off x="0" y="0"/>
          <a:ext cx="0" cy="0"/>
          <a:chOff x="0" y="0"/>
          <a:chExt cx="0" cy="0"/>
        </a:xfrm>
      </p:grpSpPr>
      <p:sp>
        <p:nvSpPr>
          <p:cNvPr id="4" name="TextBox 3"/>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2" name="Title 1"/>
          <p:cNvSpPr>
            <a:spLocks noGrp="1"/>
          </p:cNvSpPr>
          <p:nvPr>
            <p:ph type="title" hasCustomPrompt="1"/>
          </p:nvPr>
        </p:nvSpPr>
        <p:spPr>
          <a:xfrm>
            <a:off x="609600" y="1"/>
            <a:ext cx="4286552" cy="1600201"/>
          </a:xfrm>
        </p:spPr>
        <p:txBody>
          <a:bodyPr/>
          <a:lstStyle/>
          <a:p>
            <a:r>
              <a:rPr lang="en-US"/>
              <a:t>Contents</a:t>
            </a:r>
          </a:p>
        </p:txBody>
      </p:sp>
      <p:sp>
        <p:nvSpPr>
          <p:cNvPr id="34" name="Text Placeholder 6"/>
          <p:cNvSpPr>
            <a:spLocks noGrp="1"/>
          </p:cNvSpPr>
          <p:nvPr>
            <p:ph type="body" sz="quarter" idx="11" hasCustomPrompt="1"/>
          </p:nvPr>
        </p:nvSpPr>
        <p:spPr>
          <a:xfrm>
            <a:off x="1311549" y="1849598"/>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dirty="0"/>
              <a:t>Section Name</a:t>
            </a:r>
          </a:p>
        </p:txBody>
      </p:sp>
      <p:cxnSp>
        <p:nvCxnSpPr>
          <p:cNvPr id="37" name="Straight Connector 36"/>
          <p:cNvCxnSpPr/>
          <p:nvPr userDrawn="1"/>
        </p:nvCxnSpPr>
        <p:spPr>
          <a:xfrm>
            <a:off x="1311549" y="2369027"/>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8" name="Text Placeholder 6"/>
          <p:cNvSpPr>
            <a:spLocks noGrp="1"/>
          </p:cNvSpPr>
          <p:nvPr>
            <p:ph type="body" sz="quarter" idx="19" hasCustomPrompt="1"/>
          </p:nvPr>
        </p:nvSpPr>
        <p:spPr>
          <a:xfrm>
            <a:off x="1311549" y="2488710"/>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40" name="Straight Connector 39"/>
          <p:cNvCxnSpPr/>
          <p:nvPr userDrawn="1"/>
        </p:nvCxnSpPr>
        <p:spPr>
          <a:xfrm>
            <a:off x="1311549" y="3008139"/>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2" name="Text Placeholder 6"/>
          <p:cNvSpPr>
            <a:spLocks noGrp="1"/>
          </p:cNvSpPr>
          <p:nvPr>
            <p:ph type="body" sz="quarter" idx="21" hasCustomPrompt="1"/>
          </p:nvPr>
        </p:nvSpPr>
        <p:spPr>
          <a:xfrm>
            <a:off x="1311549" y="3134786"/>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44" name="Straight Connector 43"/>
          <p:cNvCxnSpPr/>
          <p:nvPr userDrawn="1"/>
        </p:nvCxnSpPr>
        <p:spPr>
          <a:xfrm>
            <a:off x="1311549" y="3654215"/>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9" name="Text Placeholder 6"/>
          <p:cNvSpPr>
            <a:spLocks noGrp="1"/>
          </p:cNvSpPr>
          <p:nvPr>
            <p:ph type="body" sz="quarter" idx="23" hasCustomPrompt="1"/>
          </p:nvPr>
        </p:nvSpPr>
        <p:spPr>
          <a:xfrm>
            <a:off x="1311549" y="3782197"/>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1" name="Straight Connector 50"/>
          <p:cNvCxnSpPr/>
          <p:nvPr userDrawn="1"/>
        </p:nvCxnSpPr>
        <p:spPr>
          <a:xfrm>
            <a:off x="1311549" y="4301627"/>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2" name="Text Placeholder 6"/>
          <p:cNvSpPr>
            <a:spLocks noGrp="1"/>
          </p:cNvSpPr>
          <p:nvPr>
            <p:ph type="body" sz="quarter" idx="25" hasCustomPrompt="1"/>
          </p:nvPr>
        </p:nvSpPr>
        <p:spPr>
          <a:xfrm>
            <a:off x="1311549" y="4437910"/>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4" name="Straight Connector 53"/>
          <p:cNvCxnSpPr/>
          <p:nvPr userDrawn="1"/>
        </p:nvCxnSpPr>
        <p:spPr>
          <a:xfrm>
            <a:off x="1311549" y="4957339"/>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5" name="Text Placeholder 6"/>
          <p:cNvSpPr>
            <a:spLocks noGrp="1"/>
          </p:cNvSpPr>
          <p:nvPr>
            <p:ph type="body" sz="quarter" idx="27" hasCustomPrompt="1"/>
          </p:nvPr>
        </p:nvSpPr>
        <p:spPr>
          <a:xfrm>
            <a:off x="1311549" y="5085322"/>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7" name="Straight Connector 56"/>
          <p:cNvCxnSpPr/>
          <p:nvPr userDrawn="1"/>
        </p:nvCxnSpPr>
        <p:spPr>
          <a:xfrm>
            <a:off x="1311549" y="5604751"/>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8" name="Text Placeholder 6"/>
          <p:cNvSpPr>
            <a:spLocks noGrp="1"/>
          </p:cNvSpPr>
          <p:nvPr>
            <p:ph type="body" sz="quarter" idx="29" hasCustomPrompt="1"/>
          </p:nvPr>
        </p:nvSpPr>
        <p:spPr>
          <a:xfrm>
            <a:off x="1311549" y="5732732"/>
            <a:ext cx="6886537" cy="519429"/>
          </a:xfrm>
          <a:prstGeom prst="rect">
            <a:avLst/>
          </a:prstGeom>
        </p:spPr>
        <p:txBody>
          <a:bodyPr vert="horz" wrap="none" lIns="0" tIns="0" rIns="0" bIns="0" anchor="ctr" anchorCtr="0"/>
          <a:lstStyle>
            <a:lvl1pPr marL="0" indent="0">
              <a:buNone/>
              <a:defRPr sz="2667" b="1">
                <a:solidFill>
                  <a:srgbClr val="333333"/>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60" name="Straight Connector 59"/>
          <p:cNvCxnSpPr/>
          <p:nvPr userDrawn="1"/>
        </p:nvCxnSpPr>
        <p:spPr>
          <a:xfrm>
            <a:off x="1311549" y="6252161"/>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27146A4F-6A3F-EF4B-929E-5836F6BDE5E3}"/>
              </a:ext>
            </a:extLst>
          </p:cNvPr>
          <p:cNvSpPr/>
          <p:nvPr userDrawn="1"/>
        </p:nvSpPr>
        <p:spPr>
          <a:xfrm>
            <a:off x="624418" y="1854282"/>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1</a:t>
            </a:r>
          </a:p>
        </p:txBody>
      </p:sp>
      <p:sp>
        <p:nvSpPr>
          <p:cNvPr id="26" name="Rectangle 25">
            <a:extLst>
              <a:ext uri="{FF2B5EF4-FFF2-40B4-BE49-F238E27FC236}">
                <a16:creationId xmlns:a16="http://schemas.microsoft.com/office/drawing/2014/main" id="{539E3358-3387-0344-A4E5-7F543009BFF7}"/>
              </a:ext>
            </a:extLst>
          </p:cNvPr>
          <p:cNvSpPr/>
          <p:nvPr userDrawn="1"/>
        </p:nvSpPr>
        <p:spPr>
          <a:xfrm>
            <a:off x="624418" y="2491846"/>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2</a:t>
            </a:r>
          </a:p>
        </p:txBody>
      </p:sp>
      <p:sp>
        <p:nvSpPr>
          <p:cNvPr id="27" name="Rectangle 26">
            <a:extLst>
              <a:ext uri="{FF2B5EF4-FFF2-40B4-BE49-F238E27FC236}">
                <a16:creationId xmlns:a16="http://schemas.microsoft.com/office/drawing/2014/main" id="{C386C688-264C-8644-BF91-47516BE962DC}"/>
              </a:ext>
            </a:extLst>
          </p:cNvPr>
          <p:cNvSpPr/>
          <p:nvPr userDrawn="1"/>
        </p:nvSpPr>
        <p:spPr>
          <a:xfrm>
            <a:off x="624418" y="3129408"/>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3</a:t>
            </a:r>
          </a:p>
        </p:txBody>
      </p:sp>
      <p:sp>
        <p:nvSpPr>
          <p:cNvPr id="28" name="Rectangle 27">
            <a:extLst>
              <a:ext uri="{FF2B5EF4-FFF2-40B4-BE49-F238E27FC236}">
                <a16:creationId xmlns:a16="http://schemas.microsoft.com/office/drawing/2014/main" id="{DDA01238-AB3B-E34F-9AEA-F4E521E46353}"/>
              </a:ext>
            </a:extLst>
          </p:cNvPr>
          <p:cNvSpPr/>
          <p:nvPr userDrawn="1"/>
        </p:nvSpPr>
        <p:spPr>
          <a:xfrm>
            <a:off x="624418" y="3766972"/>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4</a:t>
            </a:r>
          </a:p>
        </p:txBody>
      </p:sp>
      <p:sp>
        <p:nvSpPr>
          <p:cNvPr id="29" name="Rectangle 28">
            <a:extLst>
              <a:ext uri="{FF2B5EF4-FFF2-40B4-BE49-F238E27FC236}">
                <a16:creationId xmlns:a16="http://schemas.microsoft.com/office/drawing/2014/main" id="{3964A093-D04E-9548-A592-9ADBD095FB82}"/>
              </a:ext>
            </a:extLst>
          </p:cNvPr>
          <p:cNvSpPr/>
          <p:nvPr userDrawn="1"/>
        </p:nvSpPr>
        <p:spPr>
          <a:xfrm>
            <a:off x="624418" y="4426906"/>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5</a:t>
            </a:r>
          </a:p>
        </p:txBody>
      </p:sp>
      <p:sp>
        <p:nvSpPr>
          <p:cNvPr id="30" name="Rectangle 29">
            <a:extLst>
              <a:ext uri="{FF2B5EF4-FFF2-40B4-BE49-F238E27FC236}">
                <a16:creationId xmlns:a16="http://schemas.microsoft.com/office/drawing/2014/main" id="{37FAEEF9-51BD-7547-9D28-C4D1709E8B36}"/>
              </a:ext>
            </a:extLst>
          </p:cNvPr>
          <p:cNvSpPr/>
          <p:nvPr userDrawn="1"/>
        </p:nvSpPr>
        <p:spPr>
          <a:xfrm>
            <a:off x="624418" y="5075655"/>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6</a:t>
            </a:r>
          </a:p>
        </p:txBody>
      </p:sp>
      <p:sp>
        <p:nvSpPr>
          <p:cNvPr id="31" name="Rectangle 30">
            <a:extLst>
              <a:ext uri="{FF2B5EF4-FFF2-40B4-BE49-F238E27FC236}">
                <a16:creationId xmlns:a16="http://schemas.microsoft.com/office/drawing/2014/main" id="{9B5306E0-61DD-104F-93DD-9C840B7CDCA6}"/>
              </a:ext>
            </a:extLst>
          </p:cNvPr>
          <p:cNvSpPr/>
          <p:nvPr userDrawn="1"/>
        </p:nvSpPr>
        <p:spPr>
          <a:xfrm>
            <a:off x="624418" y="5713218"/>
            <a:ext cx="575431" cy="51942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7</a:t>
            </a:r>
          </a:p>
        </p:txBody>
      </p:sp>
    </p:spTree>
    <p:extLst>
      <p:ext uri="{BB962C8B-B14F-4D97-AF65-F5344CB8AC3E}">
        <p14:creationId xmlns:p14="http://schemas.microsoft.com/office/powerpoint/2010/main" val="62688296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ransition Slide - Whit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623272" y="1669356"/>
            <a:ext cx="5269528" cy="1797768"/>
          </a:xfrm>
        </p:spPr>
        <p:txBody>
          <a:bodyPr anchor="b" anchorCtr="0">
            <a:noAutofit/>
          </a:bodyPr>
          <a:lstStyle>
            <a:lvl1pPr marL="0" indent="0">
              <a:buNone/>
              <a:defRPr sz="4000"/>
            </a:lvl1pPr>
          </a:lstStyle>
          <a:p>
            <a:pPr lvl="0"/>
            <a:r>
              <a:rPr lang="en-US"/>
              <a:t>Transition Slide Title</a:t>
            </a:r>
          </a:p>
        </p:txBody>
      </p:sp>
      <p:cxnSp>
        <p:nvCxnSpPr>
          <p:cNvPr id="4" name="Straight Connector 3"/>
          <p:cNvCxnSpPr/>
          <p:nvPr userDrawn="1"/>
        </p:nvCxnSpPr>
        <p:spPr>
          <a:xfrm>
            <a:off x="760447" y="3707711"/>
            <a:ext cx="6099972" cy="0"/>
          </a:xfrm>
          <a:prstGeom prst="line">
            <a:avLst/>
          </a:prstGeom>
          <a:ln w="28575"/>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623273" y="3948645"/>
            <a:ext cx="5270283" cy="1468735"/>
          </a:xfrm>
        </p:spPr>
        <p:txBody>
          <a:bodyPr>
            <a:noAutofit/>
          </a:bodyPr>
          <a:lstStyle>
            <a:lvl1pPr marL="0" indent="0">
              <a:spcBef>
                <a:spcPts val="533"/>
              </a:spcBef>
              <a:buNone/>
              <a:defRPr sz="2400"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Subtitle or additional text</a:t>
            </a:r>
          </a:p>
        </p:txBody>
      </p:sp>
    </p:spTree>
    <p:extLst>
      <p:ext uri="{BB962C8B-B14F-4D97-AF65-F5344CB8AC3E}">
        <p14:creationId xmlns:p14="http://schemas.microsoft.com/office/powerpoint/2010/main" val="65632812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ransition Slide - Blue">
    <p:spTree>
      <p:nvGrpSpPr>
        <p:cNvPr id="1" name=""/>
        <p:cNvGrpSpPr/>
        <p:nvPr/>
      </p:nvGrpSpPr>
      <p:grpSpPr>
        <a:xfrm>
          <a:off x="0" y="0"/>
          <a:ext cx="0" cy="0"/>
          <a:chOff x="0" y="0"/>
          <a:chExt cx="0" cy="0"/>
        </a:xfrm>
      </p:grpSpPr>
      <p:sp>
        <p:nvSpPr>
          <p:cNvPr id="6" name="Rectangle 5"/>
          <p:cNvSpPr/>
          <p:nvPr userDrawn="1"/>
        </p:nvSpPr>
        <p:spPr>
          <a:xfrm>
            <a:off x="0" y="0"/>
            <a:ext cx="12192000"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3" name="Text Placeholder 7"/>
          <p:cNvSpPr>
            <a:spLocks noGrp="1"/>
          </p:cNvSpPr>
          <p:nvPr>
            <p:ph type="body" sz="quarter" idx="10" hasCustomPrompt="1"/>
          </p:nvPr>
        </p:nvSpPr>
        <p:spPr>
          <a:xfrm>
            <a:off x="623272" y="1669356"/>
            <a:ext cx="5269528" cy="1797768"/>
          </a:xfrm>
        </p:spPr>
        <p:txBody>
          <a:bodyPr anchor="b" anchorCtr="0">
            <a:noAutofit/>
          </a:bodyPr>
          <a:lstStyle>
            <a:lvl1pPr marL="0" indent="0">
              <a:buNone/>
              <a:defRPr sz="4000">
                <a:solidFill>
                  <a:srgbClr val="FFFFFF"/>
                </a:solidFill>
              </a:defRPr>
            </a:lvl1pPr>
          </a:lstStyle>
          <a:p>
            <a:pPr lvl="0"/>
            <a:r>
              <a:rPr lang="en-US"/>
              <a:t>Transition Slide Title</a:t>
            </a:r>
          </a:p>
        </p:txBody>
      </p:sp>
      <p:cxnSp>
        <p:nvCxnSpPr>
          <p:cNvPr id="4" name="Straight Connector 3"/>
          <p:cNvCxnSpPr/>
          <p:nvPr userDrawn="1"/>
        </p:nvCxnSpPr>
        <p:spPr>
          <a:xfrm>
            <a:off x="760447" y="3707711"/>
            <a:ext cx="6099972" cy="0"/>
          </a:xfrm>
          <a:prstGeom prst="line">
            <a:avLst/>
          </a:prstGeom>
          <a:ln w="28575"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623273" y="3948645"/>
            <a:ext cx="5270283" cy="1468735"/>
          </a:xfrm>
        </p:spPr>
        <p:txBody>
          <a:bodyPr>
            <a:noAutofit/>
          </a:bodyPr>
          <a:lstStyle>
            <a:lvl1pPr marL="0" indent="0">
              <a:spcBef>
                <a:spcPts val="533"/>
              </a:spcBef>
              <a:buNone/>
              <a:defRPr sz="2400" baseline="0">
                <a:solidFill>
                  <a:srgbClr val="FFFFFF"/>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Subtitle or additional text</a:t>
            </a:r>
          </a:p>
        </p:txBody>
      </p:sp>
    </p:spTree>
    <p:extLst>
      <p:ext uri="{BB962C8B-B14F-4D97-AF65-F5344CB8AC3E}">
        <p14:creationId xmlns:p14="http://schemas.microsoft.com/office/powerpoint/2010/main" val="418071859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Key Messaging - Large Photo">
    <p:spTree>
      <p:nvGrpSpPr>
        <p:cNvPr id="1" name=""/>
        <p:cNvGrpSpPr/>
        <p:nvPr/>
      </p:nvGrpSpPr>
      <p:grpSpPr>
        <a:xfrm>
          <a:off x="0" y="0"/>
          <a:ext cx="0" cy="0"/>
          <a:chOff x="0" y="0"/>
          <a:chExt cx="0" cy="0"/>
        </a:xfrm>
      </p:grpSpPr>
      <p:sp>
        <p:nvSpPr>
          <p:cNvPr id="4" name="Picture Placeholder 3"/>
          <p:cNvSpPr>
            <a:spLocks noGrp="1"/>
          </p:cNvSpPr>
          <p:nvPr>
            <p:ph type="pic" sz="quarter" idx="10" hasCustomPrompt="1"/>
          </p:nvPr>
        </p:nvSpPr>
        <p:spPr>
          <a:xfrm>
            <a:off x="0" y="0"/>
            <a:ext cx="12192000" cy="6858000"/>
          </a:xfrm>
          <a:solidFill>
            <a:schemeClr val="bg1">
              <a:lumMod val="95000"/>
            </a:schemeClr>
          </a:solidFill>
        </p:spPr>
        <p:txBody>
          <a:bodyPr/>
          <a:lstStyle>
            <a:lvl1pPr marL="0" indent="0" algn="ctr">
              <a:buNone/>
              <a:defRPr baseline="0"/>
            </a:lvl1pPr>
          </a:lstStyle>
          <a:p>
            <a:r>
              <a:rPr lang="en-US"/>
              <a:t>Insert a large image here</a:t>
            </a:r>
          </a:p>
        </p:txBody>
      </p:sp>
      <p:sp>
        <p:nvSpPr>
          <p:cNvPr id="6" name="Text Placeholder 5"/>
          <p:cNvSpPr>
            <a:spLocks noGrp="1"/>
          </p:cNvSpPr>
          <p:nvPr>
            <p:ph type="body" sz="quarter" idx="11" hasCustomPrompt="1"/>
          </p:nvPr>
        </p:nvSpPr>
        <p:spPr>
          <a:xfrm>
            <a:off x="-1" y="2120900"/>
            <a:ext cx="7421039" cy="838200"/>
          </a:xfrm>
          <a:solidFill>
            <a:srgbClr val="000000">
              <a:alpha val="75000"/>
            </a:srgbClr>
          </a:solidFill>
        </p:spPr>
        <p:txBody>
          <a:bodyPr wrap="none" lIns="457200" tIns="0" rIns="457200" bIns="91440" anchor="ctr" anchorCtr="0">
            <a:noAutofit/>
          </a:bodyPr>
          <a:lstStyle>
            <a:lvl1pPr marL="0" indent="0">
              <a:buNone/>
              <a:defRPr sz="4800" baseline="0">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Key Messaging Slide One</a:t>
            </a:r>
          </a:p>
        </p:txBody>
      </p:sp>
      <p:sp>
        <p:nvSpPr>
          <p:cNvPr id="7" name="Text Placeholder 5"/>
          <p:cNvSpPr>
            <a:spLocks noGrp="1"/>
          </p:cNvSpPr>
          <p:nvPr>
            <p:ph type="body" sz="quarter" idx="12" hasCustomPrompt="1"/>
          </p:nvPr>
        </p:nvSpPr>
        <p:spPr>
          <a:xfrm>
            <a:off x="0" y="3042217"/>
            <a:ext cx="4997165" cy="838200"/>
          </a:xfrm>
          <a:solidFill>
            <a:srgbClr val="000000">
              <a:alpha val="75000"/>
            </a:srgbClr>
          </a:solidFill>
        </p:spPr>
        <p:txBody>
          <a:bodyPr wrap="none" lIns="457200" tIns="0" rIns="457200" bIns="91440" anchor="ctr" anchorCtr="0">
            <a:noAutofit/>
          </a:bodyPr>
          <a:lstStyle>
            <a:lvl1pPr marL="0" indent="0">
              <a:buNone/>
              <a:defRPr sz="4800" baseline="0">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Transition Slide</a:t>
            </a:r>
          </a:p>
        </p:txBody>
      </p:sp>
    </p:spTree>
    <p:extLst>
      <p:ext uri="{BB962C8B-B14F-4D97-AF65-F5344CB8AC3E}">
        <p14:creationId xmlns:p14="http://schemas.microsoft.com/office/powerpoint/2010/main" val="334960844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Data Slide - Chart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1" y="0"/>
            <a:ext cx="4279652" cy="2265941"/>
          </a:xfrm>
        </p:spPr>
        <p:txBody>
          <a:bodyPr/>
          <a:lstStyle/>
          <a:p>
            <a:r>
              <a:rPr lang="en-US" dirty="0"/>
              <a:t>Data Slide: </a:t>
            </a:r>
            <a:br>
              <a:rPr lang="en-US" dirty="0"/>
            </a:br>
            <a:r>
              <a:rPr lang="en-US" dirty="0"/>
              <a:t>Keep Title Concise</a:t>
            </a:r>
          </a:p>
        </p:txBody>
      </p:sp>
      <p:sp>
        <p:nvSpPr>
          <p:cNvPr id="4" name="Text Placeholder 3"/>
          <p:cNvSpPr>
            <a:spLocks noGrp="1"/>
          </p:cNvSpPr>
          <p:nvPr>
            <p:ph type="body" sz="quarter" idx="10" hasCustomPrompt="1"/>
          </p:nvPr>
        </p:nvSpPr>
        <p:spPr>
          <a:xfrm>
            <a:off x="5437114" y="556685"/>
            <a:ext cx="6359071" cy="1709257"/>
          </a:xfrm>
        </p:spPr>
        <p:txBody>
          <a:bodyPr lIns="0" tIns="0" rIns="0" bIns="0" anchor="ctr" anchorCtr="0">
            <a:noAutofit/>
          </a:bodyPr>
          <a:lstStyle>
            <a:lvl1pPr marL="0" indent="0">
              <a:buNone/>
              <a:defRPr sz="2667"/>
            </a:lvl1pPr>
          </a:lstStyle>
          <a:p>
            <a:pPr lvl="0"/>
            <a:r>
              <a:rPr lang="en-US" dirty="0"/>
              <a:t>Summary or description text about the slide, charts, data go here.</a:t>
            </a:r>
          </a:p>
        </p:txBody>
      </p:sp>
      <p:sp>
        <p:nvSpPr>
          <p:cNvPr id="5" name="Chart Placeholder 6"/>
          <p:cNvSpPr>
            <a:spLocks noGrp="1"/>
          </p:cNvSpPr>
          <p:nvPr>
            <p:ph type="chart" sz="quarter" idx="11" hasCustomPrompt="1"/>
          </p:nvPr>
        </p:nvSpPr>
        <p:spPr>
          <a:xfrm>
            <a:off x="624418" y="2774774"/>
            <a:ext cx="2511385" cy="1914812"/>
          </a:xfrm>
          <a:prstGeom prst="rect">
            <a:avLst/>
          </a:prstGeom>
        </p:spPr>
        <p:txBody>
          <a:bodyPr vert="horz"/>
          <a:lstStyle>
            <a:lvl1pPr marL="0" indent="0">
              <a:buNone/>
              <a:defRPr sz="1600"/>
            </a:lvl1pPr>
          </a:lstStyle>
          <a:p>
            <a:r>
              <a:rPr lang="en-US"/>
              <a:t>Insert Chart</a:t>
            </a:r>
          </a:p>
        </p:txBody>
      </p:sp>
      <p:sp>
        <p:nvSpPr>
          <p:cNvPr id="10" name="Chart Placeholder 6"/>
          <p:cNvSpPr>
            <a:spLocks noGrp="1"/>
          </p:cNvSpPr>
          <p:nvPr>
            <p:ph type="chart" sz="quarter" idx="12" hasCustomPrompt="1"/>
          </p:nvPr>
        </p:nvSpPr>
        <p:spPr>
          <a:xfrm>
            <a:off x="9284800" y="2774774"/>
            <a:ext cx="2511385" cy="1914812"/>
          </a:xfrm>
          <a:prstGeom prst="rect">
            <a:avLst/>
          </a:prstGeom>
        </p:spPr>
        <p:txBody>
          <a:bodyPr vert="horz"/>
          <a:lstStyle>
            <a:lvl1pPr marL="0" indent="0">
              <a:buNone/>
              <a:defRPr sz="1600"/>
            </a:lvl1pPr>
          </a:lstStyle>
          <a:p>
            <a:r>
              <a:rPr lang="en-US"/>
              <a:t>Insert Chart</a:t>
            </a:r>
          </a:p>
        </p:txBody>
      </p:sp>
      <p:sp>
        <p:nvSpPr>
          <p:cNvPr id="11" name="Chart Placeholder 6"/>
          <p:cNvSpPr>
            <a:spLocks noGrp="1"/>
          </p:cNvSpPr>
          <p:nvPr>
            <p:ph type="chart" sz="quarter" idx="13" hasCustomPrompt="1"/>
          </p:nvPr>
        </p:nvSpPr>
        <p:spPr>
          <a:xfrm>
            <a:off x="6354569" y="2774774"/>
            <a:ext cx="2511385" cy="1914812"/>
          </a:xfrm>
          <a:prstGeom prst="rect">
            <a:avLst/>
          </a:prstGeom>
        </p:spPr>
        <p:txBody>
          <a:bodyPr vert="horz"/>
          <a:lstStyle>
            <a:lvl1pPr marL="0" indent="0">
              <a:buNone/>
              <a:defRPr sz="1600"/>
            </a:lvl1pPr>
          </a:lstStyle>
          <a:p>
            <a:r>
              <a:rPr lang="en-US"/>
              <a:t>Insert Chart</a:t>
            </a:r>
          </a:p>
        </p:txBody>
      </p:sp>
      <p:sp>
        <p:nvSpPr>
          <p:cNvPr id="12" name="Chart Placeholder 6"/>
          <p:cNvSpPr>
            <a:spLocks noGrp="1"/>
          </p:cNvSpPr>
          <p:nvPr>
            <p:ph type="chart" sz="quarter" idx="14" hasCustomPrompt="1"/>
          </p:nvPr>
        </p:nvSpPr>
        <p:spPr>
          <a:xfrm>
            <a:off x="3490746" y="2774774"/>
            <a:ext cx="2511385" cy="1914812"/>
          </a:xfrm>
          <a:prstGeom prst="rect">
            <a:avLst/>
          </a:prstGeom>
        </p:spPr>
        <p:txBody>
          <a:bodyPr vert="horz"/>
          <a:lstStyle>
            <a:lvl1pPr marL="0" indent="0">
              <a:buNone/>
              <a:defRPr sz="1600"/>
            </a:lvl1pPr>
          </a:lstStyle>
          <a:p>
            <a:r>
              <a:rPr lang="en-US"/>
              <a:t>Insert Chart</a:t>
            </a:r>
          </a:p>
        </p:txBody>
      </p:sp>
      <p:sp>
        <p:nvSpPr>
          <p:cNvPr id="14" name="Text Placeholder 13"/>
          <p:cNvSpPr>
            <a:spLocks noGrp="1"/>
          </p:cNvSpPr>
          <p:nvPr>
            <p:ph type="body" sz="quarter" idx="15" hasCustomPrompt="1"/>
          </p:nvPr>
        </p:nvSpPr>
        <p:spPr>
          <a:xfrm>
            <a:off x="624417" y="4798484"/>
            <a:ext cx="2510367" cy="355600"/>
          </a:xfrm>
        </p:spPr>
        <p:txBody>
          <a:bodyPr lIns="0" tIns="0" rIns="0" bIns="0">
            <a:noAutofit/>
          </a:bodyPr>
          <a:lstStyle>
            <a:lvl1pPr marL="0" indent="0" algn="ctr">
              <a:buNone/>
              <a:defRPr sz="2400" baseline="0"/>
            </a:lvl1pPr>
            <a:lvl2pPr>
              <a:defRPr sz="1867"/>
            </a:lvl2pPr>
            <a:lvl3pPr>
              <a:defRPr sz="1867"/>
            </a:lvl3pPr>
            <a:lvl4pPr>
              <a:defRPr sz="1867"/>
            </a:lvl4pPr>
            <a:lvl5pPr>
              <a:defRPr sz="1867"/>
            </a:lvl5pPr>
          </a:lstStyle>
          <a:p>
            <a:pPr lvl="0"/>
            <a:r>
              <a:rPr lang="en-US"/>
              <a:t>Chart Description</a:t>
            </a:r>
          </a:p>
        </p:txBody>
      </p:sp>
      <p:sp>
        <p:nvSpPr>
          <p:cNvPr id="15" name="Text Placeholder 13"/>
          <p:cNvSpPr>
            <a:spLocks noGrp="1"/>
          </p:cNvSpPr>
          <p:nvPr>
            <p:ph type="body" sz="quarter" idx="16" hasCustomPrompt="1"/>
          </p:nvPr>
        </p:nvSpPr>
        <p:spPr>
          <a:xfrm>
            <a:off x="3491765" y="4798484"/>
            <a:ext cx="2510367" cy="355600"/>
          </a:xfrm>
        </p:spPr>
        <p:txBody>
          <a:bodyPr lIns="0" tIns="0" rIns="0" bIns="0">
            <a:noAutofit/>
          </a:bodyPr>
          <a:lstStyle>
            <a:lvl1pPr marL="0" indent="0" algn="ctr">
              <a:buNone/>
              <a:defRPr sz="2400" baseline="0"/>
            </a:lvl1pPr>
            <a:lvl2pPr>
              <a:defRPr sz="1867"/>
            </a:lvl2pPr>
            <a:lvl3pPr>
              <a:defRPr sz="1867"/>
            </a:lvl3pPr>
            <a:lvl4pPr>
              <a:defRPr sz="1867"/>
            </a:lvl4pPr>
            <a:lvl5pPr>
              <a:defRPr sz="1867"/>
            </a:lvl5pPr>
          </a:lstStyle>
          <a:p>
            <a:pPr lvl="0"/>
            <a:r>
              <a:rPr lang="en-US"/>
              <a:t>Chart Description</a:t>
            </a:r>
          </a:p>
        </p:txBody>
      </p:sp>
      <p:sp>
        <p:nvSpPr>
          <p:cNvPr id="16" name="Text Placeholder 13"/>
          <p:cNvSpPr>
            <a:spLocks noGrp="1"/>
          </p:cNvSpPr>
          <p:nvPr>
            <p:ph type="body" sz="quarter" idx="17" hasCustomPrompt="1"/>
          </p:nvPr>
        </p:nvSpPr>
        <p:spPr>
          <a:xfrm>
            <a:off x="6355587" y="4798484"/>
            <a:ext cx="2510367" cy="355600"/>
          </a:xfrm>
        </p:spPr>
        <p:txBody>
          <a:bodyPr lIns="0" tIns="0" rIns="0" bIns="0">
            <a:noAutofit/>
          </a:bodyPr>
          <a:lstStyle>
            <a:lvl1pPr marL="0" indent="0" algn="ctr">
              <a:buNone/>
              <a:defRPr sz="2400" baseline="0"/>
            </a:lvl1pPr>
            <a:lvl2pPr>
              <a:defRPr sz="1867"/>
            </a:lvl2pPr>
            <a:lvl3pPr>
              <a:defRPr sz="1867"/>
            </a:lvl3pPr>
            <a:lvl4pPr>
              <a:defRPr sz="1867"/>
            </a:lvl4pPr>
            <a:lvl5pPr>
              <a:defRPr sz="1867"/>
            </a:lvl5pPr>
          </a:lstStyle>
          <a:p>
            <a:pPr lvl="0"/>
            <a:r>
              <a:rPr lang="en-US"/>
              <a:t>Chart Description</a:t>
            </a:r>
          </a:p>
        </p:txBody>
      </p:sp>
      <p:sp>
        <p:nvSpPr>
          <p:cNvPr id="17" name="Text Placeholder 13"/>
          <p:cNvSpPr>
            <a:spLocks noGrp="1"/>
          </p:cNvSpPr>
          <p:nvPr>
            <p:ph type="body" sz="quarter" idx="18" hasCustomPrompt="1"/>
          </p:nvPr>
        </p:nvSpPr>
        <p:spPr>
          <a:xfrm>
            <a:off x="9284799" y="4798484"/>
            <a:ext cx="2510367" cy="355600"/>
          </a:xfrm>
        </p:spPr>
        <p:txBody>
          <a:bodyPr lIns="0" tIns="0" rIns="0" bIns="0">
            <a:noAutofit/>
          </a:bodyPr>
          <a:lstStyle>
            <a:lvl1pPr marL="0" indent="0" algn="ctr">
              <a:buNone/>
              <a:defRPr sz="2400" baseline="0"/>
            </a:lvl1pPr>
            <a:lvl2pPr>
              <a:defRPr sz="1867"/>
            </a:lvl2pPr>
            <a:lvl3pPr>
              <a:defRPr sz="1867"/>
            </a:lvl3pPr>
            <a:lvl4pPr>
              <a:defRPr sz="1867"/>
            </a:lvl4pPr>
            <a:lvl5pPr>
              <a:defRPr sz="1867"/>
            </a:lvl5pPr>
          </a:lstStyle>
          <a:p>
            <a:pPr lvl="0"/>
            <a:r>
              <a:rPr lang="en-US"/>
              <a:t>Chart Description</a:t>
            </a:r>
          </a:p>
        </p:txBody>
      </p:sp>
      <p:sp>
        <p:nvSpPr>
          <p:cNvPr id="18" name="Text Placeholder 13"/>
          <p:cNvSpPr>
            <a:spLocks noGrp="1"/>
          </p:cNvSpPr>
          <p:nvPr>
            <p:ph type="body" sz="quarter" idx="19" hasCustomPrompt="1"/>
          </p:nvPr>
        </p:nvSpPr>
        <p:spPr>
          <a:xfrm>
            <a:off x="624417" y="6233413"/>
            <a:ext cx="2510367" cy="273596"/>
          </a:xfrm>
        </p:spPr>
        <p:txBody>
          <a:bodyPr lIns="0" tIns="0" rIns="0" bIns="0">
            <a:noAutofit/>
          </a:bodyPr>
          <a:lstStyle>
            <a:lvl1pPr marL="0" indent="0" algn="l">
              <a:buNone/>
              <a:defRPr sz="1333" baseline="0"/>
            </a:lvl1pPr>
            <a:lvl2pPr>
              <a:defRPr sz="1867"/>
            </a:lvl2pPr>
            <a:lvl3pPr>
              <a:defRPr sz="1867"/>
            </a:lvl3pPr>
            <a:lvl4pPr>
              <a:defRPr sz="1867"/>
            </a:lvl4pPr>
            <a:lvl5pPr>
              <a:defRPr sz="1867"/>
            </a:lvl5pPr>
          </a:lstStyle>
          <a:p>
            <a:pPr lvl="0"/>
            <a:r>
              <a:rPr lang="en-US"/>
              <a:t>Data citation</a:t>
            </a:r>
          </a:p>
        </p:txBody>
      </p:sp>
      <p:sp>
        <p:nvSpPr>
          <p:cNvPr id="19" name="TextBox 18"/>
          <p:cNvSpPr txBox="1"/>
          <p:nvPr userDrawn="1"/>
        </p:nvSpPr>
        <p:spPr>
          <a:xfrm>
            <a:off x="8948928"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dirty="0"/>
              <a:t>NREL</a:t>
            </a:r>
            <a:r>
              <a:rPr lang="en-US" sz="1067" baseline="0" dirty="0"/>
              <a:t>    </a:t>
            </a:r>
            <a:r>
              <a:rPr lang="en-US" sz="1067" dirty="0"/>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dirty="0"/>
          </a:p>
        </p:txBody>
      </p:sp>
    </p:spTree>
    <p:extLst>
      <p:ext uri="{BB962C8B-B14F-4D97-AF65-F5344CB8AC3E}">
        <p14:creationId xmlns:p14="http://schemas.microsoft.com/office/powerpoint/2010/main" val="175095343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Slide - Infographic Large Photo">
    <p:spTree>
      <p:nvGrpSpPr>
        <p:cNvPr id="1" name=""/>
        <p:cNvGrpSpPr/>
        <p:nvPr/>
      </p:nvGrpSpPr>
      <p:grpSpPr>
        <a:xfrm>
          <a:off x="0" y="0"/>
          <a:ext cx="0" cy="0"/>
          <a:chOff x="0" y="0"/>
          <a:chExt cx="0" cy="0"/>
        </a:xfrm>
      </p:grpSpPr>
      <p:sp>
        <p:nvSpPr>
          <p:cNvPr id="29" name="Picture Placeholder 28"/>
          <p:cNvSpPr>
            <a:spLocks noGrp="1"/>
          </p:cNvSpPr>
          <p:nvPr>
            <p:ph type="pic" sz="quarter" idx="49" hasCustomPrompt="1"/>
          </p:nvPr>
        </p:nvSpPr>
        <p:spPr>
          <a:xfrm>
            <a:off x="0" y="0"/>
            <a:ext cx="12192000" cy="6858000"/>
          </a:xfrm>
        </p:spPr>
        <p:txBody>
          <a:bodyPr>
            <a:normAutofit/>
          </a:bodyPr>
          <a:lstStyle>
            <a:lvl1pPr marL="0" indent="0" algn="r">
              <a:buNone/>
              <a:defRPr sz="2400"/>
            </a:lvl1pPr>
          </a:lstStyle>
          <a:p>
            <a:r>
              <a:rPr lang="en-US"/>
              <a:t>Insert a large image here</a:t>
            </a:r>
          </a:p>
        </p:txBody>
      </p:sp>
      <p:sp>
        <p:nvSpPr>
          <p:cNvPr id="16" name="Text Placeholder 6"/>
          <p:cNvSpPr>
            <a:spLocks noGrp="1"/>
          </p:cNvSpPr>
          <p:nvPr>
            <p:ph type="body" sz="quarter" idx="40"/>
          </p:nvPr>
        </p:nvSpPr>
        <p:spPr>
          <a:xfrm>
            <a:off x="0" y="3414950"/>
            <a:ext cx="12192000" cy="2644161"/>
          </a:xfrm>
          <a:prstGeom prst="rect">
            <a:avLst/>
          </a:prstGeom>
          <a:solidFill>
            <a:schemeClr val="bg1">
              <a:lumMod val="95000"/>
              <a:alpha val="85000"/>
            </a:schemeClr>
          </a:solidFill>
        </p:spPr>
        <p:txBody>
          <a:bodyPr vert="horz"/>
          <a:lstStyle>
            <a:lvl1pPr marL="0" indent="0" algn="ctr">
              <a:buNone/>
              <a:defRPr sz="133">
                <a:solidFill>
                  <a:srgbClr val="333333"/>
                </a:solidFill>
              </a:defRPr>
            </a:lvl1pPr>
          </a:lstStyle>
          <a:p>
            <a:pPr lvl="0"/>
            <a:r>
              <a:rPr lang="en-US"/>
              <a:t>Edit Master text styles</a:t>
            </a:r>
          </a:p>
        </p:txBody>
      </p:sp>
      <p:sp>
        <p:nvSpPr>
          <p:cNvPr id="17" name="Text Placeholder 3"/>
          <p:cNvSpPr>
            <a:spLocks noGrp="1"/>
          </p:cNvSpPr>
          <p:nvPr>
            <p:ph type="body" sz="quarter" idx="18" hasCustomPrompt="1"/>
          </p:nvPr>
        </p:nvSpPr>
        <p:spPr>
          <a:xfrm>
            <a:off x="624417" y="5057513"/>
            <a:ext cx="1782233" cy="760891"/>
          </a:xfrm>
          <a:prstGeom prst="rect">
            <a:avLst/>
          </a:prstGeom>
          <a:ln>
            <a:noFill/>
          </a:ln>
        </p:spPr>
        <p:txBody>
          <a:bodyPr vert="horz" lIns="0" tIns="0" rIns="0" bIns="0"/>
          <a:lstStyle>
            <a:lvl1pPr marL="0" indent="0" algn="ctr">
              <a:buNone/>
              <a:defRPr sz="1600" baseline="0">
                <a:solidFill>
                  <a:schemeClr val="tx1"/>
                </a:solidFill>
              </a:defRPr>
            </a:lvl1pPr>
            <a:lvl2pPr marL="609585" indent="0">
              <a:buNone/>
              <a:defRPr sz="2133"/>
            </a:lvl2pPr>
            <a:lvl3pPr marL="1219170" indent="0">
              <a:buNone/>
              <a:defRPr sz="2133"/>
            </a:lvl3pPr>
            <a:lvl4pPr marL="1828754" indent="0">
              <a:buNone/>
              <a:defRPr sz="2133"/>
            </a:lvl4pPr>
            <a:lvl5pPr marL="2438339" indent="0">
              <a:buNone/>
              <a:defRPr sz="2133"/>
            </a:lvl5pPr>
          </a:lstStyle>
          <a:p>
            <a:pPr lvl="0"/>
            <a:r>
              <a:rPr lang="en-US"/>
              <a:t>Infographic information goes here</a:t>
            </a:r>
          </a:p>
        </p:txBody>
      </p:sp>
      <p:sp>
        <p:nvSpPr>
          <p:cNvPr id="18" name="Text Placeholder 17"/>
          <p:cNvSpPr>
            <a:spLocks noGrp="1"/>
          </p:cNvSpPr>
          <p:nvPr>
            <p:ph type="body" sz="quarter" idx="19" hasCustomPrompt="1"/>
          </p:nvPr>
        </p:nvSpPr>
        <p:spPr>
          <a:xfrm>
            <a:off x="624418" y="4519809"/>
            <a:ext cx="1782233" cy="435380"/>
          </a:xfrm>
          <a:prstGeom prst="rect">
            <a:avLst/>
          </a:prstGeom>
        </p:spPr>
        <p:txBody>
          <a:bodyPr vert="horz" lIns="0" tIns="0" rIns="0" bIns="0">
            <a:normAutofit/>
          </a:bodyPr>
          <a:lstStyle>
            <a:lvl1pPr marL="0" indent="0" algn="ctr">
              <a:buNone/>
              <a:defRPr sz="2400" baseline="0">
                <a:solidFill>
                  <a:schemeClr val="tx1"/>
                </a:solidFill>
              </a:defRPr>
            </a:lvl1pPr>
            <a:lvl2pPr marL="609585" indent="0">
              <a:buNone/>
              <a:defRPr sz="2933">
                <a:solidFill>
                  <a:srgbClr val="8DC63F"/>
                </a:solidFill>
              </a:defRPr>
            </a:lvl2pPr>
            <a:lvl3pPr marL="1219170" indent="0">
              <a:buNone/>
              <a:defRPr sz="2933">
                <a:solidFill>
                  <a:srgbClr val="8DC63F"/>
                </a:solidFill>
              </a:defRPr>
            </a:lvl3pPr>
            <a:lvl4pPr marL="1828754" indent="0">
              <a:buNone/>
              <a:defRPr sz="2933">
                <a:solidFill>
                  <a:srgbClr val="8DC63F"/>
                </a:solidFill>
              </a:defRPr>
            </a:lvl4pPr>
            <a:lvl5pPr marL="2438339" indent="0">
              <a:buNone/>
              <a:defRPr sz="2933">
                <a:solidFill>
                  <a:srgbClr val="8DC63F"/>
                </a:solidFill>
              </a:defRPr>
            </a:lvl5pPr>
          </a:lstStyle>
          <a:p>
            <a:pPr lvl="0"/>
            <a:r>
              <a:rPr lang="en-US"/>
              <a:t>Emphasis Text</a:t>
            </a:r>
          </a:p>
        </p:txBody>
      </p:sp>
      <p:sp>
        <p:nvSpPr>
          <p:cNvPr id="19" name="Text Placeholder 3"/>
          <p:cNvSpPr>
            <a:spLocks noGrp="1"/>
          </p:cNvSpPr>
          <p:nvPr>
            <p:ph type="body" sz="quarter" idx="41" hasCustomPrompt="1"/>
          </p:nvPr>
        </p:nvSpPr>
        <p:spPr>
          <a:xfrm>
            <a:off x="2926493" y="5057513"/>
            <a:ext cx="1782233" cy="760891"/>
          </a:xfrm>
          <a:prstGeom prst="rect">
            <a:avLst/>
          </a:prstGeom>
          <a:ln>
            <a:noFill/>
          </a:ln>
        </p:spPr>
        <p:txBody>
          <a:bodyPr vert="horz" lIns="0" tIns="0" rIns="0" bIns="0"/>
          <a:lstStyle>
            <a:lvl1pPr marL="0" indent="0" algn="ctr">
              <a:buNone/>
              <a:defRPr sz="1600" baseline="0">
                <a:solidFill>
                  <a:schemeClr val="tx1"/>
                </a:solidFill>
              </a:defRPr>
            </a:lvl1pPr>
            <a:lvl2pPr marL="609585" indent="0">
              <a:buNone/>
              <a:defRPr sz="2133"/>
            </a:lvl2pPr>
            <a:lvl3pPr marL="1219170" indent="0">
              <a:buNone/>
              <a:defRPr sz="2133"/>
            </a:lvl3pPr>
            <a:lvl4pPr marL="1828754" indent="0">
              <a:buNone/>
              <a:defRPr sz="2133"/>
            </a:lvl4pPr>
            <a:lvl5pPr marL="2438339" indent="0">
              <a:buNone/>
              <a:defRPr sz="2133"/>
            </a:lvl5pPr>
          </a:lstStyle>
          <a:p>
            <a:pPr lvl="0"/>
            <a:r>
              <a:rPr lang="en-US"/>
              <a:t>Infographic information goes here</a:t>
            </a:r>
          </a:p>
        </p:txBody>
      </p:sp>
      <p:sp>
        <p:nvSpPr>
          <p:cNvPr id="20" name="Text Placeholder 17"/>
          <p:cNvSpPr>
            <a:spLocks noGrp="1"/>
          </p:cNvSpPr>
          <p:nvPr>
            <p:ph type="body" sz="quarter" idx="42" hasCustomPrompt="1"/>
          </p:nvPr>
        </p:nvSpPr>
        <p:spPr>
          <a:xfrm>
            <a:off x="2926494" y="4519809"/>
            <a:ext cx="1782233" cy="435380"/>
          </a:xfrm>
          <a:prstGeom prst="rect">
            <a:avLst/>
          </a:prstGeom>
        </p:spPr>
        <p:txBody>
          <a:bodyPr vert="horz" lIns="0" tIns="0" rIns="0" bIns="0">
            <a:normAutofit/>
          </a:bodyPr>
          <a:lstStyle>
            <a:lvl1pPr marL="0" indent="0" algn="ctr">
              <a:buNone/>
              <a:defRPr sz="2400" baseline="0">
                <a:solidFill>
                  <a:schemeClr val="tx1"/>
                </a:solidFill>
              </a:defRPr>
            </a:lvl1pPr>
            <a:lvl2pPr marL="609585" indent="0">
              <a:buNone/>
              <a:defRPr sz="2933">
                <a:solidFill>
                  <a:srgbClr val="8DC63F"/>
                </a:solidFill>
              </a:defRPr>
            </a:lvl2pPr>
            <a:lvl3pPr marL="1219170" indent="0">
              <a:buNone/>
              <a:defRPr sz="2933">
                <a:solidFill>
                  <a:srgbClr val="8DC63F"/>
                </a:solidFill>
              </a:defRPr>
            </a:lvl3pPr>
            <a:lvl4pPr marL="1828754" indent="0">
              <a:buNone/>
              <a:defRPr sz="2933">
                <a:solidFill>
                  <a:srgbClr val="8DC63F"/>
                </a:solidFill>
              </a:defRPr>
            </a:lvl4pPr>
            <a:lvl5pPr marL="2438339" indent="0">
              <a:buNone/>
              <a:defRPr sz="2933">
                <a:solidFill>
                  <a:srgbClr val="8DC63F"/>
                </a:solidFill>
              </a:defRPr>
            </a:lvl5pPr>
          </a:lstStyle>
          <a:p>
            <a:pPr lvl="0"/>
            <a:r>
              <a:rPr lang="en-US"/>
              <a:t>Emphasis Text</a:t>
            </a:r>
          </a:p>
        </p:txBody>
      </p:sp>
      <p:sp>
        <p:nvSpPr>
          <p:cNvPr id="21" name="Text Placeholder 3"/>
          <p:cNvSpPr>
            <a:spLocks noGrp="1"/>
          </p:cNvSpPr>
          <p:nvPr>
            <p:ph type="body" sz="quarter" idx="43" hasCustomPrompt="1"/>
          </p:nvPr>
        </p:nvSpPr>
        <p:spPr>
          <a:xfrm>
            <a:off x="5241522" y="5057513"/>
            <a:ext cx="1782233" cy="760891"/>
          </a:xfrm>
          <a:prstGeom prst="rect">
            <a:avLst/>
          </a:prstGeom>
          <a:ln>
            <a:noFill/>
          </a:ln>
        </p:spPr>
        <p:txBody>
          <a:bodyPr vert="horz" lIns="0" tIns="0" rIns="0" bIns="0"/>
          <a:lstStyle>
            <a:lvl1pPr marL="0" indent="0" algn="ctr">
              <a:buNone/>
              <a:defRPr sz="1600" baseline="0">
                <a:solidFill>
                  <a:schemeClr val="tx1"/>
                </a:solidFill>
              </a:defRPr>
            </a:lvl1pPr>
            <a:lvl2pPr marL="609585" indent="0">
              <a:buNone/>
              <a:defRPr sz="2133"/>
            </a:lvl2pPr>
            <a:lvl3pPr marL="1219170" indent="0">
              <a:buNone/>
              <a:defRPr sz="2133"/>
            </a:lvl3pPr>
            <a:lvl4pPr marL="1828754" indent="0">
              <a:buNone/>
              <a:defRPr sz="2133"/>
            </a:lvl4pPr>
            <a:lvl5pPr marL="2438339" indent="0">
              <a:buNone/>
              <a:defRPr sz="2133"/>
            </a:lvl5pPr>
          </a:lstStyle>
          <a:p>
            <a:pPr lvl="0"/>
            <a:r>
              <a:rPr lang="en-US"/>
              <a:t>Infographic information goes here</a:t>
            </a:r>
          </a:p>
        </p:txBody>
      </p:sp>
      <p:sp>
        <p:nvSpPr>
          <p:cNvPr id="22" name="Text Placeholder 17"/>
          <p:cNvSpPr>
            <a:spLocks noGrp="1"/>
          </p:cNvSpPr>
          <p:nvPr>
            <p:ph type="body" sz="quarter" idx="44" hasCustomPrompt="1"/>
          </p:nvPr>
        </p:nvSpPr>
        <p:spPr>
          <a:xfrm>
            <a:off x="5241524" y="4519809"/>
            <a:ext cx="1782233" cy="435380"/>
          </a:xfrm>
          <a:prstGeom prst="rect">
            <a:avLst/>
          </a:prstGeom>
        </p:spPr>
        <p:txBody>
          <a:bodyPr vert="horz" lIns="0" tIns="0" rIns="0" bIns="0">
            <a:normAutofit/>
          </a:bodyPr>
          <a:lstStyle>
            <a:lvl1pPr marL="0" indent="0" algn="ctr">
              <a:buNone/>
              <a:defRPr sz="2400" baseline="0">
                <a:solidFill>
                  <a:schemeClr val="tx1"/>
                </a:solidFill>
              </a:defRPr>
            </a:lvl1pPr>
            <a:lvl2pPr marL="609585" indent="0">
              <a:buNone/>
              <a:defRPr sz="2933">
                <a:solidFill>
                  <a:srgbClr val="8DC63F"/>
                </a:solidFill>
              </a:defRPr>
            </a:lvl2pPr>
            <a:lvl3pPr marL="1219170" indent="0">
              <a:buNone/>
              <a:defRPr sz="2933">
                <a:solidFill>
                  <a:srgbClr val="8DC63F"/>
                </a:solidFill>
              </a:defRPr>
            </a:lvl3pPr>
            <a:lvl4pPr marL="1828754" indent="0">
              <a:buNone/>
              <a:defRPr sz="2933">
                <a:solidFill>
                  <a:srgbClr val="8DC63F"/>
                </a:solidFill>
              </a:defRPr>
            </a:lvl4pPr>
            <a:lvl5pPr marL="2438339" indent="0">
              <a:buNone/>
              <a:defRPr sz="2933">
                <a:solidFill>
                  <a:srgbClr val="8DC63F"/>
                </a:solidFill>
              </a:defRPr>
            </a:lvl5pPr>
          </a:lstStyle>
          <a:p>
            <a:pPr lvl="0"/>
            <a:r>
              <a:rPr lang="en-US"/>
              <a:t>Emphasis Text</a:t>
            </a:r>
          </a:p>
        </p:txBody>
      </p:sp>
      <p:sp>
        <p:nvSpPr>
          <p:cNvPr id="23" name="Text Placeholder 3"/>
          <p:cNvSpPr>
            <a:spLocks noGrp="1"/>
          </p:cNvSpPr>
          <p:nvPr>
            <p:ph type="body" sz="quarter" idx="45" hasCustomPrompt="1"/>
          </p:nvPr>
        </p:nvSpPr>
        <p:spPr>
          <a:xfrm>
            <a:off x="7540880" y="5057513"/>
            <a:ext cx="1782233" cy="760891"/>
          </a:xfrm>
          <a:prstGeom prst="rect">
            <a:avLst/>
          </a:prstGeom>
          <a:ln>
            <a:noFill/>
          </a:ln>
        </p:spPr>
        <p:txBody>
          <a:bodyPr vert="horz" lIns="0" tIns="0" rIns="0" bIns="0"/>
          <a:lstStyle>
            <a:lvl1pPr marL="0" indent="0" algn="ctr">
              <a:buNone/>
              <a:defRPr sz="1600" baseline="0">
                <a:solidFill>
                  <a:schemeClr val="tx1"/>
                </a:solidFill>
              </a:defRPr>
            </a:lvl1pPr>
            <a:lvl2pPr marL="609585" indent="0">
              <a:buNone/>
              <a:defRPr sz="2133"/>
            </a:lvl2pPr>
            <a:lvl3pPr marL="1219170" indent="0">
              <a:buNone/>
              <a:defRPr sz="2133"/>
            </a:lvl3pPr>
            <a:lvl4pPr marL="1828754" indent="0">
              <a:buNone/>
              <a:defRPr sz="2133"/>
            </a:lvl4pPr>
            <a:lvl5pPr marL="2438339" indent="0">
              <a:buNone/>
              <a:defRPr sz="2133"/>
            </a:lvl5pPr>
          </a:lstStyle>
          <a:p>
            <a:pPr lvl="0"/>
            <a:r>
              <a:rPr lang="en-US"/>
              <a:t>Infographic information goes here</a:t>
            </a:r>
          </a:p>
        </p:txBody>
      </p:sp>
      <p:sp>
        <p:nvSpPr>
          <p:cNvPr id="24" name="Text Placeholder 17"/>
          <p:cNvSpPr>
            <a:spLocks noGrp="1"/>
          </p:cNvSpPr>
          <p:nvPr>
            <p:ph type="body" sz="quarter" idx="46" hasCustomPrompt="1"/>
          </p:nvPr>
        </p:nvSpPr>
        <p:spPr>
          <a:xfrm>
            <a:off x="7540881" y="4519809"/>
            <a:ext cx="1782233" cy="435380"/>
          </a:xfrm>
          <a:prstGeom prst="rect">
            <a:avLst/>
          </a:prstGeom>
        </p:spPr>
        <p:txBody>
          <a:bodyPr vert="horz" lIns="0" tIns="0" rIns="0" bIns="0">
            <a:normAutofit/>
          </a:bodyPr>
          <a:lstStyle>
            <a:lvl1pPr marL="0" indent="0" algn="ctr">
              <a:buNone/>
              <a:defRPr sz="2400" baseline="0">
                <a:solidFill>
                  <a:schemeClr val="tx1"/>
                </a:solidFill>
              </a:defRPr>
            </a:lvl1pPr>
            <a:lvl2pPr marL="609585" indent="0">
              <a:buNone/>
              <a:defRPr sz="2933">
                <a:solidFill>
                  <a:srgbClr val="8DC63F"/>
                </a:solidFill>
              </a:defRPr>
            </a:lvl2pPr>
            <a:lvl3pPr marL="1219170" indent="0">
              <a:buNone/>
              <a:defRPr sz="2933">
                <a:solidFill>
                  <a:srgbClr val="8DC63F"/>
                </a:solidFill>
              </a:defRPr>
            </a:lvl3pPr>
            <a:lvl4pPr marL="1828754" indent="0">
              <a:buNone/>
              <a:defRPr sz="2933">
                <a:solidFill>
                  <a:srgbClr val="8DC63F"/>
                </a:solidFill>
              </a:defRPr>
            </a:lvl4pPr>
            <a:lvl5pPr marL="2438339" indent="0">
              <a:buNone/>
              <a:defRPr sz="2933">
                <a:solidFill>
                  <a:srgbClr val="8DC63F"/>
                </a:solidFill>
              </a:defRPr>
            </a:lvl5pPr>
          </a:lstStyle>
          <a:p>
            <a:pPr lvl="0"/>
            <a:r>
              <a:rPr lang="en-US"/>
              <a:t>Emphasis Text</a:t>
            </a:r>
          </a:p>
        </p:txBody>
      </p:sp>
      <p:sp>
        <p:nvSpPr>
          <p:cNvPr id="25" name="Text Placeholder 3"/>
          <p:cNvSpPr>
            <a:spLocks noGrp="1"/>
          </p:cNvSpPr>
          <p:nvPr>
            <p:ph type="body" sz="quarter" idx="47" hasCustomPrompt="1"/>
          </p:nvPr>
        </p:nvSpPr>
        <p:spPr>
          <a:xfrm>
            <a:off x="9782136" y="5057513"/>
            <a:ext cx="1782233" cy="760891"/>
          </a:xfrm>
          <a:prstGeom prst="rect">
            <a:avLst/>
          </a:prstGeom>
          <a:ln>
            <a:noFill/>
          </a:ln>
        </p:spPr>
        <p:txBody>
          <a:bodyPr vert="horz" lIns="0" tIns="0" rIns="0" bIns="0"/>
          <a:lstStyle>
            <a:lvl1pPr marL="0" indent="0" algn="ctr">
              <a:buNone/>
              <a:defRPr sz="1600" baseline="0">
                <a:solidFill>
                  <a:schemeClr val="tx1"/>
                </a:solidFill>
              </a:defRPr>
            </a:lvl1pPr>
            <a:lvl2pPr marL="609585" indent="0">
              <a:buNone/>
              <a:defRPr sz="2133"/>
            </a:lvl2pPr>
            <a:lvl3pPr marL="1219170" indent="0">
              <a:buNone/>
              <a:defRPr sz="2133"/>
            </a:lvl3pPr>
            <a:lvl4pPr marL="1828754" indent="0">
              <a:buNone/>
              <a:defRPr sz="2133"/>
            </a:lvl4pPr>
            <a:lvl5pPr marL="2438339" indent="0">
              <a:buNone/>
              <a:defRPr sz="2133"/>
            </a:lvl5pPr>
          </a:lstStyle>
          <a:p>
            <a:pPr lvl="0"/>
            <a:r>
              <a:rPr lang="en-US"/>
              <a:t>Infographic information goes here</a:t>
            </a:r>
          </a:p>
        </p:txBody>
      </p:sp>
      <p:sp>
        <p:nvSpPr>
          <p:cNvPr id="26" name="Text Placeholder 17"/>
          <p:cNvSpPr>
            <a:spLocks noGrp="1"/>
          </p:cNvSpPr>
          <p:nvPr>
            <p:ph type="body" sz="quarter" idx="48" hasCustomPrompt="1"/>
          </p:nvPr>
        </p:nvSpPr>
        <p:spPr>
          <a:xfrm>
            <a:off x="9782137" y="4519809"/>
            <a:ext cx="1782233" cy="435380"/>
          </a:xfrm>
          <a:prstGeom prst="rect">
            <a:avLst/>
          </a:prstGeom>
        </p:spPr>
        <p:txBody>
          <a:bodyPr vert="horz" lIns="0" tIns="0" rIns="0" bIns="0">
            <a:normAutofit/>
          </a:bodyPr>
          <a:lstStyle>
            <a:lvl1pPr marL="0" indent="0" algn="ctr">
              <a:buNone/>
              <a:defRPr sz="2400" baseline="0">
                <a:solidFill>
                  <a:schemeClr val="tx1"/>
                </a:solidFill>
              </a:defRPr>
            </a:lvl1pPr>
            <a:lvl2pPr marL="609585" indent="0">
              <a:buNone/>
              <a:defRPr sz="2933">
                <a:solidFill>
                  <a:srgbClr val="8DC63F"/>
                </a:solidFill>
              </a:defRPr>
            </a:lvl2pPr>
            <a:lvl3pPr marL="1219170" indent="0">
              <a:buNone/>
              <a:defRPr sz="2933">
                <a:solidFill>
                  <a:srgbClr val="8DC63F"/>
                </a:solidFill>
              </a:defRPr>
            </a:lvl3pPr>
            <a:lvl4pPr marL="1828754" indent="0">
              <a:buNone/>
              <a:defRPr sz="2933">
                <a:solidFill>
                  <a:srgbClr val="8DC63F"/>
                </a:solidFill>
              </a:defRPr>
            </a:lvl4pPr>
            <a:lvl5pPr marL="2438339" indent="0">
              <a:buNone/>
              <a:defRPr sz="2933">
                <a:solidFill>
                  <a:srgbClr val="8DC63F"/>
                </a:solidFill>
              </a:defRPr>
            </a:lvl5pPr>
          </a:lstStyle>
          <a:p>
            <a:pPr lvl="0"/>
            <a:r>
              <a:rPr lang="en-US"/>
              <a:t>Emphasis Text</a:t>
            </a:r>
          </a:p>
        </p:txBody>
      </p:sp>
      <p:sp>
        <p:nvSpPr>
          <p:cNvPr id="27" name="TextBox 26"/>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32" name="Title 31"/>
          <p:cNvSpPr>
            <a:spLocks noGrp="1"/>
          </p:cNvSpPr>
          <p:nvPr>
            <p:ph type="title" hasCustomPrompt="1"/>
          </p:nvPr>
        </p:nvSpPr>
        <p:spPr>
          <a:xfrm>
            <a:off x="609600" y="0"/>
            <a:ext cx="4284680" cy="2272344"/>
          </a:xfrm>
        </p:spPr>
        <p:txBody>
          <a:bodyPr/>
          <a:lstStyle/>
          <a:p>
            <a:r>
              <a:rPr lang="en-US"/>
              <a:t>Messaging + Blue Infographic Content</a:t>
            </a:r>
          </a:p>
        </p:txBody>
      </p:sp>
      <p:sp>
        <p:nvSpPr>
          <p:cNvPr id="33" name="Picture Placeholder 24"/>
          <p:cNvSpPr>
            <a:spLocks noGrp="1" noChangeAspect="1"/>
          </p:cNvSpPr>
          <p:nvPr>
            <p:ph type="pic" sz="quarter" idx="50" hasCustomPrompt="1"/>
          </p:nvPr>
        </p:nvSpPr>
        <p:spPr>
          <a:xfrm>
            <a:off x="654244" y="2616060"/>
            <a:ext cx="1722576" cy="1722571"/>
          </a:xfrm>
          <a:prstGeom prst="ellipse">
            <a:avLst/>
          </a:prstGeom>
          <a:solidFill>
            <a:schemeClr val="accent1"/>
          </a:solidFill>
          <a:ln w="38100">
            <a:solidFill>
              <a:schemeClr val="bg1"/>
            </a:solidFill>
          </a:ln>
        </p:spPr>
        <p:txBody>
          <a:bodyPr vert="horz" lIns="91440" tIns="91440" rIns="91440" bIns="91440" anchor="ctr" anchorCtr="0"/>
          <a:lstStyle>
            <a:lvl1pPr marL="0" indent="0" algn="ctr">
              <a:buNone/>
              <a:defRPr sz="1600">
                <a:solidFill>
                  <a:schemeClr val="bg1"/>
                </a:solidFill>
                <a:effectLst/>
              </a:defRPr>
            </a:lvl1pPr>
          </a:lstStyle>
          <a:p>
            <a:r>
              <a:rPr lang="en-US" dirty="0"/>
              <a:t>Insert icon</a:t>
            </a:r>
          </a:p>
        </p:txBody>
      </p:sp>
      <p:sp>
        <p:nvSpPr>
          <p:cNvPr id="35" name="Picture Placeholder 24"/>
          <p:cNvSpPr>
            <a:spLocks noGrp="1" noChangeAspect="1"/>
          </p:cNvSpPr>
          <p:nvPr>
            <p:ph type="pic" sz="quarter" idx="51" hasCustomPrompt="1"/>
          </p:nvPr>
        </p:nvSpPr>
        <p:spPr>
          <a:xfrm>
            <a:off x="2986149" y="2616060"/>
            <a:ext cx="1722576" cy="1722571"/>
          </a:xfrm>
          <a:prstGeom prst="ellipse">
            <a:avLst/>
          </a:prstGeom>
          <a:solidFill>
            <a:schemeClr val="accent1"/>
          </a:solidFill>
          <a:ln w="38100">
            <a:solidFill>
              <a:schemeClr val="bg1"/>
            </a:solidFill>
          </a:ln>
        </p:spPr>
        <p:txBody>
          <a:bodyPr vert="horz" lIns="91440" tIns="91440" rIns="91440" bIns="91440" anchor="ctr" anchorCtr="0"/>
          <a:lstStyle>
            <a:lvl1pPr marL="0" indent="0" algn="ctr">
              <a:buNone/>
              <a:defRPr sz="1600">
                <a:solidFill>
                  <a:schemeClr val="bg1"/>
                </a:solidFill>
                <a:effectLst/>
              </a:defRPr>
            </a:lvl1pPr>
          </a:lstStyle>
          <a:p>
            <a:r>
              <a:rPr lang="en-US"/>
              <a:t>Insert icon</a:t>
            </a:r>
          </a:p>
        </p:txBody>
      </p:sp>
      <p:sp>
        <p:nvSpPr>
          <p:cNvPr id="36" name="Picture Placeholder 24"/>
          <p:cNvSpPr>
            <a:spLocks noGrp="1" noChangeAspect="1"/>
          </p:cNvSpPr>
          <p:nvPr>
            <p:ph type="pic" sz="quarter" idx="52" hasCustomPrompt="1"/>
          </p:nvPr>
        </p:nvSpPr>
        <p:spPr>
          <a:xfrm>
            <a:off x="5234712" y="2616060"/>
            <a:ext cx="1722576" cy="1722571"/>
          </a:xfrm>
          <a:prstGeom prst="ellipse">
            <a:avLst/>
          </a:prstGeom>
          <a:solidFill>
            <a:schemeClr val="accent1"/>
          </a:solidFill>
          <a:ln w="38100">
            <a:solidFill>
              <a:schemeClr val="bg1"/>
            </a:solidFill>
          </a:ln>
        </p:spPr>
        <p:txBody>
          <a:bodyPr vert="horz" lIns="91440" tIns="91440" rIns="91440" bIns="91440" anchor="ctr" anchorCtr="0"/>
          <a:lstStyle>
            <a:lvl1pPr marL="0" indent="0" algn="ctr">
              <a:buNone/>
              <a:defRPr sz="1600">
                <a:solidFill>
                  <a:schemeClr val="bg1"/>
                </a:solidFill>
                <a:effectLst/>
              </a:defRPr>
            </a:lvl1pPr>
          </a:lstStyle>
          <a:p>
            <a:r>
              <a:rPr lang="en-US"/>
              <a:t>Insert icon</a:t>
            </a:r>
          </a:p>
        </p:txBody>
      </p:sp>
      <p:sp>
        <p:nvSpPr>
          <p:cNvPr id="37" name="Picture Placeholder 24"/>
          <p:cNvSpPr>
            <a:spLocks noGrp="1" noChangeAspect="1"/>
          </p:cNvSpPr>
          <p:nvPr>
            <p:ph type="pic" sz="quarter" idx="53" hasCustomPrompt="1"/>
          </p:nvPr>
        </p:nvSpPr>
        <p:spPr>
          <a:xfrm>
            <a:off x="7567584" y="2616060"/>
            <a:ext cx="1722576" cy="1722571"/>
          </a:xfrm>
          <a:prstGeom prst="ellipse">
            <a:avLst/>
          </a:prstGeom>
          <a:solidFill>
            <a:schemeClr val="accent1"/>
          </a:solidFill>
          <a:ln w="38100">
            <a:solidFill>
              <a:schemeClr val="bg1"/>
            </a:solidFill>
          </a:ln>
        </p:spPr>
        <p:txBody>
          <a:bodyPr vert="horz" lIns="91440" tIns="91440" rIns="91440" bIns="91440" anchor="ctr" anchorCtr="0"/>
          <a:lstStyle>
            <a:lvl1pPr marL="0" indent="0" algn="ctr">
              <a:buNone/>
              <a:defRPr sz="1600">
                <a:solidFill>
                  <a:schemeClr val="bg1"/>
                </a:solidFill>
                <a:effectLst/>
              </a:defRPr>
            </a:lvl1pPr>
          </a:lstStyle>
          <a:p>
            <a:r>
              <a:rPr lang="en-US"/>
              <a:t>Insert icon</a:t>
            </a:r>
          </a:p>
        </p:txBody>
      </p:sp>
      <p:sp>
        <p:nvSpPr>
          <p:cNvPr id="38" name="Picture Placeholder 24"/>
          <p:cNvSpPr>
            <a:spLocks noGrp="1" noChangeAspect="1"/>
          </p:cNvSpPr>
          <p:nvPr>
            <p:ph type="pic" sz="quarter" idx="54" hasCustomPrompt="1"/>
          </p:nvPr>
        </p:nvSpPr>
        <p:spPr>
          <a:xfrm>
            <a:off x="9782135" y="2616060"/>
            <a:ext cx="1722576" cy="1722571"/>
          </a:xfrm>
          <a:prstGeom prst="ellipse">
            <a:avLst/>
          </a:prstGeom>
          <a:solidFill>
            <a:schemeClr val="accent1"/>
          </a:solidFill>
          <a:ln w="38100">
            <a:solidFill>
              <a:schemeClr val="bg1"/>
            </a:solidFill>
          </a:ln>
        </p:spPr>
        <p:txBody>
          <a:bodyPr vert="horz" lIns="91440" tIns="91440" rIns="91440" bIns="91440" anchor="ctr" anchorCtr="0"/>
          <a:lstStyle>
            <a:lvl1pPr marL="0" indent="0" algn="ctr">
              <a:buNone/>
              <a:defRPr sz="1600">
                <a:solidFill>
                  <a:schemeClr val="bg1"/>
                </a:solidFill>
                <a:effectLst/>
              </a:defRPr>
            </a:lvl1pPr>
          </a:lstStyle>
          <a:p>
            <a:r>
              <a:rPr lang="en-US"/>
              <a:t>Insert icon</a:t>
            </a:r>
          </a:p>
        </p:txBody>
      </p:sp>
    </p:spTree>
    <p:extLst>
      <p:ext uri="{BB962C8B-B14F-4D97-AF65-F5344CB8AC3E}">
        <p14:creationId xmlns:p14="http://schemas.microsoft.com/office/powerpoint/2010/main" val="197212215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Slide - Infographic Half Photo">
    <p:spTree>
      <p:nvGrpSpPr>
        <p:cNvPr id="1" name=""/>
        <p:cNvGrpSpPr/>
        <p:nvPr/>
      </p:nvGrpSpPr>
      <p:grpSpPr>
        <a:xfrm>
          <a:off x="0" y="0"/>
          <a:ext cx="0" cy="0"/>
          <a:chOff x="0" y="0"/>
          <a:chExt cx="0" cy="0"/>
        </a:xfrm>
      </p:grpSpPr>
      <p:sp>
        <p:nvSpPr>
          <p:cNvPr id="3" name="Picture Placeholder 2"/>
          <p:cNvSpPr>
            <a:spLocks noGrp="1"/>
          </p:cNvSpPr>
          <p:nvPr>
            <p:ph type="pic" sz="quarter" idx="49" hasCustomPrompt="1"/>
          </p:nvPr>
        </p:nvSpPr>
        <p:spPr>
          <a:xfrm>
            <a:off x="0" y="1"/>
            <a:ext cx="12192000" cy="3577167"/>
          </a:xfrm>
          <a:solidFill>
            <a:schemeClr val="bg1">
              <a:lumMod val="85000"/>
            </a:schemeClr>
          </a:solidFill>
        </p:spPr>
        <p:txBody>
          <a:bodyPr>
            <a:normAutofit/>
          </a:bodyPr>
          <a:lstStyle>
            <a:lvl1pPr marL="0" indent="0" algn="r">
              <a:buNone/>
              <a:defRPr sz="2133"/>
            </a:lvl1pPr>
          </a:lstStyle>
          <a:p>
            <a:r>
              <a:rPr lang="en-US" dirty="0"/>
              <a:t>Insert a large image here</a:t>
            </a:r>
          </a:p>
        </p:txBody>
      </p:sp>
      <p:sp>
        <p:nvSpPr>
          <p:cNvPr id="17" name="Text Placeholder 3"/>
          <p:cNvSpPr>
            <a:spLocks noGrp="1"/>
          </p:cNvSpPr>
          <p:nvPr>
            <p:ph type="body" sz="quarter" idx="18" hasCustomPrompt="1"/>
          </p:nvPr>
        </p:nvSpPr>
        <p:spPr>
          <a:xfrm>
            <a:off x="624417" y="5057513"/>
            <a:ext cx="1782233" cy="760891"/>
          </a:xfrm>
          <a:prstGeom prst="rect">
            <a:avLst/>
          </a:prstGeom>
          <a:ln>
            <a:noFill/>
          </a:ln>
        </p:spPr>
        <p:txBody>
          <a:bodyPr vert="horz" lIns="0" tIns="0" rIns="0" bIns="0"/>
          <a:lstStyle>
            <a:lvl1pPr marL="0" indent="0" algn="ctr">
              <a:buNone/>
              <a:defRPr sz="1600" baseline="0">
                <a:solidFill>
                  <a:schemeClr val="tx1"/>
                </a:solidFill>
              </a:defRPr>
            </a:lvl1pPr>
            <a:lvl2pPr marL="609585" indent="0">
              <a:buNone/>
              <a:defRPr sz="2133"/>
            </a:lvl2pPr>
            <a:lvl3pPr marL="1219170" indent="0">
              <a:buNone/>
              <a:defRPr sz="2133"/>
            </a:lvl3pPr>
            <a:lvl4pPr marL="1828754" indent="0">
              <a:buNone/>
              <a:defRPr sz="2133"/>
            </a:lvl4pPr>
            <a:lvl5pPr marL="2438339" indent="0">
              <a:buNone/>
              <a:defRPr sz="2133"/>
            </a:lvl5pPr>
          </a:lstStyle>
          <a:p>
            <a:pPr lvl="0"/>
            <a:r>
              <a:rPr lang="en-US"/>
              <a:t>Infographic information goes here</a:t>
            </a:r>
          </a:p>
        </p:txBody>
      </p:sp>
      <p:sp>
        <p:nvSpPr>
          <p:cNvPr id="18" name="Text Placeholder 17"/>
          <p:cNvSpPr>
            <a:spLocks noGrp="1"/>
          </p:cNvSpPr>
          <p:nvPr>
            <p:ph type="body" sz="quarter" idx="19" hasCustomPrompt="1"/>
          </p:nvPr>
        </p:nvSpPr>
        <p:spPr>
          <a:xfrm>
            <a:off x="624418" y="4519809"/>
            <a:ext cx="1782233" cy="435380"/>
          </a:xfrm>
          <a:prstGeom prst="rect">
            <a:avLst/>
          </a:prstGeom>
        </p:spPr>
        <p:txBody>
          <a:bodyPr vert="horz" lIns="0" tIns="0" rIns="0" bIns="0">
            <a:normAutofit/>
          </a:bodyPr>
          <a:lstStyle>
            <a:lvl1pPr marL="0" indent="0" algn="ctr">
              <a:buNone/>
              <a:defRPr sz="2400" baseline="0">
                <a:solidFill>
                  <a:schemeClr val="tx1"/>
                </a:solidFill>
              </a:defRPr>
            </a:lvl1pPr>
            <a:lvl2pPr marL="609585" indent="0">
              <a:buNone/>
              <a:defRPr sz="2933">
                <a:solidFill>
                  <a:srgbClr val="8DC63F"/>
                </a:solidFill>
              </a:defRPr>
            </a:lvl2pPr>
            <a:lvl3pPr marL="1219170" indent="0">
              <a:buNone/>
              <a:defRPr sz="2933">
                <a:solidFill>
                  <a:srgbClr val="8DC63F"/>
                </a:solidFill>
              </a:defRPr>
            </a:lvl3pPr>
            <a:lvl4pPr marL="1828754" indent="0">
              <a:buNone/>
              <a:defRPr sz="2933">
                <a:solidFill>
                  <a:srgbClr val="8DC63F"/>
                </a:solidFill>
              </a:defRPr>
            </a:lvl4pPr>
            <a:lvl5pPr marL="2438339" indent="0">
              <a:buNone/>
              <a:defRPr sz="2933">
                <a:solidFill>
                  <a:srgbClr val="8DC63F"/>
                </a:solidFill>
              </a:defRPr>
            </a:lvl5pPr>
          </a:lstStyle>
          <a:p>
            <a:pPr lvl="0"/>
            <a:r>
              <a:rPr lang="en-US"/>
              <a:t>Emphasis Text</a:t>
            </a:r>
          </a:p>
        </p:txBody>
      </p:sp>
      <p:sp>
        <p:nvSpPr>
          <p:cNvPr id="19" name="Text Placeholder 3"/>
          <p:cNvSpPr>
            <a:spLocks noGrp="1"/>
          </p:cNvSpPr>
          <p:nvPr>
            <p:ph type="body" sz="quarter" idx="41" hasCustomPrompt="1"/>
          </p:nvPr>
        </p:nvSpPr>
        <p:spPr>
          <a:xfrm>
            <a:off x="2926493" y="5057513"/>
            <a:ext cx="1782233" cy="760891"/>
          </a:xfrm>
          <a:prstGeom prst="rect">
            <a:avLst/>
          </a:prstGeom>
          <a:ln>
            <a:noFill/>
          </a:ln>
        </p:spPr>
        <p:txBody>
          <a:bodyPr vert="horz" lIns="0" tIns="0" rIns="0" bIns="0"/>
          <a:lstStyle>
            <a:lvl1pPr marL="0" indent="0" algn="ctr">
              <a:buNone/>
              <a:defRPr sz="1600" baseline="0">
                <a:solidFill>
                  <a:schemeClr val="tx1"/>
                </a:solidFill>
              </a:defRPr>
            </a:lvl1pPr>
            <a:lvl2pPr marL="609585" indent="0">
              <a:buNone/>
              <a:defRPr sz="2133"/>
            </a:lvl2pPr>
            <a:lvl3pPr marL="1219170" indent="0">
              <a:buNone/>
              <a:defRPr sz="2133"/>
            </a:lvl3pPr>
            <a:lvl4pPr marL="1828754" indent="0">
              <a:buNone/>
              <a:defRPr sz="2133"/>
            </a:lvl4pPr>
            <a:lvl5pPr marL="2438339" indent="0">
              <a:buNone/>
              <a:defRPr sz="2133"/>
            </a:lvl5pPr>
          </a:lstStyle>
          <a:p>
            <a:pPr lvl="0"/>
            <a:r>
              <a:rPr lang="en-US"/>
              <a:t>Infographic information goes here</a:t>
            </a:r>
          </a:p>
        </p:txBody>
      </p:sp>
      <p:sp>
        <p:nvSpPr>
          <p:cNvPr id="20" name="Text Placeholder 17"/>
          <p:cNvSpPr>
            <a:spLocks noGrp="1"/>
          </p:cNvSpPr>
          <p:nvPr>
            <p:ph type="body" sz="quarter" idx="42" hasCustomPrompt="1"/>
          </p:nvPr>
        </p:nvSpPr>
        <p:spPr>
          <a:xfrm>
            <a:off x="2926494" y="4519809"/>
            <a:ext cx="1782233" cy="435380"/>
          </a:xfrm>
          <a:prstGeom prst="rect">
            <a:avLst/>
          </a:prstGeom>
        </p:spPr>
        <p:txBody>
          <a:bodyPr vert="horz" lIns="0" tIns="0" rIns="0" bIns="0">
            <a:normAutofit/>
          </a:bodyPr>
          <a:lstStyle>
            <a:lvl1pPr marL="0" indent="0" algn="ctr">
              <a:buNone/>
              <a:defRPr sz="2400" baseline="0">
                <a:solidFill>
                  <a:schemeClr val="tx1"/>
                </a:solidFill>
              </a:defRPr>
            </a:lvl1pPr>
            <a:lvl2pPr marL="609585" indent="0">
              <a:buNone/>
              <a:defRPr sz="2933">
                <a:solidFill>
                  <a:srgbClr val="8DC63F"/>
                </a:solidFill>
              </a:defRPr>
            </a:lvl2pPr>
            <a:lvl3pPr marL="1219170" indent="0">
              <a:buNone/>
              <a:defRPr sz="2933">
                <a:solidFill>
                  <a:srgbClr val="8DC63F"/>
                </a:solidFill>
              </a:defRPr>
            </a:lvl3pPr>
            <a:lvl4pPr marL="1828754" indent="0">
              <a:buNone/>
              <a:defRPr sz="2933">
                <a:solidFill>
                  <a:srgbClr val="8DC63F"/>
                </a:solidFill>
              </a:defRPr>
            </a:lvl4pPr>
            <a:lvl5pPr marL="2438339" indent="0">
              <a:buNone/>
              <a:defRPr sz="2933">
                <a:solidFill>
                  <a:srgbClr val="8DC63F"/>
                </a:solidFill>
              </a:defRPr>
            </a:lvl5pPr>
          </a:lstStyle>
          <a:p>
            <a:pPr lvl="0"/>
            <a:r>
              <a:rPr lang="en-US"/>
              <a:t>Emphasis Text</a:t>
            </a:r>
          </a:p>
        </p:txBody>
      </p:sp>
      <p:sp>
        <p:nvSpPr>
          <p:cNvPr id="21" name="Text Placeholder 3"/>
          <p:cNvSpPr>
            <a:spLocks noGrp="1"/>
          </p:cNvSpPr>
          <p:nvPr>
            <p:ph type="body" sz="quarter" idx="43" hasCustomPrompt="1"/>
          </p:nvPr>
        </p:nvSpPr>
        <p:spPr>
          <a:xfrm>
            <a:off x="5241522" y="5057513"/>
            <a:ext cx="1782233" cy="760891"/>
          </a:xfrm>
          <a:prstGeom prst="rect">
            <a:avLst/>
          </a:prstGeom>
          <a:ln>
            <a:noFill/>
          </a:ln>
        </p:spPr>
        <p:txBody>
          <a:bodyPr vert="horz" lIns="0" tIns="0" rIns="0" bIns="0"/>
          <a:lstStyle>
            <a:lvl1pPr marL="0" indent="0" algn="ctr">
              <a:buNone/>
              <a:defRPr sz="1600" baseline="0">
                <a:solidFill>
                  <a:schemeClr val="tx1"/>
                </a:solidFill>
              </a:defRPr>
            </a:lvl1pPr>
            <a:lvl2pPr marL="609585" indent="0">
              <a:buNone/>
              <a:defRPr sz="2133"/>
            </a:lvl2pPr>
            <a:lvl3pPr marL="1219170" indent="0">
              <a:buNone/>
              <a:defRPr sz="2133"/>
            </a:lvl3pPr>
            <a:lvl4pPr marL="1828754" indent="0">
              <a:buNone/>
              <a:defRPr sz="2133"/>
            </a:lvl4pPr>
            <a:lvl5pPr marL="2438339" indent="0">
              <a:buNone/>
              <a:defRPr sz="2133"/>
            </a:lvl5pPr>
          </a:lstStyle>
          <a:p>
            <a:pPr lvl="0"/>
            <a:r>
              <a:rPr lang="en-US"/>
              <a:t>Infographic information goes here</a:t>
            </a:r>
          </a:p>
        </p:txBody>
      </p:sp>
      <p:sp>
        <p:nvSpPr>
          <p:cNvPr id="22" name="Text Placeholder 17"/>
          <p:cNvSpPr>
            <a:spLocks noGrp="1"/>
          </p:cNvSpPr>
          <p:nvPr>
            <p:ph type="body" sz="quarter" idx="44" hasCustomPrompt="1"/>
          </p:nvPr>
        </p:nvSpPr>
        <p:spPr>
          <a:xfrm>
            <a:off x="5241524" y="4519809"/>
            <a:ext cx="1782233" cy="435380"/>
          </a:xfrm>
          <a:prstGeom prst="rect">
            <a:avLst/>
          </a:prstGeom>
        </p:spPr>
        <p:txBody>
          <a:bodyPr vert="horz" lIns="0" tIns="0" rIns="0" bIns="0">
            <a:normAutofit/>
          </a:bodyPr>
          <a:lstStyle>
            <a:lvl1pPr marL="0" indent="0" algn="ctr">
              <a:buNone/>
              <a:defRPr sz="2400" baseline="0">
                <a:solidFill>
                  <a:schemeClr val="tx1"/>
                </a:solidFill>
              </a:defRPr>
            </a:lvl1pPr>
            <a:lvl2pPr marL="609585" indent="0">
              <a:buNone/>
              <a:defRPr sz="2933">
                <a:solidFill>
                  <a:srgbClr val="8DC63F"/>
                </a:solidFill>
              </a:defRPr>
            </a:lvl2pPr>
            <a:lvl3pPr marL="1219170" indent="0">
              <a:buNone/>
              <a:defRPr sz="2933">
                <a:solidFill>
                  <a:srgbClr val="8DC63F"/>
                </a:solidFill>
              </a:defRPr>
            </a:lvl3pPr>
            <a:lvl4pPr marL="1828754" indent="0">
              <a:buNone/>
              <a:defRPr sz="2933">
                <a:solidFill>
                  <a:srgbClr val="8DC63F"/>
                </a:solidFill>
              </a:defRPr>
            </a:lvl4pPr>
            <a:lvl5pPr marL="2438339" indent="0">
              <a:buNone/>
              <a:defRPr sz="2933">
                <a:solidFill>
                  <a:srgbClr val="8DC63F"/>
                </a:solidFill>
              </a:defRPr>
            </a:lvl5pPr>
          </a:lstStyle>
          <a:p>
            <a:pPr lvl="0"/>
            <a:r>
              <a:rPr lang="en-US"/>
              <a:t>Emphasis Text</a:t>
            </a:r>
          </a:p>
        </p:txBody>
      </p:sp>
      <p:sp>
        <p:nvSpPr>
          <p:cNvPr id="23" name="Text Placeholder 3"/>
          <p:cNvSpPr>
            <a:spLocks noGrp="1"/>
          </p:cNvSpPr>
          <p:nvPr>
            <p:ph type="body" sz="quarter" idx="45" hasCustomPrompt="1"/>
          </p:nvPr>
        </p:nvSpPr>
        <p:spPr>
          <a:xfrm>
            <a:off x="7540880" y="5057513"/>
            <a:ext cx="1782233" cy="760891"/>
          </a:xfrm>
          <a:prstGeom prst="rect">
            <a:avLst/>
          </a:prstGeom>
          <a:ln>
            <a:noFill/>
          </a:ln>
        </p:spPr>
        <p:txBody>
          <a:bodyPr vert="horz" lIns="0" tIns="0" rIns="0" bIns="0"/>
          <a:lstStyle>
            <a:lvl1pPr marL="0" indent="0" algn="ctr">
              <a:buNone/>
              <a:defRPr sz="1600" baseline="0">
                <a:solidFill>
                  <a:schemeClr val="tx1"/>
                </a:solidFill>
              </a:defRPr>
            </a:lvl1pPr>
            <a:lvl2pPr marL="609585" indent="0">
              <a:buNone/>
              <a:defRPr sz="2133"/>
            </a:lvl2pPr>
            <a:lvl3pPr marL="1219170" indent="0">
              <a:buNone/>
              <a:defRPr sz="2133"/>
            </a:lvl3pPr>
            <a:lvl4pPr marL="1828754" indent="0">
              <a:buNone/>
              <a:defRPr sz="2133"/>
            </a:lvl4pPr>
            <a:lvl5pPr marL="2438339" indent="0">
              <a:buNone/>
              <a:defRPr sz="2133"/>
            </a:lvl5pPr>
          </a:lstStyle>
          <a:p>
            <a:pPr lvl="0"/>
            <a:r>
              <a:rPr lang="en-US"/>
              <a:t>Infographic information goes here</a:t>
            </a:r>
          </a:p>
        </p:txBody>
      </p:sp>
      <p:sp>
        <p:nvSpPr>
          <p:cNvPr id="24" name="Text Placeholder 17"/>
          <p:cNvSpPr>
            <a:spLocks noGrp="1"/>
          </p:cNvSpPr>
          <p:nvPr>
            <p:ph type="body" sz="quarter" idx="46" hasCustomPrompt="1"/>
          </p:nvPr>
        </p:nvSpPr>
        <p:spPr>
          <a:xfrm>
            <a:off x="7540881" y="4519809"/>
            <a:ext cx="1782233" cy="435380"/>
          </a:xfrm>
          <a:prstGeom prst="rect">
            <a:avLst/>
          </a:prstGeom>
        </p:spPr>
        <p:txBody>
          <a:bodyPr vert="horz" lIns="0" tIns="0" rIns="0" bIns="0">
            <a:normAutofit/>
          </a:bodyPr>
          <a:lstStyle>
            <a:lvl1pPr marL="0" indent="0" algn="ctr">
              <a:buNone/>
              <a:defRPr sz="2400" baseline="0">
                <a:solidFill>
                  <a:schemeClr val="tx1"/>
                </a:solidFill>
              </a:defRPr>
            </a:lvl1pPr>
            <a:lvl2pPr marL="609585" indent="0">
              <a:buNone/>
              <a:defRPr sz="2933">
                <a:solidFill>
                  <a:srgbClr val="8DC63F"/>
                </a:solidFill>
              </a:defRPr>
            </a:lvl2pPr>
            <a:lvl3pPr marL="1219170" indent="0">
              <a:buNone/>
              <a:defRPr sz="2933">
                <a:solidFill>
                  <a:srgbClr val="8DC63F"/>
                </a:solidFill>
              </a:defRPr>
            </a:lvl3pPr>
            <a:lvl4pPr marL="1828754" indent="0">
              <a:buNone/>
              <a:defRPr sz="2933">
                <a:solidFill>
                  <a:srgbClr val="8DC63F"/>
                </a:solidFill>
              </a:defRPr>
            </a:lvl4pPr>
            <a:lvl5pPr marL="2438339" indent="0">
              <a:buNone/>
              <a:defRPr sz="2933">
                <a:solidFill>
                  <a:srgbClr val="8DC63F"/>
                </a:solidFill>
              </a:defRPr>
            </a:lvl5pPr>
          </a:lstStyle>
          <a:p>
            <a:pPr lvl="0"/>
            <a:r>
              <a:rPr lang="en-US"/>
              <a:t>Emphasis Text</a:t>
            </a:r>
          </a:p>
        </p:txBody>
      </p:sp>
      <p:sp>
        <p:nvSpPr>
          <p:cNvPr id="25" name="Text Placeholder 3"/>
          <p:cNvSpPr>
            <a:spLocks noGrp="1"/>
          </p:cNvSpPr>
          <p:nvPr>
            <p:ph type="body" sz="quarter" idx="47" hasCustomPrompt="1"/>
          </p:nvPr>
        </p:nvSpPr>
        <p:spPr>
          <a:xfrm>
            <a:off x="9782136" y="5057513"/>
            <a:ext cx="1782233" cy="760891"/>
          </a:xfrm>
          <a:prstGeom prst="rect">
            <a:avLst/>
          </a:prstGeom>
          <a:ln>
            <a:noFill/>
          </a:ln>
        </p:spPr>
        <p:txBody>
          <a:bodyPr vert="horz" lIns="0" tIns="0" rIns="0" bIns="0"/>
          <a:lstStyle>
            <a:lvl1pPr marL="0" indent="0" algn="ctr">
              <a:buNone/>
              <a:defRPr sz="1600" baseline="0">
                <a:solidFill>
                  <a:schemeClr val="tx1"/>
                </a:solidFill>
              </a:defRPr>
            </a:lvl1pPr>
            <a:lvl2pPr marL="609585" indent="0">
              <a:buNone/>
              <a:defRPr sz="2133"/>
            </a:lvl2pPr>
            <a:lvl3pPr marL="1219170" indent="0">
              <a:buNone/>
              <a:defRPr sz="2133"/>
            </a:lvl3pPr>
            <a:lvl4pPr marL="1828754" indent="0">
              <a:buNone/>
              <a:defRPr sz="2133"/>
            </a:lvl4pPr>
            <a:lvl5pPr marL="2438339" indent="0">
              <a:buNone/>
              <a:defRPr sz="2133"/>
            </a:lvl5pPr>
          </a:lstStyle>
          <a:p>
            <a:pPr lvl="0"/>
            <a:r>
              <a:rPr lang="en-US"/>
              <a:t>Infographic information goes here</a:t>
            </a:r>
          </a:p>
        </p:txBody>
      </p:sp>
      <p:sp>
        <p:nvSpPr>
          <p:cNvPr id="26" name="Text Placeholder 17"/>
          <p:cNvSpPr>
            <a:spLocks noGrp="1"/>
          </p:cNvSpPr>
          <p:nvPr>
            <p:ph type="body" sz="quarter" idx="48" hasCustomPrompt="1"/>
          </p:nvPr>
        </p:nvSpPr>
        <p:spPr>
          <a:xfrm>
            <a:off x="9782137" y="4519809"/>
            <a:ext cx="1782233" cy="435380"/>
          </a:xfrm>
          <a:prstGeom prst="rect">
            <a:avLst/>
          </a:prstGeom>
        </p:spPr>
        <p:txBody>
          <a:bodyPr vert="horz" lIns="0" tIns="0" rIns="0" bIns="0">
            <a:normAutofit/>
          </a:bodyPr>
          <a:lstStyle>
            <a:lvl1pPr marL="0" indent="0" algn="ctr">
              <a:buNone/>
              <a:defRPr sz="2400" baseline="0">
                <a:solidFill>
                  <a:schemeClr val="tx1"/>
                </a:solidFill>
              </a:defRPr>
            </a:lvl1pPr>
            <a:lvl2pPr marL="609585" indent="0">
              <a:buNone/>
              <a:defRPr sz="2933">
                <a:solidFill>
                  <a:srgbClr val="8DC63F"/>
                </a:solidFill>
              </a:defRPr>
            </a:lvl2pPr>
            <a:lvl3pPr marL="1219170" indent="0">
              <a:buNone/>
              <a:defRPr sz="2933">
                <a:solidFill>
                  <a:srgbClr val="8DC63F"/>
                </a:solidFill>
              </a:defRPr>
            </a:lvl3pPr>
            <a:lvl4pPr marL="1828754" indent="0">
              <a:buNone/>
              <a:defRPr sz="2933">
                <a:solidFill>
                  <a:srgbClr val="8DC63F"/>
                </a:solidFill>
              </a:defRPr>
            </a:lvl4pPr>
            <a:lvl5pPr marL="2438339" indent="0">
              <a:buNone/>
              <a:defRPr sz="2933">
                <a:solidFill>
                  <a:srgbClr val="8DC63F"/>
                </a:solidFill>
              </a:defRPr>
            </a:lvl5pPr>
          </a:lstStyle>
          <a:p>
            <a:pPr lvl="0"/>
            <a:r>
              <a:rPr lang="en-US"/>
              <a:t>Emphasis Text</a:t>
            </a:r>
          </a:p>
        </p:txBody>
      </p:sp>
      <p:sp>
        <p:nvSpPr>
          <p:cNvPr id="27" name="TextBox 26"/>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28" name="Title 31"/>
          <p:cNvSpPr>
            <a:spLocks noGrp="1"/>
          </p:cNvSpPr>
          <p:nvPr>
            <p:ph type="title" hasCustomPrompt="1"/>
          </p:nvPr>
        </p:nvSpPr>
        <p:spPr>
          <a:xfrm>
            <a:off x="609600" y="0"/>
            <a:ext cx="4284680" cy="2272344"/>
          </a:xfrm>
        </p:spPr>
        <p:txBody>
          <a:bodyPr/>
          <a:lstStyle/>
          <a:p>
            <a:r>
              <a:rPr lang="en-US"/>
              <a:t>Messaging + Blue Infographic Content</a:t>
            </a:r>
          </a:p>
        </p:txBody>
      </p:sp>
      <p:sp>
        <p:nvSpPr>
          <p:cNvPr id="39" name="Picture Placeholder 24"/>
          <p:cNvSpPr>
            <a:spLocks noGrp="1" noChangeAspect="1"/>
          </p:cNvSpPr>
          <p:nvPr>
            <p:ph type="pic" sz="quarter" idx="50" hasCustomPrompt="1"/>
          </p:nvPr>
        </p:nvSpPr>
        <p:spPr>
          <a:xfrm>
            <a:off x="654244" y="2616060"/>
            <a:ext cx="1722576" cy="1722571"/>
          </a:xfrm>
          <a:prstGeom prst="ellipse">
            <a:avLst/>
          </a:prstGeom>
          <a:solidFill>
            <a:schemeClr val="accent1"/>
          </a:solidFill>
          <a:ln w="38100">
            <a:solidFill>
              <a:schemeClr val="bg1"/>
            </a:solidFill>
          </a:ln>
        </p:spPr>
        <p:txBody>
          <a:bodyPr vert="horz" lIns="91440" tIns="91440" rIns="91440" bIns="91440" anchor="ctr" anchorCtr="0"/>
          <a:lstStyle>
            <a:lvl1pPr marL="0" indent="0" algn="ctr">
              <a:buNone/>
              <a:defRPr sz="1600">
                <a:solidFill>
                  <a:schemeClr val="bg1"/>
                </a:solidFill>
                <a:effectLst/>
              </a:defRPr>
            </a:lvl1pPr>
          </a:lstStyle>
          <a:p>
            <a:r>
              <a:rPr lang="en-US" dirty="0"/>
              <a:t>Insert icon</a:t>
            </a:r>
          </a:p>
        </p:txBody>
      </p:sp>
      <p:sp>
        <p:nvSpPr>
          <p:cNvPr id="40" name="Picture Placeholder 24"/>
          <p:cNvSpPr>
            <a:spLocks noGrp="1" noChangeAspect="1"/>
          </p:cNvSpPr>
          <p:nvPr>
            <p:ph type="pic" sz="quarter" idx="51" hasCustomPrompt="1"/>
          </p:nvPr>
        </p:nvSpPr>
        <p:spPr>
          <a:xfrm>
            <a:off x="2986149" y="2616060"/>
            <a:ext cx="1722576" cy="1722571"/>
          </a:xfrm>
          <a:prstGeom prst="ellipse">
            <a:avLst/>
          </a:prstGeom>
          <a:solidFill>
            <a:schemeClr val="accent1"/>
          </a:solidFill>
          <a:ln w="38100">
            <a:solidFill>
              <a:schemeClr val="bg1"/>
            </a:solidFill>
          </a:ln>
        </p:spPr>
        <p:txBody>
          <a:bodyPr vert="horz" lIns="91440" tIns="91440" rIns="91440" bIns="91440" anchor="ctr" anchorCtr="0"/>
          <a:lstStyle>
            <a:lvl1pPr marL="0" indent="0" algn="ctr">
              <a:buNone/>
              <a:defRPr sz="1600">
                <a:solidFill>
                  <a:schemeClr val="bg1"/>
                </a:solidFill>
                <a:effectLst/>
              </a:defRPr>
            </a:lvl1pPr>
          </a:lstStyle>
          <a:p>
            <a:r>
              <a:rPr lang="en-US"/>
              <a:t>Insert icon</a:t>
            </a:r>
          </a:p>
        </p:txBody>
      </p:sp>
      <p:sp>
        <p:nvSpPr>
          <p:cNvPr id="41" name="Picture Placeholder 24"/>
          <p:cNvSpPr>
            <a:spLocks noGrp="1" noChangeAspect="1"/>
          </p:cNvSpPr>
          <p:nvPr>
            <p:ph type="pic" sz="quarter" idx="52" hasCustomPrompt="1"/>
          </p:nvPr>
        </p:nvSpPr>
        <p:spPr>
          <a:xfrm>
            <a:off x="5234712" y="2616060"/>
            <a:ext cx="1722576" cy="1722571"/>
          </a:xfrm>
          <a:prstGeom prst="ellipse">
            <a:avLst/>
          </a:prstGeom>
          <a:solidFill>
            <a:schemeClr val="accent1"/>
          </a:solidFill>
          <a:ln w="38100">
            <a:solidFill>
              <a:schemeClr val="bg1"/>
            </a:solidFill>
          </a:ln>
        </p:spPr>
        <p:txBody>
          <a:bodyPr vert="horz" lIns="91440" tIns="91440" rIns="91440" bIns="91440" anchor="ctr" anchorCtr="0"/>
          <a:lstStyle>
            <a:lvl1pPr marL="0" indent="0" algn="ctr">
              <a:buNone/>
              <a:defRPr sz="1600">
                <a:solidFill>
                  <a:schemeClr val="bg1"/>
                </a:solidFill>
                <a:effectLst/>
              </a:defRPr>
            </a:lvl1pPr>
          </a:lstStyle>
          <a:p>
            <a:r>
              <a:rPr lang="en-US"/>
              <a:t>Insert icon</a:t>
            </a:r>
          </a:p>
        </p:txBody>
      </p:sp>
      <p:sp>
        <p:nvSpPr>
          <p:cNvPr id="42" name="Picture Placeholder 24"/>
          <p:cNvSpPr>
            <a:spLocks noGrp="1" noChangeAspect="1"/>
          </p:cNvSpPr>
          <p:nvPr>
            <p:ph type="pic" sz="quarter" idx="53" hasCustomPrompt="1"/>
          </p:nvPr>
        </p:nvSpPr>
        <p:spPr>
          <a:xfrm>
            <a:off x="7567584" y="2616060"/>
            <a:ext cx="1722576" cy="1722571"/>
          </a:xfrm>
          <a:prstGeom prst="ellipse">
            <a:avLst/>
          </a:prstGeom>
          <a:solidFill>
            <a:schemeClr val="accent1"/>
          </a:solidFill>
          <a:ln w="38100">
            <a:solidFill>
              <a:schemeClr val="bg1"/>
            </a:solidFill>
          </a:ln>
        </p:spPr>
        <p:txBody>
          <a:bodyPr vert="horz" lIns="91440" tIns="91440" rIns="91440" bIns="91440" anchor="ctr" anchorCtr="0"/>
          <a:lstStyle>
            <a:lvl1pPr marL="0" indent="0" algn="ctr">
              <a:buNone/>
              <a:defRPr sz="1600">
                <a:solidFill>
                  <a:schemeClr val="bg1"/>
                </a:solidFill>
                <a:effectLst/>
              </a:defRPr>
            </a:lvl1pPr>
          </a:lstStyle>
          <a:p>
            <a:r>
              <a:rPr lang="en-US"/>
              <a:t>Insert icon</a:t>
            </a:r>
          </a:p>
        </p:txBody>
      </p:sp>
      <p:sp>
        <p:nvSpPr>
          <p:cNvPr id="43" name="Picture Placeholder 24"/>
          <p:cNvSpPr>
            <a:spLocks noGrp="1" noChangeAspect="1"/>
          </p:cNvSpPr>
          <p:nvPr>
            <p:ph type="pic" sz="quarter" idx="54" hasCustomPrompt="1"/>
          </p:nvPr>
        </p:nvSpPr>
        <p:spPr>
          <a:xfrm>
            <a:off x="9782135" y="2616060"/>
            <a:ext cx="1722576" cy="1722571"/>
          </a:xfrm>
          <a:prstGeom prst="ellipse">
            <a:avLst/>
          </a:prstGeom>
          <a:solidFill>
            <a:schemeClr val="accent1"/>
          </a:solidFill>
          <a:ln w="38100">
            <a:solidFill>
              <a:schemeClr val="bg1"/>
            </a:solidFill>
          </a:ln>
        </p:spPr>
        <p:txBody>
          <a:bodyPr vert="horz" lIns="91440" tIns="91440" rIns="91440" bIns="91440" anchor="ctr" anchorCtr="0"/>
          <a:lstStyle>
            <a:lvl1pPr marL="0" indent="0" algn="ctr">
              <a:buNone/>
              <a:defRPr sz="1600">
                <a:solidFill>
                  <a:schemeClr val="bg1"/>
                </a:solidFill>
                <a:effectLst/>
              </a:defRPr>
            </a:lvl1pPr>
          </a:lstStyle>
          <a:p>
            <a:r>
              <a:rPr lang="en-US"/>
              <a:t>Insert icon</a:t>
            </a:r>
          </a:p>
        </p:txBody>
      </p:sp>
    </p:spTree>
    <p:extLst>
      <p:ext uri="{BB962C8B-B14F-4D97-AF65-F5344CB8AC3E}">
        <p14:creationId xmlns:p14="http://schemas.microsoft.com/office/powerpoint/2010/main" val="117593648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Slide - Half Photo">
    <p:spTree>
      <p:nvGrpSpPr>
        <p:cNvPr id="1" name=""/>
        <p:cNvGrpSpPr/>
        <p:nvPr/>
      </p:nvGrpSpPr>
      <p:grpSpPr>
        <a:xfrm>
          <a:off x="0" y="0"/>
          <a:ext cx="0" cy="0"/>
          <a:chOff x="0" y="0"/>
          <a:chExt cx="0" cy="0"/>
        </a:xfrm>
      </p:grpSpPr>
      <p:sp>
        <p:nvSpPr>
          <p:cNvPr id="3" name="Picture Placeholder 2"/>
          <p:cNvSpPr>
            <a:spLocks noGrp="1"/>
          </p:cNvSpPr>
          <p:nvPr>
            <p:ph type="pic" sz="quarter" idx="49" hasCustomPrompt="1"/>
          </p:nvPr>
        </p:nvSpPr>
        <p:spPr>
          <a:xfrm>
            <a:off x="0" y="1"/>
            <a:ext cx="12192000" cy="3577167"/>
          </a:xfrm>
          <a:solidFill>
            <a:schemeClr val="bg1">
              <a:lumMod val="85000"/>
            </a:schemeClr>
          </a:solidFill>
        </p:spPr>
        <p:txBody>
          <a:bodyPr>
            <a:normAutofit/>
          </a:bodyPr>
          <a:lstStyle>
            <a:lvl1pPr marL="0" indent="0" algn="r">
              <a:buNone/>
              <a:defRPr sz="2133"/>
            </a:lvl1pPr>
          </a:lstStyle>
          <a:p>
            <a:r>
              <a:rPr lang="en-US" dirty="0"/>
              <a:t>Insert a large image here</a:t>
            </a:r>
          </a:p>
        </p:txBody>
      </p:sp>
      <p:sp>
        <p:nvSpPr>
          <p:cNvPr id="27" name="TextBox 26"/>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15" name="Text Placeholder 14"/>
          <p:cNvSpPr>
            <a:spLocks noGrp="1"/>
          </p:cNvSpPr>
          <p:nvPr>
            <p:ph type="body" sz="quarter" idx="50" hasCustomPrompt="1"/>
          </p:nvPr>
        </p:nvSpPr>
        <p:spPr>
          <a:xfrm>
            <a:off x="639234" y="3958167"/>
            <a:ext cx="11023581" cy="2317751"/>
          </a:xfrm>
        </p:spPr>
        <p:txBody>
          <a:bodyPr lIns="0" tIns="0" rIns="0" bIns="0">
            <a:noAutofit/>
          </a:bodyPr>
          <a:lstStyle>
            <a:lvl1pPr marL="0" indent="0">
              <a:buNone/>
              <a:defRPr sz="2667"/>
            </a:lvl1pPr>
            <a:lvl2pPr marL="609585" indent="0">
              <a:buNone/>
              <a:defRPr sz="2667"/>
            </a:lvl2pPr>
            <a:lvl3pPr marL="1219170" indent="0">
              <a:buNone/>
              <a:defRPr sz="2667"/>
            </a:lvl3pPr>
            <a:lvl4pPr marL="1828754" indent="0">
              <a:buNone/>
              <a:defRPr sz="2667"/>
            </a:lvl4pPr>
            <a:lvl5pPr marL="2438339" indent="0">
              <a:buNone/>
              <a:defRPr sz="2667"/>
            </a:lvl5pPr>
          </a:lstStyle>
          <a:p>
            <a:pPr lvl="0"/>
            <a:r>
              <a:rPr lang="en-US"/>
              <a:t>Short Slide Summary</a:t>
            </a:r>
          </a:p>
        </p:txBody>
      </p:sp>
      <p:sp>
        <p:nvSpPr>
          <p:cNvPr id="2" name="Title 1"/>
          <p:cNvSpPr>
            <a:spLocks noGrp="1"/>
          </p:cNvSpPr>
          <p:nvPr>
            <p:ph type="title" hasCustomPrompt="1"/>
          </p:nvPr>
        </p:nvSpPr>
        <p:spPr>
          <a:xfrm>
            <a:off x="0" y="2931736"/>
            <a:ext cx="6582643" cy="629788"/>
          </a:xfrm>
        </p:spPr>
        <p:txBody>
          <a:bodyPr lIns="274320" tIns="91440" bIns="45720">
            <a:spAutoFit/>
          </a:bodyPr>
          <a:lstStyle>
            <a:lvl1pPr algn="l">
              <a:defRPr/>
            </a:lvl1pPr>
          </a:lstStyle>
          <a:p>
            <a:pPr lvl="0"/>
            <a:r>
              <a:rPr lang="en-US"/>
              <a:t>Title: Content Slide</a:t>
            </a:r>
            <a:endParaRPr lang="en-US" dirty="0"/>
          </a:p>
        </p:txBody>
      </p:sp>
    </p:spTree>
    <p:extLst>
      <p:ext uri="{BB962C8B-B14F-4D97-AF65-F5344CB8AC3E}">
        <p14:creationId xmlns:p14="http://schemas.microsoft.com/office/powerpoint/2010/main" val="275102575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Content Slide - Half Blue - Half Photo">
    <p:spTree>
      <p:nvGrpSpPr>
        <p:cNvPr id="1" name=""/>
        <p:cNvGrpSpPr/>
        <p:nvPr/>
      </p:nvGrpSpPr>
      <p:grpSpPr>
        <a:xfrm>
          <a:off x="0" y="0"/>
          <a:ext cx="0" cy="0"/>
          <a:chOff x="0" y="0"/>
          <a:chExt cx="0" cy="0"/>
        </a:xfrm>
      </p:grpSpPr>
      <p:sp>
        <p:nvSpPr>
          <p:cNvPr id="27" name="TextBox 26"/>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4" name="Rectangle 3">
            <a:extLst>
              <a:ext uri="{FF2B5EF4-FFF2-40B4-BE49-F238E27FC236}">
                <a16:creationId xmlns:a16="http://schemas.microsoft.com/office/drawing/2014/main" id="{613C7420-D1E3-2748-83F1-0C3F1C99A95C}"/>
              </a:ext>
            </a:extLst>
          </p:cNvPr>
          <p:cNvSpPr/>
          <p:nvPr userDrawn="1"/>
        </p:nvSpPr>
        <p:spPr>
          <a:xfrm>
            <a:off x="0" y="4272595"/>
            <a:ext cx="12192000" cy="258540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8" name="Text Placeholder 7">
            <a:extLst>
              <a:ext uri="{FF2B5EF4-FFF2-40B4-BE49-F238E27FC236}">
                <a16:creationId xmlns:a16="http://schemas.microsoft.com/office/drawing/2014/main" id="{CA23820E-162D-E444-AE76-C4AF2F45B95A}"/>
              </a:ext>
            </a:extLst>
          </p:cNvPr>
          <p:cNvSpPr>
            <a:spLocks noGrp="1"/>
          </p:cNvSpPr>
          <p:nvPr>
            <p:ph type="body" sz="quarter" idx="51" hasCustomPrompt="1"/>
          </p:nvPr>
        </p:nvSpPr>
        <p:spPr>
          <a:xfrm>
            <a:off x="639234" y="4715934"/>
            <a:ext cx="4411133" cy="1462617"/>
          </a:xfrm>
        </p:spPr>
        <p:txBody>
          <a:bodyPr lIns="0" tIns="0" rIns="0" bIns="0">
            <a:noAutofit/>
          </a:bodyPr>
          <a:lstStyle>
            <a:lvl1pPr marL="0" indent="0">
              <a:spcBef>
                <a:spcPts val="0"/>
              </a:spcBef>
              <a:buNone/>
              <a:defRPr sz="3733" b="1">
                <a:solidFill>
                  <a:schemeClr val="bg1"/>
                </a:solidFill>
              </a:defRPr>
            </a:lvl1pPr>
          </a:lstStyle>
          <a:p>
            <a:pPr lvl="0"/>
            <a:r>
              <a:rPr lang="en-US" dirty="0"/>
              <a:t>Large important text</a:t>
            </a:r>
          </a:p>
        </p:txBody>
      </p:sp>
      <p:sp>
        <p:nvSpPr>
          <p:cNvPr id="13" name="Text Placeholder 7">
            <a:extLst>
              <a:ext uri="{FF2B5EF4-FFF2-40B4-BE49-F238E27FC236}">
                <a16:creationId xmlns:a16="http://schemas.microsoft.com/office/drawing/2014/main" id="{A8889CC1-1B54-4447-A72C-33A5302A87A9}"/>
              </a:ext>
            </a:extLst>
          </p:cNvPr>
          <p:cNvSpPr>
            <a:spLocks noGrp="1"/>
          </p:cNvSpPr>
          <p:nvPr>
            <p:ph type="body" sz="quarter" idx="52" hasCustomPrompt="1"/>
          </p:nvPr>
        </p:nvSpPr>
        <p:spPr>
          <a:xfrm>
            <a:off x="5472876" y="4715934"/>
            <a:ext cx="6189939" cy="1462617"/>
          </a:xfrm>
        </p:spPr>
        <p:txBody>
          <a:bodyPr lIns="0" tIns="73152" rIns="0" bIns="0">
            <a:noAutofit/>
          </a:bodyPr>
          <a:lstStyle>
            <a:lvl1pPr marL="0" indent="0">
              <a:buNone/>
              <a:defRPr sz="2667" b="0">
                <a:solidFill>
                  <a:schemeClr val="bg1"/>
                </a:solidFill>
              </a:defRPr>
            </a:lvl1pPr>
          </a:lstStyle>
          <a:p>
            <a:pPr lvl="0"/>
            <a:r>
              <a:rPr lang="en-US" dirty="0"/>
              <a:t>Supporting body text</a:t>
            </a:r>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8948928"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dirty="0">
                <a:solidFill>
                  <a:schemeClr val="bg1"/>
                </a:solidFill>
              </a:rPr>
              <a:t>NREL</a:t>
            </a:r>
            <a:r>
              <a:rPr lang="en-US" sz="1067" baseline="0" dirty="0">
                <a:solidFill>
                  <a:schemeClr val="bg1"/>
                </a:solidFill>
              </a:rPr>
              <a:t>    </a:t>
            </a:r>
            <a:r>
              <a:rPr lang="en-US" sz="1067" dirty="0">
                <a:solidFill>
                  <a:schemeClr val="bg1"/>
                </a:solidFill>
              </a:rPr>
              <a:t>|    </a:t>
            </a:r>
            <a:fld id="{BFD71CF8-5198-8441-A7C0-DC22FD64CBE4}" type="slidenum">
              <a:rPr lang="en-US" sz="1067">
                <a:solidFill>
                  <a:schemeClr val="bg1"/>
                </a:solidFill>
              </a:rPr>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dirty="0">
              <a:solidFill>
                <a:schemeClr val="bg1"/>
              </a:solidFill>
            </a:endParaRPr>
          </a:p>
        </p:txBody>
      </p:sp>
      <p:sp>
        <p:nvSpPr>
          <p:cNvPr id="3" name="Picture Placeholder 2">
            <a:extLst>
              <a:ext uri="{FF2B5EF4-FFF2-40B4-BE49-F238E27FC236}">
                <a16:creationId xmlns:a16="http://schemas.microsoft.com/office/drawing/2014/main" id="{72694E0F-43B5-0F46-B097-5F1C5C7C3C69}"/>
              </a:ext>
            </a:extLst>
          </p:cNvPr>
          <p:cNvSpPr>
            <a:spLocks noGrp="1"/>
          </p:cNvSpPr>
          <p:nvPr>
            <p:ph type="pic" sz="quarter" idx="53" hasCustomPrompt="1"/>
          </p:nvPr>
        </p:nvSpPr>
        <p:spPr>
          <a:xfrm>
            <a:off x="0" y="1"/>
            <a:ext cx="12192000" cy="4273551"/>
          </a:xfrm>
          <a:solidFill>
            <a:schemeClr val="bg1">
              <a:lumMod val="95000"/>
            </a:schemeClr>
          </a:solidFill>
        </p:spPr>
        <p:txBody>
          <a:bodyPr/>
          <a:lstStyle>
            <a:lvl1pPr marL="0" indent="0" algn="ctr">
              <a:buNone/>
              <a:defRPr/>
            </a:lvl1pPr>
          </a:lstStyle>
          <a:p>
            <a:r>
              <a:rPr lang="en-US" dirty="0"/>
              <a:t>Insert Photo or Graphic</a:t>
            </a:r>
          </a:p>
        </p:txBody>
      </p:sp>
    </p:spTree>
    <p:extLst>
      <p:ext uri="{BB962C8B-B14F-4D97-AF65-F5344CB8AC3E}">
        <p14:creationId xmlns:p14="http://schemas.microsoft.com/office/powerpoint/2010/main" val="355017489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Content Slide - Half Blue 1">
    <p:spTree>
      <p:nvGrpSpPr>
        <p:cNvPr id="1" name=""/>
        <p:cNvGrpSpPr/>
        <p:nvPr/>
      </p:nvGrpSpPr>
      <p:grpSpPr>
        <a:xfrm>
          <a:off x="0" y="0"/>
          <a:ext cx="0" cy="0"/>
          <a:chOff x="0" y="0"/>
          <a:chExt cx="0" cy="0"/>
        </a:xfrm>
      </p:grpSpPr>
      <p:sp>
        <p:nvSpPr>
          <p:cNvPr id="27" name="TextBox 26"/>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4" name="Rectangle 3">
            <a:extLst>
              <a:ext uri="{FF2B5EF4-FFF2-40B4-BE49-F238E27FC236}">
                <a16:creationId xmlns:a16="http://schemas.microsoft.com/office/drawing/2014/main" id="{613C7420-D1E3-2748-83F1-0C3F1C99A95C}"/>
              </a:ext>
            </a:extLst>
          </p:cNvPr>
          <p:cNvSpPr/>
          <p:nvPr userDrawn="1"/>
        </p:nvSpPr>
        <p:spPr>
          <a:xfrm>
            <a:off x="0" y="4272595"/>
            <a:ext cx="12192000" cy="258540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8" name="Text Placeholder 7">
            <a:extLst>
              <a:ext uri="{FF2B5EF4-FFF2-40B4-BE49-F238E27FC236}">
                <a16:creationId xmlns:a16="http://schemas.microsoft.com/office/drawing/2014/main" id="{CA23820E-162D-E444-AE76-C4AF2F45B95A}"/>
              </a:ext>
            </a:extLst>
          </p:cNvPr>
          <p:cNvSpPr>
            <a:spLocks noGrp="1"/>
          </p:cNvSpPr>
          <p:nvPr>
            <p:ph type="body" sz="quarter" idx="51" hasCustomPrompt="1"/>
          </p:nvPr>
        </p:nvSpPr>
        <p:spPr>
          <a:xfrm>
            <a:off x="639234" y="4715934"/>
            <a:ext cx="4411133" cy="1462617"/>
          </a:xfrm>
        </p:spPr>
        <p:txBody>
          <a:bodyPr lIns="0" tIns="0" rIns="0" bIns="0">
            <a:noAutofit/>
          </a:bodyPr>
          <a:lstStyle>
            <a:lvl1pPr marL="0" indent="0">
              <a:spcBef>
                <a:spcPts val="0"/>
              </a:spcBef>
              <a:buNone/>
              <a:defRPr sz="3733" b="1">
                <a:solidFill>
                  <a:schemeClr val="bg1"/>
                </a:solidFill>
              </a:defRPr>
            </a:lvl1pPr>
          </a:lstStyle>
          <a:p>
            <a:pPr lvl="0"/>
            <a:r>
              <a:rPr lang="en-US" dirty="0"/>
              <a:t>Large important text</a:t>
            </a:r>
          </a:p>
        </p:txBody>
      </p:sp>
      <p:sp>
        <p:nvSpPr>
          <p:cNvPr id="13" name="Text Placeholder 7">
            <a:extLst>
              <a:ext uri="{FF2B5EF4-FFF2-40B4-BE49-F238E27FC236}">
                <a16:creationId xmlns:a16="http://schemas.microsoft.com/office/drawing/2014/main" id="{A8889CC1-1B54-4447-A72C-33A5302A87A9}"/>
              </a:ext>
            </a:extLst>
          </p:cNvPr>
          <p:cNvSpPr>
            <a:spLocks noGrp="1"/>
          </p:cNvSpPr>
          <p:nvPr>
            <p:ph type="body" sz="quarter" idx="52" hasCustomPrompt="1"/>
          </p:nvPr>
        </p:nvSpPr>
        <p:spPr>
          <a:xfrm>
            <a:off x="5472876" y="4715934"/>
            <a:ext cx="6189939" cy="1462617"/>
          </a:xfrm>
        </p:spPr>
        <p:txBody>
          <a:bodyPr lIns="0" tIns="73152" rIns="0" bIns="0">
            <a:noAutofit/>
          </a:bodyPr>
          <a:lstStyle>
            <a:lvl1pPr marL="0" indent="0">
              <a:buNone/>
              <a:defRPr sz="2667" b="0">
                <a:solidFill>
                  <a:schemeClr val="bg1"/>
                </a:solidFill>
              </a:defRPr>
            </a:lvl1pPr>
          </a:lstStyle>
          <a:p>
            <a:pPr lvl="0"/>
            <a:r>
              <a:rPr lang="en-US" dirty="0"/>
              <a:t>Supporting body text</a:t>
            </a:r>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8948928"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dirty="0">
                <a:solidFill>
                  <a:schemeClr val="bg1"/>
                </a:solidFill>
              </a:rPr>
              <a:t>NREL</a:t>
            </a:r>
            <a:r>
              <a:rPr lang="en-US" sz="1067" baseline="0" dirty="0">
                <a:solidFill>
                  <a:schemeClr val="bg1"/>
                </a:solidFill>
              </a:rPr>
              <a:t>    </a:t>
            </a:r>
            <a:r>
              <a:rPr lang="en-US" sz="1067" dirty="0">
                <a:solidFill>
                  <a:schemeClr val="bg1"/>
                </a:solidFill>
              </a:rPr>
              <a:t>|    </a:t>
            </a:r>
            <a:fld id="{BFD71CF8-5198-8441-A7C0-DC22FD64CBE4}" type="slidenum">
              <a:rPr lang="en-US" sz="1067">
                <a:solidFill>
                  <a:schemeClr val="bg1"/>
                </a:solidFill>
              </a:rPr>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dirty="0">
              <a:solidFill>
                <a:schemeClr val="bg1"/>
              </a:solidFill>
            </a:endParaRPr>
          </a:p>
        </p:txBody>
      </p:sp>
      <p:sp>
        <p:nvSpPr>
          <p:cNvPr id="10" name="Rectangle 9">
            <a:extLst>
              <a:ext uri="{FF2B5EF4-FFF2-40B4-BE49-F238E27FC236}">
                <a16:creationId xmlns:a16="http://schemas.microsoft.com/office/drawing/2014/main" id="{D0F8E801-C21C-E943-9A0D-715C66D645FB}"/>
              </a:ext>
            </a:extLst>
          </p:cNvPr>
          <p:cNvSpPr/>
          <p:nvPr userDrawn="1"/>
        </p:nvSpPr>
        <p:spPr>
          <a:xfrm>
            <a:off x="0" y="0"/>
            <a:ext cx="12192000" cy="4272595"/>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1" name="Text Placeholder 7">
            <a:extLst>
              <a:ext uri="{FF2B5EF4-FFF2-40B4-BE49-F238E27FC236}">
                <a16:creationId xmlns:a16="http://schemas.microsoft.com/office/drawing/2014/main" id="{5870EDA1-21F4-9543-B426-B99B5785504E}"/>
              </a:ext>
            </a:extLst>
          </p:cNvPr>
          <p:cNvSpPr>
            <a:spLocks noGrp="1"/>
          </p:cNvSpPr>
          <p:nvPr>
            <p:ph type="body" sz="quarter" idx="53" hasCustomPrompt="1"/>
          </p:nvPr>
        </p:nvSpPr>
        <p:spPr>
          <a:xfrm>
            <a:off x="639233" y="777440"/>
            <a:ext cx="6189939" cy="1462617"/>
          </a:xfrm>
        </p:spPr>
        <p:txBody>
          <a:bodyPr lIns="0" tIns="73152" rIns="0" bIns="0">
            <a:noAutofit/>
          </a:bodyPr>
          <a:lstStyle>
            <a:lvl1pPr marL="0" indent="0">
              <a:buNone/>
              <a:defRPr sz="2667" b="0">
                <a:solidFill>
                  <a:schemeClr val="tx1"/>
                </a:solidFill>
              </a:defRPr>
            </a:lvl1pPr>
          </a:lstStyle>
          <a:p>
            <a:pPr lvl="0"/>
            <a:r>
              <a:rPr lang="en-US" dirty="0"/>
              <a:t>Supporting body text</a:t>
            </a:r>
          </a:p>
        </p:txBody>
      </p:sp>
    </p:spTree>
    <p:extLst>
      <p:ext uri="{BB962C8B-B14F-4D97-AF65-F5344CB8AC3E}">
        <p14:creationId xmlns:p14="http://schemas.microsoft.com/office/powerpoint/2010/main" val="103077471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Content Slide - Half Blue 2">
    <p:spTree>
      <p:nvGrpSpPr>
        <p:cNvPr id="1" name=""/>
        <p:cNvGrpSpPr/>
        <p:nvPr/>
      </p:nvGrpSpPr>
      <p:grpSpPr>
        <a:xfrm>
          <a:off x="0" y="0"/>
          <a:ext cx="0" cy="0"/>
          <a:chOff x="0" y="0"/>
          <a:chExt cx="0" cy="0"/>
        </a:xfrm>
      </p:grpSpPr>
      <p:sp>
        <p:nvSpPr>
          <p:cNvPr id="27" name="TextBox 26"/>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4" name="Rectangle 3">
            <a:extLst>
              <a:ext uri="{FF2B5EF4-FFF2-40B4-BE49-F238E27FC236}">
                <a16:creationId xmlns:a16="http://schemas.microsoft.com/office/drawing/2014/main" id="{613C7420-D1E3-2748-83F1-0C3F1C99A95C}"/>
              </a:ext>
            </a:extLst>
          </p:cNvPr>
          <p:cNvSpPr/>
          <p:nvPr userDrawn="1"/>
        </p:nvSpPr>
        <p:spPr>
          <a:xfrm>
            <a:off x="0" y="4272595"/>
            <a:ext cx="12192000" cy="258540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8" name="Text Placeholder 7">
            <a:extLst>
              <a:ext uri="{FF2B5EF4-FFF2-40B4-BE49-F238E27FC236}">
                <a16:creationId xmlns:a16="http://schemas.microsoft.com/office/drawing/2014/main" id="{CA23820E-162D-E444-AE76-C4AF2F45B95A}"/>
              </a:ext>
            </a:extLst>
          </p:cNvPr>
          <p:cNvSpPr>
            <a:spLocks noGrp="1"/>
          </p:cNvSpPr>
          <p:nvPr>
            <p:ph type="body" sz="quarter" idx="51" hasCustomPrompt="1"/>
          </p:nvPr>
        </p:nvSpPr>
        <p:spPr>
          <a:xfrm>
            <a:off x="639234" y="4715934"/>
            <a:ext cx="4411133" cy="1462617"/>
          </a:xfrm>
        </p:spPr>
        <p:txBody>
          <a:bodyPr lIns="0" tIns="0" rIns="0" bIns="0">
            <a:noAutofit/>
          </a:bodyPr>
          <a:lstStyle>
            <a:lvl1pPr marL="0" indent="0">
              <a:spcBef>
                <a:spcPts val="0"/>
              </a:spcBef>
              <a:buNone/>
              <a:defRPr sz="3733" b="1">
                <a:solidFill>
                  <a:schemeClr val="bg1"/>
                </a:solidFill>
              </a:defRPr>
            </a:lvl1pPr>
          </a:lstStyle>
          <a:p>
            <a:pPr lvl="0"/>
            <a:r>
              <a:rPr lang="en-US" dirty="0"/>
              <a:t>Large important text</a:t>
            </a:r>
          </a:p>
        </p:txBody>
      </p:sp>
      <p:sp>
        <p:nvSpPr>
          <p:cNvPr id="13" name="Text Placeholder 7">
            <a:extLst>
              <a:ext uri="{FF2B5EF4-FFF2-40B4-BE49-F238E27FC236}">
                <a16:creationId xmlns:a16="http://schemas.microsoft.com/office/drawing/2014/main" id="{A8889CC1-1B54-4447-A72C-33A5302A87A9}"/>
              </a:ext>
            </a:extLst>
          </p:cNvPr>
          <p:cNvSpPr>
            <a:spLocks noGrp="1"/>
          </p:cNvSpPr>
          <p:nvPr>
            <p:ph type="body" sz="quarter" idx="52" hasCustomPrompt="1"/>
          </p:nvPr>
        </p:nvSpPr>
        <p:spPr>
          <a:xfrm>
            <a:off x="5472876" y="4715934"/>
            <a:ext cx="6189939" cy="1462617"/>
          </a:xfrm>
        </p:spPr>
        <p:txBody>
          <a:bodyPr lIns="0" tIns="73152" rIns="0" bIns="0">
            <a:noAutofit/>
          </a:bodyPr>
          <a:lstStyle>
            <a:lvl1pPr marL="0" indent="0">
              <a:buNone/>
              <a:defRPr sz="2667" b="0">
                <a:solidFill>
                  <a:schemeClr val="bg1"/>
                </a:solidFill>
              </a:defRPr>
            </a:lvl1pPr>
          </a:lstStyle>
          <a:p>
            <a:pPr lvl="0"/>
            <a:r>
              <a:rPr lang="en-US" dirty="0"/>
              <a:t>Supporting body text</a:t>
            </a:r>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8948928"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dirty="0">
                <a:solidFill>
                  <a:schemeClr val="bg1"/>
                </a:solidFill>
              </a:rPr>
              <a:t>NREL</a:t>
            </a:r>
            <a:r>
              <a:rPr lang="en-US" sz="1067" baseline="0" dirty="0">
                <a:solidFill>
                  <a:schemeClr val="bg1"/>
                </a:solidFill>
              </a:rPr>
              <a:t>    </a:t>
            </a:r>
            <a:r>
              <a:rPr lang="en-US" sz="1067" dirty="0">
                <a:solidFill>
                  <a:schemeClr val="bg1"/>
                </a:solidFill>
              </a:rPr>
              <a:t>|    </a:t>
            </a:r>
            <a:fld id="{BFD71CF8-5198-8441-A7C0-DC22FD64CBE4}" type="slidenum">
              <a:rPr lang="en-US" sz="1067">
                <a:solidFill>
                  <a:schemeClr val="bg1"/>
                </a:solidFill>
              </a:rPr>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dirty="0">
              <a:solidFill>
                <a:schemeClr val="bg1"/>
              </a:solidFill>
            </a:endParaRPr>
          </a:p>
        </p:txBody>
      </p:sp>
      <p:sp>
        <p:nvSpPr>
          <p:cNvPr id="7" name="Text Placeholder 7">
            <a:extLst>
              <a:ext uri="{FF2B5EF4-FFF2-40B4-BE49-F238E27FC236}">
                <a16:creationId xmlns:a16="http://schemas.microsoft.com/office/drawing/2014/main" id="{2736CC6A-2FA9-E242-A5D0-FCF48179A1F7}"/>
              </a:ext>
            </a:extLst>
          </p:cNvPr>
          <p:cNvSpPr>
            <a:spLocks noGrp="1"/>
          </p:cNvSpPr>
          <p:nvPr>
            <p:ph type="body" sz="quarter" idx="53" hasCustomPrompt="1"/>
          </p:nvPr>
        </p:nvSpPr>
        <p:spPr>
          <a:xfrm>
            <a:off x="639233" y="777440"/>
            <a:ext cx="6189939" cy="1462617"/>
          </a:xfrm>
        </p:spPr>
        <p:txBody>
          <a:bodyPr lIns="0" tIns="73152" rIns="0" bIns="0">
            <a:noAutofit/>
          </a:bodyPr>
          <a:lstStyle>
            <a:lvl1pPr marL="0" indent="0">
              <a:buNone/>
              <a:defRPr sz="2667" b="0">
                <a:solidFill>
                  <a:schemeClr val="tx1"/>
                </a:solidFill>
              </a:defRPr>
            </a:lvl1pPr>
          </a:lstStyle>
          <a:p>
            <a:pPr lvl="0"/>
            <a:r>
              <a:rPr lang="en-US" dirty="0"/>
              <a:t>Supporting body text</a:t>
            </a:r>
          </a:p>
        </p:txBody>
      </p:sp>
    </p:spTree>
    <p:extLst>
      <p:ext uri="{BB962C8B-B14F-4D97-AF65-F5344CB8AC3E}">
        <p14:creationId xmlns:p14="http://schemas.microsoft.com/office/powerpoint/2010/main" val="30873181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2_Content Slide - Half Blue 1">
    <p:spTree>
      <p:nvGrpSpPr>
        <p:cNvPr id="1" name=""/>
        <p:cNvGrpSpPr/>
        <p:nvPr/>
      </p:nvGrpSpPr>
      <p:grpSpPr>
        <a:xfrm>
          <a:off x="0" y="0"/>
          <a:ext cx="0" cy="0"/>
          <a:chOff x="0" y="0"/>
          <a:chExt cx="0" cy="0"/>
        </a:xfrm>
      </p:grpSpPr>
      <p:sp>
        <p:nvSpPr>
          <p:cNvPr id="27" name="TextBox 26"/>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4" name="Rectangle 3">
            <a:extLst>
              <a:ext uri="{FF2B5EF4-FFF2-40B4-BE49-F238E27FC236}">
                <a16:creationId xmlns:a16="http://schemas.microsoft.com/office/drawing/2014/main" id="{613C7420-D1E3-2748-83F1-0C3F1C99A95C}"/>
              </a:ext>
            </a:extLst>
          </p:cNvPr>
          <p:cNvSpPr/>
          <p:nvPr userDrawn="1"/>
        </p:nvSpPr>
        <p:spPr>
          <a:xfrm>
            <a:off x="0" y="5536819"/>
            <a:ext cx="12192000" cy="13211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8" name="Text Placeholder 7">
            <a:extLst>
              <a:ext uri="{FF2B5EF4-FFF2-40B4-BE49-F238E27FC236}">
                <a16:creationId xmlns:a16="http://schemas.microsoft.com/office/drawing/2014/main" id="{CA23820E-162D-E444-AE76-C4AF2F45B95A}"/>
              </a:ext>
            </a:extLst>
          </p:cNvPr>
          <p:cNvSpPr>
            <a:spLocks noGrp="1"/>
          </p:cNvSpPr>
          <p:nvPr>
            <p:ph type="body" sz="quarter" idx="51" hasCustomPrompt="1"/>
          </p:nvPr>
        </p:nvSpPr>
        <p:spPr>
          <a:xfrm>
            <a:off x="639234" y="5759695"/>
            <a:ext cx="4411133" cy="641732"/>
          </a:xfrm>
        </p:spPr>
        <p:txBody>
          <a:bodyPr lIns="0" tIns="0" rIns="0" bIns="0">
            <a:noAutofit/>
          </a:bodyPr>
          <a:lstStyle>
            <a:lvl1pPr marL="0" indent="0">
              <a:spcBef>
                <a:spcPts val="0"/>
              </a:spcBef>
              <a:buNone/>
              <a:defRPr sz="3733" b="1">
                <a:solidFill>
                  <a:schemeClr val="bg1"/>
                </a:solidFill>
              </a:defRPr>
            </a:lvl1pPr>
          </a:lstStyle>
          <a:p>
            <a:pPr lvl="0"/>
            <a:r>
              <a:rPr lang="en-US" dirty="0"/>
              <a:t>Large important text</a:t>
            </a:r>
          </a:p>
        </p:txBody>
      </p:sp>
      <p:sp>
        <p:nvSpPr>
          <p:cNvPr id="13" name="Text Placeholder 7">
            <a:extLst>
              <a:ext uri="{FF2B5EF4-FFF2-40B4-BE49-F238E27FC236}">
                <a16:creationId xmlns:a16="http://schemas.microsoft.com/office/drawing/2014/main" id="{A8889CC1-1B54-4447-A72C-33A5302A87A9}"/>
              </a:ext>
            </a:extLst>
          </p:cNvPr>
          <p:cNvSpPr>
            <a:spLocks noGrp="1"/>
          </p:cNvSpPr>
          <p:nvPr>
            <p:ph type="body" sz="quarter" idx="52" hasCustomPrompt="1"/>
          </p:nvPr>
        </p:nvSpPr>
        <p:spPr>
          <a:xfrm>
            <a:off x="5472876" y="5759695"/>
            <a:ext cx="6189939" cy="641732"/>
          </a:xfrm>
        </p:spPr>
        <p:txBody>
          <a:bodyPr lIns="0" tIns="73152" rIns="0" bIns="0">
            <a:noAutofit/>
          </a:bodyPr>
          <a:lstStyle>
            <a:lvl1pPr marL="0" indent="0">
              <a:buNone/>
              <a:defRPr sz="2667" b="0">
                <a:solidFill>
                  <a:schemeClr val="bg1"/>
                </a:solidFill>
              </a:defRPr>
            </a:lvl1pPr>
          </a:lstStyle>
          <a:p>
            <a:pPr lvl="0"/>
            <a:r>
              <a:rPr lang="en-US" dirty="0"/>
              <a:t>Supporting body text</a:t>
            </a:r>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8948928"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dirty="0">
                <a:solidFill>
                  <a:schemeClr val="bg1"/>
                </a:solidFill>
              </a:rPr>
              <a:t>NREL</a:t>
            </a:r>
            <a:r>
              <a:rPr lang="en-US" sz="1067" baseline="0" dirty="0">
                <a:solidFill>
                  <a:schemeClr val="bg1"/>
                </a:solidFill>
              </a:rPr>
              <a:t>    </a:t>
            </a:r>
            <a:r>
              <a:rPr lang="en-US" sz="1067" dirty="0">
                <a:solidFill>
                  <a:schemeClr val="bg1"/>
                </a:solidFill>
              </a:rPr>
              <a:t>|    </a:t>
            </a:r>
            <a:fld id="{BFD71CF8-5198-8441-A7C0-DC22FD64CBE4}" type="slidenum">
              <a:rPr lang="en-US" sz="1067">
                <a:solidFill>
                  <a:schemeClr val="bg1"/>
                </a:solidFill>
              </a:rPr>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dirty="0">
              <a:solidFill>
                <a:schemeClr val="bg1"/>
              </a:solidFill>
            </a:endParaRPr>
          </a:p>
        </p:txBody>
      </p:sp>
      <p:sp>
        <p:nvSpPr>
          <p:cNvPr id="10" name="Rectangle 9">
            <a:extLst>
              <a:ext uri="{FF2B5EF4-FFF2-40B4-BE49-F238E27FC236}">
                <a16:creationId xmlns:a16="http://schemas.microsoft.com/office/drawing/2014/main" id="{D0F8E801-C21C-E943-9A0D-715C66D645FB}"/>
              </a:ext>
            </a:extLst>
          </p:cNvPr>
          <p:cNvSpPr/>
          <p:nvPr userDrawn="1"/>
        </p:nvSpPr>
        <p:spPr>
          <a:xfrm>
            <a:off x="0" y="0"/>
            <a:ext cx="12192000" cy="5536819"/>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1" name="Text Placeholder 7">
            <a:extLst>
              <a:ext uri="{FF2B5EF4-FFF2-40B4-BE49-F238E27FC236}">
                <a16:creationId xmlns:a16="http://schemas.microsoft.com/office/drawing/2014/main" id="{5870EDA1-21F4-9543-B426-B99B5785504E}"/>
              </a:ext>
            </a:extLst>
          </p:cNvPr>
          <p:cNvSpPr>
            <a:spLocks noGrp="1"/>
          </p:cNvSpPr>
          <p:nvPr>
            <p:ph type="body" sz="quarter" idx="53" hasCustomPrompt="1"/>
          </p:nvPr>
        </p:nvSpPr>
        <p:spPr>
          <a:xfrm>
            <a:off x="639233" y="777440"/>
            <a:ext cx="6189939" cy="1462617"/>
          </a:xfrm>
        </p:spPr>
        <p:txBody>
          <a:bodyPr lIns="0" tIns="73152" rIns="0" bIns="0">
            <a:noAutofit/>
          </a:bodyPr>
          <a:lstStyle>
            <a:lvl1pPr marL="0" indent="0">
              <a:buNone/>
              <a:defRPr sz="2667" b="0">
                <a:solidFill>
                  <a:schemeClr val="tx1"/>
                </a:solidFill>
              </a:defRPr>
            </a:lvl1pPr>
          </a:lstStyle>
          <a:p>
            <a:pPr lvl="0"/>
            <a:r>
              <a:rPr lang="en-US" dirty="0"/>
              <a:t>Supporting body text</a:t>
            </a:r>
          </a:p>
        </p:txBody>
      </p:sp>
    </p:spTree>
    <p:extLst>
      <p:ext uri="{BB962C8B-B14F-4D97-AF65-F5344CB8AC3E}">
        <p14:creationId xmlns:p14="http://schemas.microsoft.com/office/powerpoint/2010/main" val="61105433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3_Content Slide - Half Blue 1">
    <p:spTree>
      <p:nvGrpSpPr>
        <p:cNvPr id="1" name=""/>
        <p:cNvGrpSpPr/>
        <p:nvPr/>
      </p:nvGrpSpPr>
      <p:grpSpPr>
        <a:xfrm>
          <a:off x="0" y="0"/>
          <a:ext cx="0" cy="0"/>
          <a:chOff x="0" y="0"/>
          <a:chExt cx="0" cy="0"/>
        </a:xfrm>
      </p:grpSpPr>
      <p:sp>
        <p:nvSpPr>
          <p:cNvPr id="27" name="TextBox 26"/>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4" name="Rectangle 3">
            <a:extLst>
              <a:ext uri="{FF2B5EF4-FFF2-40B4-BE49-F238E27FC236}">
                <a16:creationId xmlns:a16="http://schemas.microsoft.com/office/drawing/2014/main" id="{613C7420-D1E3-2748-83F1-0C3F1C99A95C}"/>
              </a:ext>
            </a:extLst>
          </p:cNvPr>
          <p:cNvSpPr/>
          <p:nvPr userDrawn="1"/>
        </p:nvSpPr>
        <p:spPr>
          <a:xfrm>
            <a:off x="0" y="5536819"/>
            <a:ext cx="12192000" cy="13211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8" name="Text Placeholder 7">
            <a:extLst>
              <a:ext uri="{FF2B5EF4-FFF2-40B4-BE49-F238E27FC236}">
                <a16:creationId xmlns:a16="http://schemas.microsoft.com/office/drawing/2014/main" id="{CA23820E-162D-E444-AE76-C4AF2F45B95A}"/>
              </a:ext>
            </a:extLst>
          </p:cNvPr>
          <p:cNvSpPr>
            <a:spLocks noGrp="1"/>
          </p:cNvSpPr>
          <p:nvPr>
            <p:ph type="body" sz="quarter" idx="51" hasCustomPrompt="1"/>
          </p:nvPr>
        </p:nvSpPr>
        <p:spPr>
          <a:xfrm>
            <a:off x="639234" y="5759695"/>
            <a:ext cx="4411133" cy="641732"/>
          </a:xfrm>
        </p:spPr>
        <p:txBody>
          <a:bodyPr lIns="0" tIns="0" rIns="0" bIns="0">
            <a:noAutofit/>
          </a:bodyPr>
          <a:lstStyle>
            <a:lvl1pPr marL="0" indent="0">
              <a:spcBef>
                <a:spcPts val="0"/>
              </a:spcBef>
              <a:buNone/>
              <a:defRPr sz="3733" b="1">
                <a:solidFill>
                  <a:schemeClr val="bg1"/>
                </a:solidFill>
              </a:defRPr>
            </a:lvl1pPr>
          </a:lstStyle>
          <a:p>
            <a:pPr lvl="0"/>
            <a:r>
              <a:rPr lang="en-US" dirty="0"/>
              <a:t>Large important text</a:t>
            </a:r>
          </a:p>
        </p:txBody>
      </p:sp>
      <p:sp>
        <p:nvSpPr>
          <p:cNvPr id="13" name="Text Placeholder 7">
            <a:extLst>
              <a:ext uri="{FF2B5EF4-FFF2-40B4-BE49-F238E27FC236}">
                <a16:creationId xmlns:a16="http://schemas.microsoft.com/office/drawing/2014/main" id="{A8889CC1-1B54-4447-A72C-33A5302A87A9}"/>
              </a:ext>
            </a:extLst>
          </p:cNvPr>
          <p:cNvSpPr>
            <a:spLocks noGrp="1"/>
          </p:cNvSpPr>
          <p:nvPr>
            <p:ph type="body" sz="quarter" idx="52" hasCustomPrompt="1"/>
          </p:nvPr>
        </p:nvSpPr>
        <p:spPr>
          <a:xfrm>
            <a:off x="5472876" y="5759695"/>
            <a:ext cx="6189939" cy="641732"/>
          </a:xfrm>
        </p:spPr>
        <p:txBody>
          <a:bodyPr lIns="0" tIns="73152" rIns="0" bIns="0">
            <a:noAutofit/>
          </a:bodyPr>
          <a:lstStyle>
            <a:lvl1pPr marL="0" indent="0">
              <a:buNone/>
              <a:defRPr sz="2667" b="0">
                <a:solidFill>
                  <a:schemeClr val="bg1"/>
                </a:solidFill>
              </a:defRPr>
            </a:lvl1pPr>
          </a:lstStyle>
          <a:p>
            <a:pPr lvl="0"/>
            <a:r>
              <a:rPr lang="en-US" dirty="0"/>
              <a:t>Supporting body text</a:t>
            </a:r>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8948928"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dirty="0">
                <a:solidFill>
                  <a:schemeClr val="bg1"/>
                </a:solidFill>
              </a:rPr>
              <a:t>NREL</a:t>
            </a:r>
            <a:r>
              <a:rPr lang="en-US" sz="1067" baseline="0" dirty="0">
                <a:solidFill>
                  <a:schemeClr val="bg1"/>
                </a:solidFill>
              </a:rPr>
              <a:t>    </a:t>
            </a:r>
            <a:r>
              <a:rPr lang="en-US" sz="1067" dirty="0">
                <a:solidFill>
                  <a:schemeClr val="bg1"/>
                </a:solidFill>
              </a:rPr>
              <a:t>|    </a:t>
            </a:r>
            <a:fld id="{BFD71CF8-5198-8441-A7C0-DC22FD64CBE4}" type="slidenum">
              <a:rPr lang="en-US" sz="1067">
                <a:solidFill>
                  <a:schemeClr val="bg1"/>
                </a:solidFill>
              </a:rPr>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dirty="0">
              <a:solidFill>
                <a:schemeClr val="bg1"/>
              </a:solidFill>
            </a:endParaRPr>
          </a:p>
        </p:txBody>
      </p:sp>
      <p:sp>
        <p:nvSpPr>
          <p:cNvPr id="11" name="Text Placeholder 7">
            <a:extLst>
              <a:ext uri="{FF2B5EF4-FFF2-40B4-BE49-F238E27FC236}">
                <a16:creationId xmlns:a16="http://schemas.microsoft.com/office/drawing/2014/main" id="{5870EDA1-21F4-9543-B426-B99B5785504E}"/>
              </a:ext>
            </a:extLst>
          </p:cNvPr>
          <p:cNvSpPr>
            <a:spLocks noGrp="1"/>
          </p:cNvSpPr>
          <p:nvPr>
            <p:ph type="body" sz="quarter" idx="53" hasCustomPrompt="1"/>
          </p:nvPr>
        </p:nvSpPr>
        <p:spPr>
          <a:xfrm>
            <a:off x="639233" y="777440"/>
            <a:ext cx="6189939" cy="1462617"/>
          </a:xfrm>
        </p:spPr>
        <p:txBody>
          <a:bodyPr lIns="0" tIns="73152" rIns="0" bIns="0">
            <a:noAutofit/>
          </a:bodyPr>
          <a:lstStyle>
            <a:lvl1pPr marL="0" indent="0">
              <a:buNone/>
              <a:defRPr sz="2667" b="0">
                <a:solidFill>
                  <a:schemeClr val="tx1"/>
                </a:solidFill>
              </a:defRPr>
            </a:lvl1pPr>
          </a:lstStyle>
          <a:p>
            <a:pPr lvl="0"/>
            <a:r>
              <a:rPr lang="en-US" dirty="0"/>
              <a:t>Supporting body text</a:t>
            </a:r>
          </a:p>
        </p:txBody>
      </p:sp>
    </p:spTree>
    <p:extLst>
      <p:ext uri="{BB962C8B-B14F-4D97-AF65-F5344CB8AC3E}">
        <p14:creationId xmlns:p14="http://schemas.microsoft.com/office/powerpoint/2010/main" val="288902295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Content Slide -  Vertical Blue/photo">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2694E0F-43B5-0F46-B097-5F1C5C7C3C69}"/>
              </a:ext>
            </a:extLst>
          </p:cNvPr>
          <p:cNvSpPr>
            <a:spLocks noGrp="1"/>
          </p:cNvSpPr>
          <p:nvPr>
            <p:ph type="pic" sz="quarter" idx="53" hasCustomPrompt="1"/>
          </p:nvPr>
        </p:nvSpPr>
        <p:spPr>
          <a:xfrm>
            <a:off x="4302269" y="0"/>
            <a:ext cx="7889731" cy="6858000"/>
          </a:xfrm>
          <a:solidFill>
            <a:schemeClr val="bg1">
              <a:lumMod val="95000"/>
            </a:schemeClr>
          </a:solidFill>
        </p:spPr>
        <p:txBody>
          <a:bodyPr/>
          <a:lstStyle>
            <a:lvl1pPr marL="0" indent="0" algn="ctr">
              <a:buNone/>
              <a:defRPr/>
            </a:lvl1pPr>
          </a:lstStyle>
          <a:p>
            <a:r>
              <a:rPr lang="en-US" dirty="0"/>
              <a:t>Insert Photo or Graphic</a:t>
            </a:r>
          </a:p>
        </p:txBody>
      </p:sp>
      <p:sp>
        <p:nvSpPr>
          <p:cNvPr id="27" name="TextBox 26"/>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10" name="Rectangle 9">
            <a:extLst>
              <a:ext uri="{FF2B5EF4-FFF2-40B4-BE49-F238E27FC236}">
                <a16:creationId xmlns:a16="http://schemas.microsoft.com/office/drawing/2014/main" id="{8A832604-F597-CE4C-9045-0EDB4883F306}"/>
              </a:ext>
            </a:extLst>
          </p:cNvPr>
          <p:cNvSpPr/>
          <p:nvPr userDrawn="1"/>
        </p:nvSpPr>
        <p:spPr>
          <a:xfrm>
            <a:off x="0" y="0"/>
            <a:ext cx="4302269"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8" name="Text Placeholder 7">
            <a:extLst>
              <a:ext uri="{FF2B5EF4-FFF2-40B4-BE49-F238E27FC236}">
                <a16:creationId xmlns:a16="http://schemas.microsoft.com/office/drawing/2014/main" id="{CA23820E-162D-E444-AE76-C4AF2F45B95A}"/>
              </a:ext>
            </a:extLst>
          </p:cNvPr>
          <p:cNvSpPr>
            <a:spLocks noGrp="1"/>
          </p:cNvSpPr>
          <p:nvPr>
            <p:ph type="body" sz="quarter" idx="51" hasCustomPrompt="1"/>
          </p:nvPr>
        </p:nvSpPr>
        <p:spPr>
          <a:xfrm>
            <a:off x="496313" y="674158"/>
            <a:ext cx="3377076" cy="1462617"/>
          </a:xfrm>
        </p:spPr>
        <p:txBody>
          <a:bodyPr lIns="0" tIns="0" rIns="0" bIns="0">
            <a:noAutofit/>
          </a:bodyPr>
          <a:lstStyle>
            <a:lvl1pPr marL="0" indent="0">
              <a:spcBef>
                <a:spcPts val="0"/>
              </a:spcBef>
              <a:buNone/>
              <a:defRPr sz="3200" b="1">
                <a:solidFill>
                  <a:schemeClr val="bg1"/>
                </a:solidFill>
              </a:defRPr>
            </a:lvl1pPr>
          </a:lstStyle>
          <a:p>
            <a:pPr lvl="0"/>
            <a:r>
              <a:rPr lang="en-US" dirty="0"/>
              <a:t>Large important text</a:t>
            </a:r>
          </a:p>
        </p:txBody>
      </p:sp>
      <p:sp>
        <p:nvSpPr>
          <p:cNvPr id="13" name="Text Placeholder 7">
            <a:extLst>
              <a:ext uri="{FF2B5EF4-FFF2-40B4-BE49-F238E27FC236}">
                <a16:creationId xmlns:a16="http://schemas.microsoft.com/office/drawing/2014/main" id="{A8889CC1-1B54-4447-A72C-33A5302A87A9}"/>
              </a:ext>
            </a:extLst>
          </p:cNvPr>
          <p:cNvSpPr>
            <a:spLocks noGrp="1"/>
          </p:cNvSpPr>
          <p:nvPr>
            <p:ph type="body" sz="quarter" idx="52" hasCustomPrompt="1"/>
          </p:nvPr>
        </p:nvSpPr>
        <p:spPr>
          <a:xfrm>
            <a:off x="496313" y="4754570"/>
            <a:ext cx="3377076" cy="1462617"/>
          </a:xfrm>
        </p:spPr>
        <p:txBody>
          <a:bodyPr lIns="0" tIns="0" rIns="0" bIns="0" anchor="b">
            <a:noAutofit/>
          </a:bodyPr>
          <a:lstStyle>
            <a:lvl1pPr marL="0" indent="0">
              <a:buNone/>
              <a:defRPr sz="2400" b="0">
                <a:solidFill>
                  <a:schemeClr val="bg1"/>
                </a:solidFill>
              </a:defRPr>
            </a:lvl1pPr>
          </a:lstStyle>
          <a:p>
            <a:pPr lvl="0"/>
            <a:r>
              <a:rPr lang="en-US" dirty="0"/>
              <a:t>Supporting text</a:t>
            </a:r>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8948928"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dirty="0">
                <a:solidFill>
                  <a:schemeClr val="tx1"/>
                </a:solidFill>
              </a:rPr>
              <a:t>NREL</a:t>
            </a:r>
            <a:r>
              <a:rPr lang="en-US" sz="1067" baseline="0" dirty="0">
                <a:solidFill>
                  <a:schemeClr val="tx1"/>
                </a:solidFill>
              </a:rPr>
              <a:t>    </a:t>
            </a:r>
            <a:r>
              <a:rPr lang="en-US" sz="1067" dirty="0">
                <a:solidFill>
                  <a:schemeClr val="tx1"/>
                </a:solidFill>
              </a:rPr>
              <a:t>|    </a:t>
            </a:r>
            <a:fld id="{BFD71CF8-5198-8441-A7C0-DC22FD64CBE4}" type="slidenum">
              <a:rPr lang="en-US" sz="1067">
                <a:solidFill>
                  <a:schemeClr val="tx1"/>
                </a:solidFill>
              </a:rPr>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dirty="0">
              <a:solidFill>
                <a:schemeClr val="tx1"/>
              </a:solidFill>
            </a:endParaRPr>
          </a:p>
        </p:txBody>
      </p:sp>
    </p:spTree>
    <p:extLst>
      <p:ext uri="{BB962C8B-B14F-4D97-AF65-F5344CB8AC3E}">
        <p14:creationId xmlns:p14="http://schemas.microsoft.com/office/powerpoint/2010/main" val="168710238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4_Content Slide -  Vertical Blue/photo">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2694E0F-43B5-0F46-B097-5F1C5C7C3C69}"/>
              </a:ext>
            </a:extLst>
          </p:cNvPr>
          <p:cNvSpPr>
            <a:spLocks noGrp="1"/>
          </p:cNvSpPr>
          <p:nvPr>
            <p:ph type="pic" sz="quarter" idx="53" hasCustomPrompt="1"/>
          </p:nvPr>
        </p:nvSpPr>
        <p:spPr>
          <a:xfrm>
            <a:off x="1999130" y="0"/>
            <a:ext cx="10192871" cy="6858000"/>
          </a:xfrm>
          <a:solidFill>
            <a:schemeClr val="bg1">
              <a:lumMod val="95000"/>
            </a:schemeClr>
          </a:solidFill>
        </p:spPr>
        <p:txBody>
          <a:bodyPr/>
          <a:lstStyle>
            <a:lvl1pPr marL="0" indent="0" algn="ctr">
              <a:buNone/>
              <a:defRPr/>
            </a:lvl1pPr>
          </a:lstStyle>
          <a:p>
            <a:r>
              <a:rPr lang="en-US" dirty="0"/>
              <a:t>Insert Photo or Graphic</a:t>
            </a:r>
          </a:p>
        </p:txBody>
      </p:sp>
      <p:sp>
        <p:nvSpPr>
          <p:cNvPr id="27" name="TextBox 26"/>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10" name="Rectangle 9">
            <a:extLst>
              <a:ext uri="{FF2B5EF4-FFF2-40B4-BE49-F238E27FC236}">
                <a16:creationId xmlns:a16="http://schemas.microsoft.com/office/drawing/2014/main" id="{8A832604-F597-CE4C-9045-0EDB4883F306}"/>
              </a:ext>
            </a:extLst>
          </p:cNvPr>
          <p:cNvSpPr/>
          <p:nvPr userDrawn="1"/>
        </p:nvSpPr>
        <p:spPr>
          <a:xfrm>
            <a:off x="-1" y="0"/>
            <a:ext cx="1999488"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8" name="Text Placeholder 7">
            <a:extLst>
              <a:ext uri="{FF2B5EF4-FFF2-40B4-BE49-F238E27FC236}">
                <a16:creationId xmlns:a16="http://schemas.microsoft.com/office/drawing/2014/main" id="{CA23820E-162D-E444-AE76-C4AF2F45B95A}"/>
              </a:ext>
            </a:extLst>
          </p:cNvPr>
          <p:cNvSpPr>
            <a:spLocks noGrp="1"/>
          </p:cNvSpPr>
          <p:nvPr>
            <p:ph type="body" sz="quarter" idx="51" hasCustomPrompt="1"/>
          </p:nvPr>
        </p:nvSpPr>
        <p:spPr>
          <a:xfrm>
            <a:off x="381398" y="674158"/>
            <a:ext cx="1314559" cy="1462617"/>
          </a:xfrm>
        </p:spPr>
        <p:txBody>
          <a:bodyPr lIns="0" tIns="0" rIns="0" bIns="0">
            <a:noAutofit/>
          </a:bodyPr>
          <a:lstStyle>
            <a:lvl1pPr marL="0" indent="0">
              <a:spcBef>
                <a:spcPts val="0"/>
              </a:spcBef>
              <a:buNone/>
              <a:defRPr sz="2400" b="0">
                <a:solidFill>
                  <a:schemeClr val="bg1"/>
                </a:solidFill>
              </a:defRPr>
            </a:lvl1pPr>
          </a:lstStyle>
          <a:p>
            <a:pPr lvl="0"/>
            <a:r>
              <a:rPr lang="en-US" dirty="0"/>
              <a:t>text</a:t>
            </a:r>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8948928"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dirty="0">
                <a:solidFill>
                  <a:schemeClr val="tx1"/>
                </a:solidFill>
              </a:rPr>
              <a:t>NREL</a:t>
            </a:r>
            <a:r>
              <a:rPr lang="en-US" sz="1067" baseline="0" dirty="0">
                <a:solidFill>
                  <a:schemeClr val="tx1"/>
                </a:solidFill>
              </a:rPr>
              <a:t>    </a:t>
            </a:r>
            <a:r>
              <a:rPr lang="en-US" sz="1067" dirty="0">
                <a:solidFill>
                  <a:schemeClr val="tx1"/>
                </a:solidFill>
              </a:rPr>
              <a:t>|    </a:t>
            </a:r>
            <a:fld id="{BFD71CF8-5198-8441-A7C0-DC22FD64CBE4}" type="slidenum">
              <a:rPr lang="en-US" sz="1067">
                <a:solidFill>
                  <a:schemeClr val="tx1"/>
                </a:solidFill>
              </a:rPr>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dirty="0">
              <a:solidFill>
                <a:schemeClr val="tx1"/>
              </a:solidFill>
            </a:endParaRPr>
          </a:p>
        </p:txBody>
      </p:sp>
    </p:spTree>
    <p:extLst>
      <p:ext uri="{BB962C8B-B14F-4D97-AF65-F5344CB8AC3E}">
        <p14:creationId xmlns:p14="http://schemas.microsoft.com/office/powerpoint/2010/main" val="190466189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7_Content Slide -  Vertical Blue/photo">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2694E0F-43B5-0F46-B097-5F1C5C7C3C69}"/>
              </a:ext>
            </a:extLst>
          </p:cNvPr>
          <p:cNvSpPr>
            <a:spLocks noGrp="1"/>
          </p:cNvSpPr>
          <p:nvPr>
            <p:ph type="pic" sz="quarter" idx="53" hasCustomPrompt="1"/>
          </p:nvPr>
        </p:nvSpPr>
        <p:spPr>
          <a:xfrm>
            <a:off x="999744" y="0"/>
            <a:ext cx="11192257" cy="6858000"/>
          </a:xfrm>
          <a:solidFill>
            <a:schemeClr val="bg1">
              <a:lumMod val="95000"/>
            </a:schemeClr>
          </a:solidFill>
        </p:spPr>
        <p:txBody>
          <a:bodyPr/>
          <a:lstStyle>
            <a:lvl1pPr marL="0" indent="0" algn="ctr">
              <a:buNone/>
              <a:defRPr/>
            </a:lvl1pPr>
          </a:lstStyle>
          <a:p>
            <a:r>
              <a:rPr lang="en-US" dirty="0"/>
              <a:t>Insert Photo or Graphic</a:t>
            </a:r>
          </a:p>
        </p:txBody>
      </p:sp>
      <p:sp>
        <p:nvSpPr>
          <p:cNvPr id="27" name="TextBox 26"/>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10" name="Rectangle 9">
            <a:extLst>
              <a:ext uri="{FF2B5EF4-FFF2-40B4-BE49-F238E27FC236}">
                <a16:creationId xmlns:a16="http://schemas.microsoft.com/office/drawing/2014/main" id="{8A832604-F597-CE4C-9045-0EDB4883F306}"/>
              </a:ext>
            </a:extLst>
          </p:cNvPr>
          <p:cNvSpPr/>
          <p:nvPr userDrawn="1"/>
        </p:nvSpPr>
        <p:spPr>
          <a:xfrm>
            <a:off x="-1" y="0"/>
            <a:ext cx="999744"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8948928"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dirty="0">
                <a:solidFill>
                  <a:schemeClr val="tx1"/>
                </a:solidFill>
              </a:rPr>
              <a:t>NREL</a:t>
            </a:r>
            <a:r>
              <a:rPr lang="en-US" sz="1067" baseline="0" dirty="0">
                <a:solidFill>
                  <a:schemeClr val="tx1"/>
                </a:solidFill>
              </a:rPr>
              <a:t>    </a:t>
            </a:r>
            <a:r>
              <a:rPr lang="en-US" sz="1067" dirty="0">
                <a:solidFill>
                  <a:schemeClr val="tx1"/>
                </a:solidFill>
              </a:rPr>
              <a:t>|    </a:t>
            </a:r>
            <a:fld id="{BFD71CF8-5198-8441-A7C0-DC22FD64CBE4}" type="slidenum">
              <a:rPr lang="en-US" sz="1067">
                <a:solidFill>
                  <a:schemeClr val="tx1"/>
                </a:solidFill>
              </a:rPr>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dirty="0">
              <a:solidFill>
                <a:schemeClr val="tx1"/>
              </a:solidFill>
            </a:endParaRPr>
          </a:p>
        </p:txBody>
      </p:sp>
    </p:spTree>
    <p:extLst>
      <p:ext uri="{BB962C8B-B14F-4D97-AF65-F5344CB8AC3E}">
        <p14:creationId xmlns:p14="http://schemas.microsoft.com/office/powerpoint/2010/main" val="408928846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3_Content Slide -  Vertical Blue/photo">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808AC53-C403-F042-A661-2863C5AB400C}"/>
              </a:ext>
            </a:extLst>
          </p:cNvPr>
          <p:cNvSpPr/>
          <p:nvPr userDrawn="1"/>
        </p:nvSpPr>
        <p:spPr>
          <a:xfrm>
            <a:off x="4302269" y="0"/>
            <a:ext cx="7889731" cy="68580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27" name="TextBox 26"/>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10" name="Rectangle 9">
            <a:extLst>
              <a:ext uri="{FF2B5EF4-FFF2-40B4-BE49-F238E27FC236}">
                <a16:creationId xmlns:a16="http://schemas.microsoft.com/office/drawing/2014/main" id="{8A832604-F597-CE4C-9045-0EDB4883F306}"/>
              </a:ext>
            </a:extLst>
          </p:cNvPr>
          <p:cNvSpPr/>
          <p:nvPr userDrawn="1"/>
        </p:nvSpPr>
        <p:spPr>
          <a:xfrm>
            <a:off x="0" y="0"/>
            <a:ext cx="4302269"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8" name="Text Placeholder 7">
            <a:extLst>
              <a:ext uri="{FF2B5EF4-FFF2-40B4-BE49-F238E27FC236}">
                <a16:creationId xmlns:a16="http://schemas.microsoft.com/office/drawing/2014/main" id="{CA23820E-162D-E444-AE76-C4AF2F45B95A}"/>
              </a:ext>
            </a:extLst>
          </p:cNvPr>
          <p:cNvSpPr>
            <a:spLocks noGrp="1"/>
          </p:cNvSpPr>
          <p:nvPr>
            <p:ph type="body" sz="quarter" idx="51" hasCustomPrompt="1"/>
          </p:nvPr>
        </p:nvSpPr>
        <p:spPr>
          <a:xfrm>
            <a:off x="496313" y="674158"/>
            <a:ext cx="3377076" cy="1462617"/>
          </a:xfrm>
        </p:spPr>
        <p:txBody>
          <a:bodyPr lIns="0" tIns="0" rIns="0" bIns="0">
            <a:noAutofit/>
          </a:bodyPr>
          <a:lstStyle>
            <a:lvl1pPr marL="0" indent="0">
              <a:spcBef>
                <a:spcPts val="0"/>
              </a:spcBef>
              <a:buNone/>
              <a:defRPr sz="3200" b="1">
                <a:solidFill>
                  <a:schemeClr val="bg1"/>
                </a:solidFill>
              </a:defRPr>
            </a:lvl1pPr>
          </a:lstStyle>
          <a:p>
            <a:pPr lvl="0"/>
            <a:r>
              <a:rPr lang="en-US" dirty="0"/>
              <a:t>Large important text</a:t>
            </a:r>
          </a:p>
        </p:txBody>
      </p:sp>
      <p:sp>
        <p:nvSpPr>
          <p:cNvPr id="13" name="Text Placeholder 7">
            <a:extLst>
              <a:ext uri="{FF2B5EF4-FFF2-40B4-BE49-F238E27FC236}">
                <a16:creationId xmlns:a16="http://schemas.microsoft.com/office/drawing/2014/main" id="{A8889CC1-1B54-4447-A72C-33A5302A87A9}"/>
              </a:ext>
            </a:extLst>
          </p:cNvPr>
          <p:cNvSpPr>
            <a:spLocks noGrp="1"/>
          </p:cNvSpPr>
          <p:nvPr>
            <p:ph type="body" sz="quarter" idx="52" hasCustomPrompt="1"/>
          </p:nvPr>
        </p:nvSpPr>
        <p:spPr>
          <a:xfrm>
            <a:off x="496313" y="4754570"/>
            <a:ext cx="3377076" cy="1462617"/>
          </a:xfrm>
        </p:spPr>
        <p:txBody>
          <a:bodyPr lIns="0" tIns="0" rIns="0" bIns="0" anchor="b">
            <a:noAutofit/>
          </a:bodyPr>
          <a:lstStyle>
            <a:lvl1pPr marL="0" indent="0">
              <a:buNone/>
              <a:defRPr sz="2400" b="0">
                <a:solidFill>
                  <a:schemeClr val="bg1"/>
                </a:solidFill>
              </a:defRPr>
            </a:lvl1pPr>
          </a:lstStyle>
          <a:p>
            <a:pPr lvl="0"/>
            <a:r>
              <a:rPr lang="en-US" dirty="0"/>
              <a:t>Supporting text</a:t>
            </a:r>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8948928"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dirty="0">
                <a:solidFill>
                  <a:schemeClr val="tx1"/>
                </a:solidFill>
              </a:rPr>
              <a:t>NREL</a:t>
            </a:r>
            <a:r>
              <a:rPr lang="en-US" sz="1067" baseline="0" dirty="0">
                <a:solidFill>
                  <a:schemeClr val="tx1"/>
                </a:solidFill>
              </a:rPr>
              <a:t>    </a:t>
            </a:r>
            <a:r>
              <a:rPr lang="en-US" sz="1067" dirty="0">
                <a:solidFill>
                  <a:schemeClr val="tx1"/>
                </a:solidFill>
              </a:rPr>
              <a:t>|    </a:t>
            </a:r>
            <a:fld id="{BFD71CF8-5198-8441-A7C0-DC22FD64CBE4}" type="slidenum">
              <a:rPr lang="en-US" sz="1067">
                <a:solidFill>
                  <a:schemeClr val="tx1"/>
                </a:solidFill>
              </a:rPr>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dirty="0">
              <a:solidFill>
                <a:schemeClr val="tx1"/>
              </a:solidFill>
            </a:endParaRPr>
          </a:p>
        </p:txBody>
      </p:sp>
      <p:sp>
        <p:nvSpPr>
          <p:cNvPr id="11" name="Text Placeholder 7">
            <a:extLst>
              <a:ext uri="{FF2B5EF4-FFF2-40B4-BE49-F238E27FC236}">
                <a16:creationId xmlns:a16="http://schemas.microsoft.com/office/drawing/2014/main" id="{63524AE8-F7B5-0E44-8BCA-32443B166DB8}"/>
              </a:ext>
            </a:extLst>
          </p:cNvPr>
          <p:cNvSpPr>
            <a:spLocks noGrp="1"/>
          </p:cNvSpPr>
          <p:nvPr>
            <p:ph type="body" sz="quarter" idx="53" hasCustomPrompt="1"/>
          </p:nvPr>
        </p:nvSpPr>
        <p:spPr>
          <a:xfrm>
            <a:off x="5152165" y="674157"/>
            <a:ext cx="6189939" cy="1462617"/>
          </a:xfrm>
        </p:spPr>
        <p:txBody>
          <a:bodyPr lIns="0" tIns="73152" rIns="0" bIns="0">
            <a:noAutofit/>
          </a:bodyPr>
          <a:lstStyle>
            <a:lvl1pPr marL="0" indent="0">
              <a:buNone/>
              <a:defRPr sz="2667" b="0">
                <a:solidFill>
                  <a:schemeClr val="tx1"/>
                </a:solidFill>
              </a:defRPr>
            </a:lvl1pPr>
          </a:lstStyle>
          <a:p>
            <a:pPr lvl="0"/>
            <a:r>
              <a:rPr lang="en-US" dirty="0"/>
              <a:t>Supporting body text</a:t>
            </a:r>
          </a:p>
        </p:txBody>
      </p:sp>
    </p:spTree>
    <p:extLst>
      <p:ext uri="{BB962C8B-B14F-4D97-AF65-F5344CB8AC3E}">
        <p14:creationId xmlns:p14="http://schemas.microsoft.com/office/powerpoint/2010/main" val="274739110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5_Content Slide -  Vertical Blue/photo">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808AC53-C403-F042-A661-2863C5AB400C}"/>
              </a:ext>
            </a:extLst>
          </p:cNvPr>
          <p:cNvSpPr/>
          <p:nvPr userDrawn="1"/>
        </p:nvSpPr>
        <p:spPr>
          <a:xfrm>
            <a:off x="1999486" y="0"/>
            <a:ext cx="10192513" cy="68580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27" name="TextBox 26"/>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8948928"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dirty="0">
                <a:solidFill>
                  <a:schemeClr val="tx1"/>
                </a:solidFill>
              </a:rPr>
              <a:t>NREL</a:t>
            </a:r>
            <a:r>
              <a:rPr lang="en-US" sz="1067" baseline="0" dirty="0">
                <a:solidFill>
                  <a:schemeClr val="tx1"/>
                </a:solidFill>
              </a:rPr>
              <a:t>    </a:t>
            </a:r>
            <a:r>
              <a:rPr lang="en-US" sz="1067" dirty="0">
                <a:solidFill>
                  <a:schemeClr val="tx1"/>
                </a:solidFill>
              </a:rPr>
              <a:t>|    </a:t>
            </a:r>
            <a:fld id="{BFD71CF8-5198-8441-A7C0-DC22FD64CBE4}" type="slidenum">
              <a:rPr lang="en-US" sz="1067">
                <a:solidFill>
                  <a:schemeClr val="tx1"/>
                </a:solidFill>
              </a:rPr>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dirty="0">
              <a:solidFill>
                <a:schemeClr val="tx1"/>
              </a:solidFill>
            </a:endParaRPr>
          </a:p>
        </p:txBody>
      </p:sp>
      <p:sp>
        <p:nvSpPr>
          <p:cNvPr id="11" name="Text Placeholder 7">
            <a:extLst>
              <a:ext uri="{FF2B5EF4-FFF2-40B4-BE49-F238E27FC236}">
                <a16:creationId xmlns:a16="http://schemas.microsoft.com/office/drawing/2014/main" id="{63524AE8-F7B5-0E44-8BCA-32443B166DB8}"/>
              </a:ext>
            </a:extLst>
          </p:cNvPr>
          <p:cNvSpPr>
            <a:spLocks noGrp="1"/>
          </p:cNvSpPr>
          <p:nvPr>
            <p:ph type="body" sz="quarter" idx="53" hasCustomPrompt="1"/>
          </p:nvPr>
        </p:nvSpPr>
        <p:spPr>
          <a:xfrm>
            <a:off x="2849383" y="674157"/>
            <a:ext cx="6189939" cy="1462617"/>
          </a:xfrm>
        </p:spPr>
        <p:txBody>
          <a:bodyPr lIns="0" tIns="73152" rIns="0" bIns="0">
            <a:noAutofit/>
          </a:bodyPr>
          <a:lstStyle>
            <a:lvl1pPr marL="0" indent="0">
              <a:buNone/>
              <a:defRPr sz="2667" b="0">
                <a:solidFill>
                  <a:schemeClr val="tx1"/>
                </a:solidFill>
              </a:defRPr>
            </a:lvl1pPr>
          </a:lstStyle>
          <a:p>
            <a:pPr lvl="0"/>
            <a:r>
              <a:rPr lang="en-US" dirty="0"/>
              <a:t>Supporting body text</a:t>
            </a:r>
          </a:p>
        </p:txBody>
      </p:sp>
      <p:sp>
        <p:nvSpPr>
          <p:cNvPr id="12" name="Rectangle 11">
            <a:extLst>
              <a:ext uri="{FF2B5EF4-FFF2-40B4-BE49-F238E27FC236}">
                <a16:creationId xmlns:a16="http://schemas.microsoft.com/office/drawing/2014/main" id="{88E2A80C-EB6E-8C4C-AB43-79FC52672C2F}"/>
              </a:ext>
            </a:extLst>
          </p:cNvPr>
          <p:cNvSpPr/>
          <p:nvPr userDrawn="1"/>
        </p:nvSpPr>
        <p:spPr>
          <a:xfrm>
            <a:off x="-1" y="0"/>
            <a:ext cx="1999488"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4" name="Text Placeholder 7">
            <a:extLst>
              <a:ext uri="{FF2B5EF4-FFF2-40B4-BE49-F238E27FC236}">
                <a16:creationId xmlns:a16="http://schemas.microsoft.com/office/drawing/2014/main" id="{7B2998EE-741E-8640-80ED-7C22B48449F9}"/>
              </a:ext>
            </a:extLst>
          </p:cNvPr>
          <p:cNvSpPr>
            <a:spLocks noGrp="1"/>
          </p:cNvSpPr>
          <p:nvPr>
            <p:ph type="body" sz="quarter" idx="51" hasCustomPrompt="1"/>
          </p:nvPr>
        </p:nvSpPr>
        <p:spPr>
          <a:xfrm>
            <a:off x="381398" y="674158"/>
            <a:ext cx="1314559" cy="1462617"/>
          </a:xfrm>
        </p:spPr>
        <p:txBody>
          <a:bodyPr lIns="0" tIns="0" rIns="0" bIns="0">
            <a:noAutofit/>
          </a:bodyPr>
          <a:lstStyle>
            <a:lvl1pPr marL="0" indent="0">
              <a:spcBef>
                <a:spcPts val="0"/>
              </a:spcBef>
              <a:buNone/>
              <a:defRPr sz="2400" b="0">
                <a:solidFill>
                  <a:schemeClr val="bg1"/>
                </a:solidFill>
              </a:defRPr>
            </a:lvl1pPr>
          </a:lstStyle>
          <a:p>
            <a:pPr lvl="0"/>
            <a:r>
              <a:rPr lang="en-US" dirty="0"/>
              <a:t>text</a:t>
            </a:r>
          </a:p>
        </p:txBody>
      </p:sp>
    </p:spTree>
    <p:extLst>
      <p:ext uri="{BB962C8B-B14F-4D97-AF65-F5344CB8AC3E}">
        <p14:creationId xmlns:p14="http://schemas.microsoft.com/office/powerpoint/2010/main" val="15762201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8_Content Slide -  Vertical Blue/photo">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808AC53-C403-F042-A661-2863C5AB400C}"/>
              </a:ext>
            </a:extLst>
          </p:cNvPr>
          <p:cNvSpPr/>
          <p:nvPr userDrawn="1"/>
        </p:nvSpPr>
        <p:spPr>
          <a:xfrm>
            <a:off x="999744" y="0"/>
            <a:ext cx="11192257" cy="68580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27" name="TextBox 26"/>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8948928"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dirty="0">
                <a:solidFill>
                  <a:schemeClr val="tx1"/>
                </a:solidFill>
              </a:rPr>
              <a:t>NREL</a:t>
            </a:r>
            <a:r>
              <a:rPr lang="en-US" sz="1067" baseline="0" dirty="0">
                <a:solidFill>
                  <a:schemeClr val="tx1"/>
                </a:solidFill>
              </a:rPr>
              <a:t>    </a:t>
            </a:r>
            <a:r>
              <a:rPr lang="en-US" sz="1067" dirty="0">
                <a:solidFill>
                  <a:schemeClr val="tx1"/>
                </a:solidFill>
              </a:rPr>
              <a:t>|    </a:t>
            </a:r>
            <a:fld id="{BFD71CF8-5198-8441-A7C0-DC22FD64CBE4}" type="slidenum">
              <a:rPr lang="en-US" sz="1067">
                <a:solidFill>
                  <a:schemeClr val="tx1"/>
                </a:solidFill>
              </a:rPr>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dirty="0">
              <a:solidFill>
                <a:schemeClr val="tx1"/>
              </a:solidFill>
            </a:endParaRPr>
          </a:p>
        </p:txBody>
      </p:sp>
      <p:sp>
        <p:nvSpPr>
          <p:cNvPr id="11" name="Text Placeholder 7">
            <a:extLst>
              <a:ext uri="{FF2B5EF4-FFF2-40B4-BE49-F238E27FC236}">
                <a16:creationId xmlns:a16="http://schemas.microsoft.com/office/drawing/2014/main" id="{63524AE8-F7B5-0E44-8BCA-32443B166DB8}"/>
              </a:ext>
            </a:extLst>
          </p:cNvPr>
          <p:cNvSpPr>
            <a:spLocks noGrp="1"/>
          </p:cNvSpPr>
          <p:nvPr>
            <p:ph type="body" sz="quarter" idx="53" hasCustomPrompt="1"/>
          </p:nvPr>
        </p:nvSpPr>
        <p:spPr>
          <a:xfrm>
            <a:off x="1849640" y="674157"/>
            <a:ext cx="6189939" cy="1462617"/>
          </a:xfrm>
        </p:spPr>
        <p:txBody>
          <a:bodyPr lIns="0" tIns="73152" rIns="0" bIns="0">
            <a:noAutofit/>
          </a:bodyPr>
          <a:lstStyle>
            <a:lvl1pPr marL="0" indent="0">
              <a:buNone/>
              <a:defRPr sz="2667" b="0">
                <a:solidFill>
                  <a:schemeClr val="tx1"/>
                </a:solidFill>
              </a:defRPr>
            </a:lvl1pPr>
          </a:lstStyle>
          <a:p>
            <a:pPr lvl="0"/>
            <a:r>
              <a:rPr lang="en-US" dirty="0"/>
              <a:t>Supporting body text</a:t>
            </a:r>
          </a:p>
        </p:txBody>
      </p:sp>
      <p:sp>
        <p:nvSpPr>
          <p:cNvPr id="8" name="Rectangle 7">
            <a:extLst>
              <a:ext uri="{FF2B5EF4-FFF2-40B4-BE49-F238E27FC236}">
                <a16:creationId xmlns:a16="http://schemas.microsoft.com/office/drawing/2014/main" id="{C6FB4065-B034-894F-B2AD-10DA51A4FF51}"/>
              </a:ext>
            </a:extLst>
          </p:cNvPr>
          <p:cNvSpPr/>
          <p:nvPr userDrawn="1"/>
        </p:nvSpPr>
        <p:spPr>
          <a:xfrm>
            <a:off x="-1" y="0"/>
            <a:ext cx="999744"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171362151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2_Content Slide -  Vertical Blue/photo">
    <p:spTree>
      <p:nvGrpSpPr>
        <p:cNvPr id="1" name=""/>
        <p:cNvGrpSpPr/>
        <p:nvPr/>
      </p:nvGrpSpPr>
      <p:grpSpPr>
        <a:xfrm>
          <a:off x="0" y="0"/>
          <a:ext cx="0" cy="0"/>
          <a:chOff x="0" y="0"/>
          <a:chExt cx="0" cy="0"/>
        </a:xfrm>
      </p:grpSpPr>
      <p:sp>
        <p:nvSpPr>
          <p:cNvPr id="27" name="TextBox 26"/>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10" name="Rectangle 9">
            <a:extLst>
              <a:ext uri="{FF2B5EF4-FFF2-40B4-BE49-F238E27FC236}">
                <a16:creationId xmlns:a16="http://schemas.microsoft.com/office/drawing/2014/main" id="{8A832604-F597-CE4C-9045-0EDB4883F306}"/>
              </a:ext>
            </a:extLst>
          </p:cNvPr>
          <p:cNvSpPr/>
          <p:nvPr userDrawn="1"/>
        </p:nvSpPr>
        <p:spPr>
          <a:xfrm>
            <a:off x="0" y="0"/>
            <a:ext cx="4302269"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8" name="Text Placeholder 7">
            <a:extLst>
              <a:ext uri="{FF2B5EF4-FFF2-40B4-BE49-F238E27FC236}">
                <a16:creationId xmlns:a16="http://schemas.microsoft.com/office/drawing/2014/main" id="{CA23820E-162D-E444-AE76-C4AF2F45B95A}"/>
              </a:ext>
            </a:extLst>
          </p:cNvPr>
          <p:cNvSpPr>
            <a:spLocks noGrp="1"/>
          </p:cNvSpPr>
          <p:nvPr>
            <p:ph type="body" sz="quarter" idx="51" hasCustomPrompt="1"/>
          </p:nvPr>
        </p:nvSpPr>
        <p:spPr>
          <a:xfrm>
            <a:off x="496313" y="674158"/>
            <a:ext cx="3377076" cy="1462617"/>
          </a:xfrm>
        </p:spPr>
        <p:txBody>
          <a:bodyPr lIns="0" tIns="0" rIns="0" bIns="0">
            <a:noAutofit/>
          </a:bodyPr>
          <a:lstStyle>
            <a:lvl1pPr marL="0" indent="0">
              <a:spcBef>
                <a:spcPts val="0"/>
              </a:spcBef>
              <a:buNone/>
              <a:defRPr sz="3200" b="1">
                <a:solidFill>
                  <a:schemeClr val="bg1"/>
                </a:solidFill>
              </a:defRPr>
            </a:lvl1pPr>
          </a:lstStyle>
          <a:p>
            <a:pPr lvl="0"/>
            <a:r>
              <a:rPr lang="en-US" dirty="0"/>
              <a:t>Large important text</a:t>
            </a:r>
          </a:p>
        </p:txBody>
      </p:sp>
      <p:sp>
        <p:nvSpPr>
          <p:cNvPr id="13" name="Text Placeholder 7">
            <a:extLst>
              <a:ext uri="{FF2B5EF4-FFF2-40B4-BE49-F238E27FC236}">
                <a16:creationId xmlns:a16="http://schemas.microsoft.com/office/drawing/2014/main" id="{A8889CC1-1B54-4447-A72C-33A5302A87A9}"/>
              </a:ext>
            </a:extLst>
          </p:cNvPr>
          <p:cNvSpPr>
            <a:spLocks noGrp="1"/>
          </p:cNvSpPr>
          <p:nvPr>
            <p:ph type="body" sz="quarter" idx="52" hasCustomPrompt="1"/>
          </p:nvPr>
        </p:nvSpPr>
        <p:spPr>
          <a:xfrm>
            <a:off x="496313" y="4754570"/>
            <a:ext cx="3377076" cy="1462617"/>
          </a:xfrm>
        </p:spPr>
        <p:txBody>
          <a:bodyPr lIns="0" tIns="0" rIns="0" bIns="0" anchor="b">
            <a:noAutofit/>
          </a:bodyPr>
          <a:lstStyle>
            <a:lvl1pPr marL="0" indent="0">
              <a:buNone/>
              <a:defRPr sz="2400" b="0">
                <a:solidFill>
                  <a:schemeClr val="bg1"/>
                </a:solidFill>
              </a:defRPr>
            </a:lvl1pPr>
          </a:lstStyle>
          <a:p>
            <a:pPr lvl="0"/>
            <a:r>
              <a:rPr lang="en-US" dirty="0"/>
              <a:t>Supporting text</a:t>
            </a:r>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8948928"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dirty="0">
                <a:solidFill>
                  <a:schemeClr val="tx1"/>
                </a:solidFill>
              </a:rPr>
              <a:t>NREL</a:t>
            </a:r>
            <a:r>
              <a:rPr lang="en-US" sz="1067" baseline="0" dirty="0">
                <a:solidFill>
                  <a:schemeClr val="tx1"/>
                </a:solidFill>
              </a:rPr>
              <a:t>    </a:t>
            </a:r>
            <a:r>
              <a:rPr lang="en-US" sz="1067" dirty="0">
                <a:solidFill>
                  <a:schemeClr val="tx1"/>
                </a:solidFill>
              </a:rPr>
              <a:t>|    </a:t>
            </a:r>
            <a:fld id="{BFD71CF8-5198-8441-A7C0-DC22FD64CBE4}" type="slidenum">
              <a:rPr lang="en-US" sz="1067">
                <a:solidFill>
                  <a:schemeClr val="tx1"/>
                </a:solidFill>
              </a:rPr>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dirty="0">
              <a:solidFill>
                <a:schemeClr val="tx1"/>
              </a:solidFill>
            </a:endParaRPr>
          </a:p>
        </p:txBody>
      </p:sp>
      <p:sp>
        <p:nvSpPr>
          <p:cNvPr id="11" name="Text Placeholder 7">
            <a:extLst>
              <a:ext uri="{FF2B5EF4-FFF2-40B4-BE49-F238E27FC236}">
                <a16:creationId xmlns:a16="http://schemas.microsoft.com/office/drawing/2014/main" id="{9D95246B-679C-0C47-B3E3-F6535A89622F}"/>
              </a:ext>
            </a:extLst>
          </p:cNvPr>
          <p:cNvSpPr>
            <a:spLocks noGrp="1"/>
          </p:cNvSpPr>
          <p:nvPr>
            <p:ph type="body" sz="quarter" idx="53" hasCustomPrompt="1"/>
          </p:nvPr>
        </p:nvSpPr>
        <p:spPr>
          <a:xfrm>
            <a:off x="5152165" y="674157"/>
            <a:ext cx="6189939" cy="1462617"/>
          </a:xfrm>
        </p:spPr>
        <p:txBody>
          <a:bodyPr lIns="0" tIns="73152" rIns="0" bIns="0">
            <a:noAutofit/>
          </a:bodyPr>
          <a:lstStyle>
            <a:lvl1pPr marL="0" indent="0">
              <a:buNone/>
              <a:defRPr sz="2667" b="0">
                <a:solidFill>
                  <a:schemeClr val="tx1"/>
                </a:solidFill>
              </a:defRPr>
            </a:lvl1pPr>
          </a:lstStyle>
          <a:p>
            <a:pPr lvl="0"/>
            <a:r>
              <a:rPr lang="en-US" dirty="0"/>
              <a:t>Supporting body text</a:t>
            </a:r>
          </a:p>
        </p:txBody>
      </p:sp>
    </p:spTree>
    <p:extLst>
      <p:ext uri="{BB962C8B-B14F-4D97-AF65-F5344CB8AC3E}">
        <p14:creationId xmlns:p14="http://schemas.microsoft.com/office/powerpoint/2010/main" val="8923497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6_Content Slide -  Vertical Blue/photo">
    <p:spTree>
      <p:nvGrpSpPr>
        <p:cNvPr id="1" name=""/>
        <p:cNvGrpSpPr/>
        <p:nvPr/>
      </p:nvGrpSpPr>
      <p:grpSpPr>
        <a:xfrm>
          <a:off x="0" y="0"/>
          <a:ext cx="0" cy="0"/>
          <a:chOff x="0" y="0"/>
          <a:chExt cx="0" cy="0"/>
        </a:xfrm>
      </p:grpSpPr>
      <p:sp>
        <p:nvSpPr>
          <p:cNvPr id="27" name="TextBox 26"/>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8948928"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dirty="0">
                <a:solidFill>
                  <a:schemeClr val="tx1"/>
                </a:solidFill>
              </a:rPr>
              <a:t>NREL</a:t>
            </a:r>
            <a:r>
              <a:rPr lang="en-US" sz="1067" baseline="0" dirty="0">
                <a:solidFill>
                  <a:schemeClr val="tx1"/>
                </a:solidFill>
              </a:rPr>
              <a:t>    </a:t>
            </a:r>
            <a:r>
              <a:rPr lang="en-US" sz="1067" dirty="0">
                <a:solidFill>
                  <a:schemeClr val="tx1"/>
                </a:solidFill>
              </a:rPr>
              <a:t>|    </a:t>
            </a:r>
            <a:fld id="{BFD71CF8-5198-8441-A7C0-DC22FD64CBE4}" type="slidenum">
              <a:rPr lang="en-US" sz="1067">
                <a:solidFill>
                  <a:schemeClr val="tx1"/>
                </a:solidFill>
              </a:rPr>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dirty="0">
              <a:solidFill>
                <a:schemeClr val="tx1"/>
              </a:solidFill>
            </a:endParaRPr>
          </a:p>
        </p:txBody>
      </p:sp>
      <p:sp>
        <p:nvSpPr>
          <p:cNvPr id="11" name="Text Placeholder 7">
            <a:extLst>
              <a:ext uri="{FF2B5EF4-FFF2-40B4-BE49-F238E27FC236}">
                <a16:creationId xmlns:a16="http://schemas.microsoft.com/office/drawing/2014/main" id="{63524AE8-F7B5-0E44-8BCA-32443B166DB8}"/>
              </a:ext>
            </a:extLst>
          </p:cNvPr>
          <p:cNvSpPr>
            <a:spLocks noGrp="1"/>
          </p:cNvSpPr>
          <p:nvPr>
            <p:ph type="body" sz="quarter" idx="53" hasCustomPrompt="1"/>
          </p:nvPr>
        </p:nvSpPr>
        <p:spPr>
          <a:xfrm>
            <a:off x="2849383" y="674157"/>
            <a:ext cx="6189939" cy="1462617"/>
          </a:xfrm>
        </p:spPr>
        <p:txBody>
          <a:bodyPr lIns="0" tIns="73152" rIns="0" bIns="0">
            <a:noAutofit/>
          </a:bodyPr>
          <a:lstStyle>
            <a:lvl1pPr marL="0" indent="0">
              <a:buNone/>
              <a:defRPr sz="2667" b="0">
                <a:solidFill>
                  <a:schemeClr val="tx1"/>
                </a:solidFill>
              </a:defRPr>
            </a:lvl1pPr>
          </a:lstStyle>
          <a:p>
            <a:pPr lvl="0"/>
            <a:r>
              <a:rPr lang="en-US" dirty="0"/>
              <a:t>Supporting body text</a:t>
            </a:r>
          </a:p>
        </p:txBody>
      </p:sp>
      <p:sp>
        <p:nvSpPr>
          <p:cNvPr id="12" name="Rectangle 11">
            <a:extLst>
              <a:ext uri="{FF2B5EF4-FFF2-40B4-BE49-F238E27FC236}">
                <a16:creationId xmlns:a16="http://schemas.microsoft.com/office/drawing/2014/main" id="{88E2A80C-EB6E-8C4C-AB43-79FC52672C2F}"/>
              </a:ext>
            </a:extLst>
          </p:cNvPr>
          <p:cNvSpPr/>
          <p:nvPr userDrawn="1"/>
        </p:nvSpPr>
        <p:spPr>
          <a:xfrm>
            <a:off x="-1" y="0"/>
            <a:ext cx="1999488"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4" name="Text Placeholder 7">
            <a:extLst>
              <a:ext uri="{FF2B5EF4-FFF2-40B4-BE49-F238E27FC236}">
                <a16:creationId xmlns:a16="http://schemas.microsoft.com/office/drawing/2014/main" id="{7B2998EE-741E-8640-80ED-7C22B48449F9}"/>
              </a:ext>
            </a:extLst>
          </p:cNvPr>
          <p:cNvSpPr>
            <a:spLocks noGrp="1"/>
          </p:cNvSpPr>
          <p:nvPr>
            <p:ph type="body" sz="quarter" idx="51" hasCustomPrompt="1"/>
          </p:nvPr>
        </p:nvSpPr>
        <p:spPr>
          <a:xfrm>
            <a:off x="381398" y="674158"/>
            <a:ext cx="1314559" cy="1462617"/>
          </a:xfrm>
        </p:spPr>
        <p:txBody>
          <a:bodyPr lIns="0" tIns="0" rIns="0" bIns="0">
            <a:noAutofit/>
          </a:bodyPr>
          <a:lstStyle>
            <a:lvl1pPr marL="0" indent="0">
              <a:spcBef>
                <a:spcPts val="0"/>
              </a:spcBef>
              <a:buNone/>
              <a:defRPr sz="2400" b="0">
                <a:solidFill>
                  <a:schemeClr val="bg1"/>
                </a:solidFill>
              </a:defRPr>
            </a:lvl1pPr>
          </a:lstStyle>
          <a:p>
            <a:pPr lvl="0"/>
            <a:r>
              <a:rPr lang="en-US" dirty="0"/>
              <a:t>text</a:t>
            </a:r>
          </a:p>
        </p:txBody>
      </p:sp>
    </p:spTree>
    <p:extLst>
      <p:ext uri="{BB962C8B-B14F-4D97-AF65-F5344CB8AC3E}">
        <p14:creationId xmlns:p14="http://schemas.microsoft.com/office/powerpoint/2010/main" val="365832529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9_Content Slide -  Vertical Blue/photo">
    <p:spTree>
      <p:nvGrpSpPr>
        <p:cNvPr id="1" name=""/>
        <p:cNvGrpSpPr/>
        <p:nvPr/>
      </p:nvGrpSpPr>
      <p:grpSpPr>
        <a:xfrm>
          <a:off x="0" y="0"/>
          <a:ext cx="0" cy="0"/>
          <a:chOff x="0" y="0"/>
          <a:chExt cx="0" cy="0"/>
        </a:xfrm>
      </p:grpSpPr>
      <p:sp>
        <p:nvSpPr>
          <p:cNvPr id="27" name="TextBox 26"/>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8948928"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dirty="0">
                <a:solidFill>
                  <a:schemeClr val="tx1"/>
                </a:solidFill>
              </a:rPr>
              <a:t>NREL</a:t>
            </a:r>
            <a:r>
              <a:rPr lang="en-US" sz="1067" baseline="0" dirty="0">
                <a:solidFill>
                  <a:schemeClr val="tx1"/>
                </a:solidFill>
              </a:rPr>
              <a:t>    </a:t>
            </a:r>
            <a:r>
              <a:rPr lang="en-US" sz="1067" dirty="0">
                <a:solidFill>
                  <a:schemeClr val="tx1"/>
                </a:solidFill>
              </a:rPr>
              <a:t>|    </a:t>
            </a:r>
            <a:fld id="{BFD71CF8-5198-8441-A7C0-DC22FD64CBE4}" type="slidenum">
              <a:rPr lang="en-US" sz="1067">
                <a:solidFill>
                  <a:schemeClr val="tx1"/>
                </a:solidFill>
              </a:rPr>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dirty="0">
              <a:solidFill>
                <a:schemeClr val="tx1"/>
              </a:solidFill>
            </a:endParaRPr>
          </a:p>
        </p:txBody>
      </p:sp>
      <p:sp>
        <p:nvSpPr>
          <p:cNvPr id="11" name="Text Placeholder 7">
            <a:extLst>
              <a:ext uri="{FF2B5EF4-FFF2-40B4-BE49-F238E27FC236}">
                <a16:creationId xmlns:a16="http://schemas.microsoft.com/office/drawing/2014/main" id="{63524AE8-F7B5-0E44-8BCA-32443B166DB8}"/>
              </a:ext>
            </a:extLst>
          </p:cNvPr>
          <p:cNvSpPr>
            <a:spLocks noGrp="1"/>
          </p:cNvSpPr>
          <p:nvPr>
            <p:ph type="body" sz="quarter" idx="53" hasCustomPrompt="1"/>
          </p:nvPr>
        </p:nvSpPr>
        <p:spPr>
          <a:xfrm>
            <a:off x="1828800" y="674157"/>
            <a:ext cx="6189939" cy="1462617"/>
          </a:xfrm>
        </p:spPr>
        <p:txBody>
          <a:bodyPr lIns="0" tIns="73152" rIns="0" bIns="0">
            <a:noAutofit/>
          </a:bodyPr>
          <a:lstStyle>
            <a:lvl1pPr marL="0" indent="0">
              <a:buNone/>
              <a:defRPr sz="2667" b="0">
                <a:solidFill>
                  <a:schemeClr val="tx1"/>
                </a:solidFill>
              </a:defRPr>
            </a:lvl1pPr>
          </a:lstStyle>
          <a:p>
            <a:pPr lvl="0"/>
            <a:r>
              <a:rPr lang="en-US" dirty="0"/>
              <a:t>Supporting body text</a:t>
            </a:r>
          </a:p>
        </p:txBody>
      </p:sp>
      <p:sp>
        <p:nvSpPr>
          <p:cNvPr id="7" name="Rectangle 6">
            <a:extLst>
              <a:ext uri="{FF2B5EF4-FFF2-40B4-BE49-F238E27FC236}">
                <a16:creationId xmlns:a16="http://schemas.microsoft.com/office/drawing/2014/main" id="{CAF46C4D-EA55-834D-A1ED-486FAB3B53C7}"/>
              </a:ext>
            </a:extLst>
          </p:cNvPr>
          <p:cNvSpPr/>
          <p:nvPr userDrawn="1"/>
        </p:nvSpPr>
        <p:spPr>
          <a:xfrm>
            <a:off x="-1" y="0"/>
            <a:ext cx="999744"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61752891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Content Slide - Vertical Blue/photo/text">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2694E0F-43B5-0F46-B097-5F1C5C7C3C69}"/>
              </a:ext>
            </a:extLst>
          </p:cNvPr>
          <p:cNvSpPr>
            <a:spLocks noGrp="1"/>
          </p:cNvSpPr>
          <p:nvPr>
            <p:ph type="pic" sz="quarter" idx="53" hasCustomPrompt="1"/>
          </p:nvPr>
        </p:nvSpPr>
        <p:spPr>
          <a:xfrm>
            <a:off x="4302269" y="0"/>
            <a:ext cx="7889731" cy="3429000"/>
          </a:xfrm>
          <a:solidFill>
            <a:schemeClr val="bg1"/>
          </a:solidFill>
        </p:spPr>
        <p:txBody>
          <a:bodyPr/>
          <a:lstStyle>
            <a:lvl1pPr marL="0" indent="0" algn="ctr">
              <a:buNone/>
              <a:defRPr/>
            </a:lvl1pPr>
          </a:lstStyle>
          <a:p>
            <a:r>
              <a:rPr lang="en-US" dirty="0"/>
              <a:t>Insert Photo or Graphic</a:t>
            </a:r>
          </a:p>
        </p:txBody>
      </p:sp>
      <p:sp>
        <p:nvSpPr>
          <p:cNvPr id="4" name="Text Placeholder 3">
            <a:extLst>
              <a:ext uri="{FF2B5EF4-FFF2-40B4-BE49-F238E27FC236}">
                <a16:creationId xmlns:a16="http://schemas.microsoft.com/office/drawing/2014/main" id="{EAE79B0C-B592-1249-A48F-44050F3F4380}"/>
              </a:ext>
            </a:extLst>
          </p:cNvPr>
          <p:cNvSpPr>
            <a:spLocks noGrp="1"/>
          </p:cNvSpPr>
          <p:nvPr>
            <p:ph type="body" sz="quarter" idx="54" hasCustomPrompt="1"/>
          </p:nvPr>
        </p:nvSpPr>
        <p:spPr>
          <a:xfrm>
            <a:off x="4302269" y="3429000"/>
            <a:ext cx="7889731" cy="3429000"/>
          </a:xfrm>
          <a:solidFill>
            <a:schemeClr val="bg1">
              <a:lumMod val="95000"/>
            </a:schemeClr>
          </a:solidFill>
          <a:effectLst/>
        </p:spPr>
        <p:txBody>
          <a:bodyPr lIns="365760" tIns="365760" rIns="365760" bIns="640080">
            <a:noAutofit/>
          </a:bodyPr>
          <a:lstStyle>
            <a:lvl1pPr marL="0" indent="0">
              <a:buNone/>
              <a:defRPr sz="2133"/>
            </a:lvl1pPr>
            <a:lvl2pPr>
              <a:defRPr sz="2133"/>
            </a:lvl2pPr>
            <a:lvl3pPr>
              <a:defRPr sz="2133"/>
            </a:lvl3pPr>
            <a:lvl4pPr>
              <a:defRPr sz="2133"/>
            </a:lvl4pPr>
            <a:lvl5pPr>
              <a:defRPr sz="2133"/>
            </a:lvl5pPr>
          </a:lstStyle>
          <a:p>
            <a:pPr lvl="0"/>
            <a:r>
              <a:rPr lang="en-US" dirty="0"/>
              <a:t>Body text</a:t>
            </a:r>
          </a:p>
        </p:txBody>
      </p:sp>
      <p:sp>
        <p:nvSpPr>
          <p:cNvPr id="27" name="TextBox 26"/>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10" name="Rectangle 9">
            <a:extLst>
              <a:ext uri="{FF2B5EF4-FFF2-40B4-BE49-F238E27FC236}">
                <a16:creationId xmlns:a16="http://schemas.microsoft.com/office/drawing/2014/main" id="{8A832604-F597-CE4C-9045-0EDB4883F306}"/>
              </a:ext>
            </a:extLst>
          </p:cNvPr>
          <p:cNvSpPr/>
          <p:nvPr userDrawn="1"/>
        </p:nvSpPr>
        <p:spPr>
          <a:xfrm>
            <a:off x="0" y="0"/>
            <a:ext cx="4302269"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8" name="Text Placeholder 7">
            <a:extLst>
              <a:ext uri="{FF2B5EF4-FFF2-40B4-BE49-F238E27FC236}">
                <a16:creationId xmlns:a16="http://schemas.microsoft.com/office/drawing/2014/main" id="{CA23820E-162D-E444-AE76-C4AF2F45B95A}"/>
              </a:ext>
            </a:extLst>
          </p:cNvPr>
          <p:cNvSpPr>
            <a:spLocks noGrp="1"/>
          </p:cNvSpPr>
          <p:nvPr>
            <p:ph type="body" sz="quarter" idx="51" hasCustomPrompt="1"/>
          </p:nvPr>
        </p:nvSpPr>
        <p:spPr>
          <a:xfrm>
            <a:off x="496313" y="674158"/>
            <a:ext cx="3377076" cy="1462617"/>
          </a:xfrm>
        </p:spPr>
        <p:txBody>
          <a:bodyPr lIns="0" tIns="0" rIns="0" bIns="0">
            <a:noAutofit/>
          </a:bodyPr>
          <a:lstStyle>
            <a:lvl1pPr marL="0" indent="0">
              <a:spcBef>
                <a:spcPts val="0"/>
              </a:spcBef>
              <a:buNone/>
              <a:defRPr sz="3200" b="1">
                <a:solidFill>
                  <a:schemeClr val="bg1"/>
                </a:solidFill>
              </a:defRPr>
            </a:lvl1pPr>
          </a:lstStyle>
          <a:p>
            <a:pPr lvl="0"/>
            <a:r>
              <a:rPr lang="en-US" dirty="0"/>
              <a:t>Large important text</a:t>
            </a:r>
          </a:p>
        </p:txBody>
      </p:sp>
      <p:sp>
        <p:nvSpPr>
          <p:cNvPr id="13" name="Text Placeholder 7">
            <a:extLst>
              <a:ext uri="{FF2B5EF4-FFF2-40B4-BE49-F238E27FC236}">
                <a16:creationId xmlns:a16="http://schemas.microsoft.com/office/drawing/2014/main" id="{A8889CC1-1B54-4447-A72C-33A5302A87A9}"/>
              </a:ext>
            </a:extLst>
          </p:cNvPr>
          <p:cNvSpPr>
            <a:spLocks noGrp="1"/>
          </p:cNvSpPr>
          <p:nvPr>
            <p:ph type="body" sz="quarter" idx="52" hasCustomPrompt="1"/>
          </p:nvPr>
        </p:nvSpPr>
        <p:spPr>
          <a:xfrm>
            <a:off x="496313" y="4754570"/>
            <a:ext cx="3377076" cy="1462617"/>
          </a:xfrm>
        </p:spPr>
        <p:txBody>
          <a:bodyPr lIns="0" tIns="0" rIns="0" bIns="0" anchor="b">
            <a:noAutofit/>
          </a:bodyPr>
          <a:lstStyle>
            <a:lvl1pPr marL="0" indent="0">
              <a:buNone/>
              <a:defRPr sz="2400" b="0">
                <a:solidFill>
                  <a:schemeClr val="bg1"/>
                </a:solidFill>
              </a:defRPr>
            </a:lvl1pPr>
          </a:lstStyle>
          <a:p>
            <a:pPr lvl="0"/>
            <a:r>
              <a:rPr lang="en-US" dirty="0"/>
              <a:t>Supporting text</a:t>
            </a:r>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8948928"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dirty="0">
                <a:solidFill>
                  <a:schemeClr val="tx1"/>
                </a:solidFill>
              </a:rPr>
              <a:t>NREL</a:t>
            </a:r>
            <a:r>
              <a:rPr lang="en-US" sz="1067" baseline="0" dirty="0">
                <a:solidFill>
                  <a:schemeClr val="tx1"/>
                </a:solidFill>
              </a:rPr>
              <a:t>    </a:t>
            </a:r>
            <a:r>
              <a:rPr lang="en-US" sz="1067" dirty="0">
                <a:solidFill>
                  <a:schemeClr val="tx1"/>
                </a:solidFill>
              </a:rPr>
              <a:t>|    </a:t>
            </a:r>
            <a:fld id="{BFD71CF8-5198-8441-A7C0-DC22FD64CBE4}" type="slidenum">
              <a:rPr lang="en-US" sz="1067">
                <a:solidFill>
                  <a:schemeClr val="tx1"/>
                </a:solidFill>
              </a:rPr>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dirty="0">
              <a:solidFill>
                <a:schemeClr val="tx1"/>
              </a:solidFill>
            </a:endParaRPr>
          </a:p>
        </p:txBody>
      </p:sp>
    </p:spTree>
    <p:extLst>
      <p:ext uri="{BB962C8B-B14F-4D97-AF65-F5344CB8AC3E}">
        <p14:creationId xmlns:p14="http://schemas.microsoft.com/office/powerpoint/2010/main" val="51739568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3_Content Slide - Vertical Blue/photo/text">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2694E0F-43B5-0F46-B097-5F1C5C7C3C69}"/>
              </a:ext>
            </a:extLst>
          </p:cNvPr>
          <p:cNvSpPr>
            <a:spLocks noGrp="1"/>
          </p:cNvSpPr>
          <p:nvPr>
            <p:ph type="pic" sz="quarter" idx="53" hasCustomPrompt="1"/>
          </p:nvPr>
        </p:nvSpPr>
        <p:spPr>
          <a:xfrm>
            <a:off x="1999488" y="0"/>
            <a:ext cx="10192513" cy="3429000"/>
          </a:xfrm>
          <a:solidFill>
            <a:schemeClr val="bg1"/>
          </a:solidFill>
        </p:spPr>
        <p:txBody>
          <a:bodyPr/>
          <a:lstStyle>
            <a:lvl1pPr marL="0" indent="0" algn="ctr">
              <a:buNone/>
              <a:defRPr/>
            </a:lvl1pPr>
          </a:lstStyle>
          <a:p>
            <a:r>
              <a:rPr lang="en-US" dirty="0"/>
              <a:t>Insert Photo or Graphic</a:t>
            </a:r>
          </a:p>
        </p:txBody>
      </p:sp>
      <p:sp>
        <p:nvSpPr>
          <p:cNvPr id="4" name="Text Placeholder 3">
            <a:extLst>
              <a:ext uri="{FF2B5EF4-FFF2-40B4-BE49-F238E27FC236}">
                <a16:creationId xmlns:a16="http://schemas.microsoft.com/office/drawing/2014/main" id="{EAE79B0C-B592-1249-A48F-44050F3F4380}"/>
              </a:ext>
            </a:extLst>
          </p:cNvPr>
          <p:cNvSpPr>
            <a:spLocks noGrp="1"/>
          </p:cNvSpPr>
          <p:nvPr>
            <p:ph type="body" sz="quarter" idx="54" hasCustomPrompt="1"/>
          </p:nvPr>
        </p:nvSpPr>
        <p:spPr>
          <a:xfrm>
            <a:off x="1999488" y="3429000"/>
            <a:ext cx="10192513" cy="3429000"/>
          </a:xfrm>
          <a:solidFill>
            <a:schemeClr val="bg1">
              <a:lumMod val="95000"/>
            </a:schemeClr>
          </a:solidFill>
          <a:effectLst/>
        </p:spPr>
        <p:txBody>
          <a:bodyPr lIns="365760" tIns="365760" rIns="365760" bIns="640080">
            <a:noAutofit/>
          </a:bodyPr>
          <a:lstStyle>
            <a:lvl1pPr marL="0" indent="0">
              <a:buNone/>
              <a:defRPr sz="2133"/>
            </a:lvl1pPr>
            <a:lvl2pPr>
              <a:defRPr sz="2133"/>
            </a:lvl2pPr>
            <a:lvl3pPr>
              <a:defRPr sz="2133"/>
            </a:lvl3pPr>
            <a:lvl4pPr>
              <a:defRPr sz="2133"/>
            </a:lvl4pPr>
            <a:lvl5pPr>
              <a:defRPr sz="2133"/>
            </a:lvl5pPr>
          </a:lstStyle>
          <a:p>
            <a:pPr lvl="0"/>
            <a:r>
              <a:rPr lang="en-US" dirty="0"/>
              <a:t>Body text</a:t>
            </a:r>
          </a:p>
        </p:txBody>
      </p:sp>
      <p:sp>
        <p:nvSpPr>
          <p:cNvPr id="27" name="TextBox 26"/>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8948928"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dirty="0">
                <a:solidFill>
                  <a:schemeClr val="tx1"/>
                </a:solidFill>
              </a:rPr>
              <a:t>NREL</a:t>
            </a:r>
            <a:r>
              <a:rPr lang="en-US" sz="1067" baseline="0" dirty="0">
                <a:solidFill>
                  <a:schemeClr val="tx1"/>
                </a:solidFill>
              </a:rPr>
              <a:t>    </a:t>
            </a:r>
            <a:r>
              <a:rPr lang="en-US" sz="1067" dirty="0">
                <a:solidFill>
                  <a:schemeClr val="tx1"/>
                </a:solidFill>
              </a:rPr>
              <a:t>|    </a:t>
            </a:r>
            <a:fld id="{BFD71CF8-5198-8441-A7C0-DC22FD64CBE4}" type="slidenum">
              <a:rPr lang="en-US" sz="1067">
                <a:solidFill>
                  <a:schemeClr val="tx1"/>
                </a:solidFill>
              </a:rPr>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dirty="0">
              <a:solidFill>
                <a:schemeClr val="tx1"/>
              </a:solidFill>
            </a:endParaRPr>
          </a:p>
        </p:txBody>
      </p:sp>
      <p:sp>
        <p:nvSpPr>
          <p:cNvPr id="11" name="Rectangle 10">
            <a:extLst>
              <a:ext uri="{FF2B5EF4-FFF2-40B4-BE49-F238E27FC236}">
                <a16:creationId xmlns:a16="http://schemas.microsoft.com/office/drawing/2014/main" id="{4ABA21AF-1C86-484E-8C81-8214908BC04B}"/>
              </a:ext>
            </a:extLst>
          </p:cNvPr>
          <p:cNvSpPr/>
          <p:nvPr userDrawn="1"/>
        </p:nvSpPr>
        <p:spPr>
          <a:xfrm>
            <a:off x="-1" y="0"/>
            <a:ext cx="1999488"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2" name="Text Placeholder 7">
            <a:extLst>
              <a:ext uri="{FF2B5EF4-FFF2-40B4-BE49-F238E27FC236}">
                <a16:creationId xmlns:a16="http://schemas.microsoft.com/office/drawing/2014/main" id="{F6D85388-BAE4-4F43-AA76-E25591032497}"/>
              </a:ext>
            </a:extLst>
          </p:cNvPr>
          <p:cNvSpPr>
            <a:spLocks noGrp="1"/>
          </p:cNvSpPr>
          <p:nvPr>
            <p:ph type="body" sz="quarter" idx="51" hasCustomPrompt="1"/>
          </p:nvPr>
        </p:nvSpPr>
        <p:spPr>
          <a:xfrm>
            <a:off x="381398" y="674158"/>
            <a:ext cx="1314559" cy="1462617"/>
          </a:xfrm>
        </p:spPr>
        <p:txBody>
          <a:bodyPr lIns="0" tIns="0" rIns="0" bIns="0">
            <a:noAutofit/>
          </a:bodyPr>
          <a:lstStyle>
            <a:lvl1pPr marL="0" indent="0">
              <a:spcBef>
                <a:spcPts val="0"/>
              </a:spcBef>
              <a:buNone/>
              <a:defRPr sz="2400" b="0">
                <a:solidFill>
                  <a:schemeClr val="bg1"/>
                </a:solidFill>
              </a:defRPr>
            </a:lvl1pPr>
          </a:lstStyle>
          <a:p>
            <a:pPr lvl="0"/>
            <a:r>
              <a:rPr lang="en-US" dirty="0"/>
              <a:t>text</a:t>
            </a:r>
          </a:p>
        </p:txBody>
      </p:sp>
    </p:spTree>
    <p:extLst>
      <p:ext uri="{BB962C8B-B14F-4D97-AF65-F5344CB8AC3E}">
        <p14:creationId xmlns:p14="http://schemas.microsoft.com/office/powerpoint/2010/main" val="34976333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5_Content Slide - Vertical Blue/photo/text">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2694E0F-43B5-0F46-B097-5F1C5C7C3C69}"/>
              </a:ext>
            </a:extLst>
          </p:cNvPr>
          <p:cNvSpPr>
            <a:spLocks noGrp="1"/>
          </p:cNvSpPr>
          <p:nvPr>
            <p:ph type="pic" sz="quarter" idx="53" hasCustomPrompt="1"/>
          </p:nvPr>
        </p:nvSpPr>
        <p:spPr>
          <a:xfrm>
            <a:off x="999744" y="0"/>
            <a:ext cx="11192257" cy="3429000"/>
          </a:xfrm>
          <a:solidFill>
            <a:schemeClr val="bg1"/>
          </a:solidFill>
        </p:spPr>
        <p:txBody>
          <a:bodyPr/>
          <a:lstStyle>
            <a:lvl1pPr marL="0" indent="0" algn="ctr">
              <a:buNone/>
              <a:defRPr/>
            </a:lvl1pPr>
          </a:lstStyle>
          <a:p>
            <a:r>
              <a:rPr lang="en-US" dirty="0"/>
              <a:t>Insert Photo or Graphic</a:t>
            </a:r>
          </a:p>
        </p:txBody>
      </p:sp>
      <p:sp>
        <p:nvSpPr>
          <p:cNvPr id="4" name="Text Placeholder 3">
            <a:extLst>
              <a:ext uri="{FF2B5EF4-FFF2-40B4-BE49-F238E27FC236}">
                <a16:creationId xmlns:a16="http://schemas.microsoft.com/office/drawing/2014/main" id="{EAE79B0C-B592-1249-A48F-44050F3F4380}"/>
              </a:ext>
            </a:extLst>
          </p:cNvPr>
          <p:cNvSpPr>
            <a:spLocks noGrp="1"/>
          </p:cNvSpPr>
          <p:nvPr>
            <p:ph type="body" sz="quarter" idx="54" hasCustomPrompt="1"/>
          </p:nvPr>
        </p:nvSpPr>
        <p:spPr>
          <a:xfrm>
            <a:off x="999744" y="3429000"/>
            <a:ext cx="11192257" cy="3429000"/>
          </a:xfrm>
          <a:solidFill>
            <a:schemeClr val="bg1">
              <a:lumMod val="95000"/>
            </a:schemeClr>
          </a:solidFill>
          <a:effectLst/>
        </p:spPr>
        <p:txBody>
          <a:bodyPr lIns="365760" tIns="365760" rIns="365760" bIns="640080">
            <a:noAutofit/>
          </a:bodyPr>
          <a:lstStyle>
            <a:lvl1pPr marL="0" indent="0">
              <a:buNone/>
              <a:defRPr sz="2133"/>
            </a:lvl1pPr>
            <a:lvl2pPr>
              <a:defRPr sz="2133"/>
            </a:lvl2pPr>
            <a:lvl3pPr>
              <a:defRPr sz="2133"/>
            </a:lvl3pPr>
            <a:lvl4pPr>
              <a:defRPr sz="2133"/>
            </a:lvl4pPr>
            <a:lvl5pPr>
              <a:defRPr sz="2133"/>
            </a:lvl5pPr>
          </a:lstStyle>
          <a:p>
            <a:pPr lvl="0"/>
            <a:r>
              <a:rPr lang="en-US" dirty="0"/>
              <a:t>Body text</a:t>
            </a:r>
          </a:p>
        </p:txBody>
      </p:sp>
      <p:sp>
        <p:nvSpPr>
          <p:cNvPr id="27" name="TextBox 26"/>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8948928"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dirty="0">
                <a:solidFill>
                  <a:schemeClr val="tx1"/>
                </a:solidFill>
              </a:rPr>
              <a:t>NREL</a:t>
            </a:r>
            <a:r>
              <a:rPr lang="en-US" sz="1067" baseline="0" dirty="0">
                <a:solidFill>
                  <a:schemeClr val="tx1"/>
                </a:solidFill>
              </a:rPr>
              <a:t>    </a:t>
            </a:r>
            <a:r>
              <a:rPr lang="en-US" sz="1067" dirty="0">
                <a:solidFill>
                  <a:schemeClr val="tx1"/>
                </a:solidFill>
              </a:rPr>
              <a:t>|    </a:t>
            </a:r>
            <a:fld id="{BFD71CF8-5198-8441-A7C0-DC22FD64CBE4}" type="slidenum">
              <a:rPr lang="en-US" sz="1067">
                <a:solidFill>
                  <a:schemeClr val="tx1"/>
                </a:solidFill>
              </a:rPr>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dirty="0">
              <a:solidFill>
                <a:schemeClr val="tx1"/>
              </a:solidFill>
            </a:endParaRPr>
          </a:p>
        </p:txBody>
      </p:sp>
      <p:sp>
        <p:nvSpPr>
          <p:cNvPr id="8" name="Rectangle 7">
            <a:extLst>
              <a:ext uri="{FF2B5EF4-FFF2-40B4-BE49-F238E27FC236}">
                <a16:creationId xmlns:a16="http://schemas.microsoft.com/office/drawing/2014/main" id="{199804E5-74BF-BD47-85E5-EA49688872F8}"/>
              </a:ext>
            </a:extLst>
          </p:cNvPr>
          <p:cNvSpPr/>
          <p:nvPr userDrawn="1"/>
        </p:nvSpPr>
        <p:spPr>
          <a:xfrm>
            <a:off x="-1" y="0"/>
            <a:ext cx="999744"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344081039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2_Content Slide - Vertical Blue/photo/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AE79B0C-B592-1249-A48F-44050F3F4380}"/>
              </a:ext>
            </a:extLst>
          </p:cNvPr>
          <p:cNvSpPr>
            <a:spLocks noGrp="1"/>
          </p:cNvSpPr>
          <p:nvPr>
            <p:ph type="body" sz="quarter" idx="54" hasCustomPrompt="1"/>
          </p:nvPr>
        </p:nvSpPr>
        <p:spPr>
          <a:xfrm>
            <a:off x="4302269" y="3429000"/>
            <a:ext cx="7889731" cy="3429000"/>
          </a:xfrm>
          <a:solidFill>
            <a:schemeClr val="bg1">
              <a:lumMod val="95000"/>
            </a:schemeClr>
          </a:solidFill>
          <a:effectLst/>
        </p:spPr>
        <p:txBody>
          <a:bodyPr lIns="365760" tIns="365760" rIns="365760" bIns="640080">
            <a:noAutofit/>
          </a:bodyPr>
          <a:lstStyle>
            <a:lvl1pPr marL="0" indent="0">
              <a:buNone/>
              <a:defRPr sz="2133"/>
            </a:lvl1pPr>
            <a:lvl2pPr>
              <a:defRPr sz="2133"/>
            </a:lvl2pPr>
            <a:lvl3pPr>
              <a:defRPr sz="2133"/>
            </a:lvl3pPr>
            <a:lvl4pPr>
              <a:defRPr sz="2133"/>
            </a:lvl4pPr>
            <a:lvl5pPr>
              <a:defRPr sz="2133"/>
            </a:lvl5pPr>
          </a:lstStyle>
          <a:p>
            <a:pPr lvl="0"/>
            <a:r>
              <a:rPr lang="en-US" dirty="0"/>
              <a:t>Body text</a:t>
            </a:r>
          </a:p>
        </p:txBody>
      </p:sp>
      <p:sp>
        <p:nvSpPr>
          <p:cNvPr id="27" name="TextBox 26"/>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10" name="Rectangle 9">
            <a:extLst>
              <a:ext uri="{FF2B5EF4-FFF2-40B4-BE49-F238E27FC236}">
                <a16:creationId xmlns:a16="http://schemas.microsoft.com/office/drawing/2014/main" id="{8A832604-F597-CE4C-9045-0EDB4883F306}"/>
              </a:ext>
            </a:extLst>
          </p:cNvPr>
          <p:cNvSpPr/>
          <p:nvPr userDrawn="1"/>
        </p:nvSpPr>
        <p:spPr>
          <a:xfrm>
            <a:off x="0" y="0"/>
            <a:ext cx="4302269"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8" name="Text Placeholder 7">
            <a:extLst>
              <a:ext uri="{FF2B5EF4-FFF2-40B4-BE49-F238E27FC236}">
                <a16:creationId xmlns:a16="http://schemas.microsoft.com/office/drawing/2014/main" id="{CA23820E-162D-E444-AE76-C4AF2F45B95A}"/>
              </a:ext>
            </a:extLst>
          </p:cNvPr>
          <p:cNvSpPr>
            <a:spLocks noGrp="1"/>
          </p:cNvSpPr>
          <p:nvPr>
            <p:ph type="body" sz="quarter" idx="51" hasCustomPrompt="1"/>
          </p:nvPr>
        </p:nvSpPr>
        <p:spPr>
          <a:xfrm>
            <a:off x="496313" y="674158"/>
            <a:ext cx="3377076" cy="1462617"/>
          </a:xfrm>
        </p:spPr>
        <p:txBody>
          <a:bodyPr lIns="0" tIns="0" rIns="0" bIns="0">
            <a:noAutofit/>
          </a:bodyPr>
          <a:lstStyle>
            <a:lvl1pPr marL="0" indent="0">
              <a:spcBef>
                <a:spcPts val="0"/>
              </a:spcBef>
              <a:buNone/>
              <a:defRPr sz="3200" b="1">
                <a:solidFill>
                  <a:schemeClr val="bg1"/>
                </a:solidFill>
              </a:defRPr>
            </a:lvl1pPr>
          </a:lstStyle>
          <a:p>
            <a:pPr lvl="0"/>
            <a:r>
              <a:rPr lang="en-US" dirty="0"/>
              <a:t>Large important text</a:t>
            </a:r>
          </a:p>
        </p:txBody>
      </p:sp>
      <p:sp>
        <p:nvSpPr>
          <p:cNvPr id="13" name="Text Placeholder 7">
            <a:extLst>
              <a:ext uri="{FF2B5EF4-FFF2-40B4-BE49-F238E27FC236}">
                <a16:creationId xmlns:a16="http://schemas.microsoft.com/office/drawing/2014/main" id="{A8889CC1-1B54-4447-A72C-33A5302A87A9}"/>
              </a:ext>
            </a:extLst>
          </p:cNvPr>
          <p:cNvSpPr>
            <a:spLocks noGrp="1"/>
          </p:cNvSpPr>
          <p:nvPr>
            <p:ph type="body" sz="quarter" idx="52" hasCustomPrompt="1"/>
          </p:nvPr>
        </p:nvSpPr>
        <p:spPr>
          <a:xfrm>
            <a:off x="496313" y="4754570"/>
            <a:ext cx="3377076" cy="1462617"/>
          </a:xfrm>
        </p:spPr>
        <p:txBody>
          <a:bodyPr lIns="0" tIns="0" rIns="0" bIns="0" anchor="b">
            <a:noAutofit/>
          </a:bodyPr>
          <a:lstStyle>
            <a:lvl1pPr marL="0" indent="0">
              <a:buNone/>
              <a:defRPr sz="2400" b="0">
                <a:solidFill>
                  <a:schemeClr val="bg1"/>
                </a:solidFill>
              </a:defRPr>
            </a:lvl1pPr>
          </a:lstStyle>
          <a:p>
            <a:pPr lvl="0"/>
            <a:r>
              <a:rPr lang="en-US" dirty="0"/>
              <a:t>Supporting text</a:t>
            </a:r>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8948928"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dirty="0">
                <a:solidFill>
                  <a:schemeClr val="tx1"/>
                </a:solidFill>
              </a:rPr>
              <a:t>NREL</a:t>
            </a:r>
            <a:r>
              <a:rPr lang="en-US" sz="1067" baseline="0" dirty="0">
                <a:solidFill>
                  <a:schemeClr val="tx1"/>
                </a:solidFill>
              </a:rPr>
              <a:t>    </a:t>
            </a:r>
            <a:r>
              <a:rPr lang="en-US" sz="1067" dirty="0">
                <a:solidFill>
                  <a:schemeClr val="tx1"/>
                </a:solidFill>
              </a:rPr>
              <a:t>|    </a:t>
            </a:r>
            <a:fld id="{BFD71CF8-5198-8441-A7C0-DC22FD64CBE4}" type="slidenum">
              <a:rPr lang="en-US" sz="1067">
                <a:solidFill>
                  <a:schemeClr val="tx1"/>
                </a:solidFill>
              </a:rPr>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dirty="0">
              <a:solidFill>
                <a:schemeClr val="tx1"/>
              </a:solidFill>
            </a:endParaRPr>
          </a:p>
        </p:txBody>
      </p:sp>
      <p:sp>
        <p:nvSpPr>
          <p:cNvPr id="11" name="Text Placeholder 7">
            <a:extLst>
              <a:ext uri="{FF2B5EF4-FFF2-40B4-BE49-F238E27FC236}">
                <a16:creationId xmlns:a16="http://schemas.microsoft.com/office/drawing/2014/main" id="{E09C1F55-AA2F-B448-AD00-1949AE58B945}"/>
              </a:ext>
            </a:extLst>
          </p:cNvPr>
          <p:cNvSpPr>
            <a:spLocks noGrp="1"/>
          </p:cNvSpPr>
          <p:nvPr>
            <p:ph type="body" sz="quarter" idx="53" hasCustomPrompt="1"/>
          </p:nvPr>
        </p:nvSpPr>
        <p:spPr>
          <a:xfrm>
            <a:off x="4865295" y="674157"/>
            <a:ext cx="6189939" cy="1462617"/>
          </a:xfrm>
        </p:spPr>
        <p:txBody>
          <a:bodyPr lIns="0" tIns="73152" rIns="0" bIns="0">
            <a:noAutofit/>
          </a:bodyPr>
          <a:lstStyle>
            <a:lvl1pPr marL="0" indent="0">
              <a:buNone/>
              <a:defRPr sz="2667" b="0">
                <a:solidFill>
                  <a:schemeClr val="tx1"/>
                </a:solidFill>
              </a:defRPr>
            </a:lvl1pPr>
          </a:lstStyle>
          <a:p>
            <a:pPr lvl="0"/>
            <a:r>
              <a:rPr lang="en-US" dirty="0"/>
              <a:t>Supporting body text</a:t>
            </a:r>
          </a:p>
        </p:txBody>
      </p:sp>
    </p:spTree>
    <p:extLst>
      <p:ext uri="{BB962C8B-B14F-4D97-AF65-F5344CB8AC3E}">
        <p14:creationId xmlns:p14="http://schemas.microsoft.com/office/powerpoint/2010/main" val="200586579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4_Content Slide - Vertical Blue/photo/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AE79B0C-B592-1249-A48F-44050F3F4380}"/>
              </a:ext>
            </a:extLst>
          </p:cNvPr>
          <p:cNvSpPr>
            <a:spLocks noGrp="1"/>
          </p:cNvSpPr>
          <p:nvPr>
            <p:ph type="body" sz="quarter" idx="54" hasCustomPrompt="1"/>
          </p:nvPr>
        </p:nvSpPr>
        <p:spPr>
          <a:xfrm>
            <a:off x="1999486" y="3429000"/>
            <a:ext cx="10192513" cy="3429000"/>
          </a:xfrm>
          <a:solidFill>
            <a:schemeClr val="bg1">
              <a:lumMod val="95000"/>
            </a:schemeClr>
          </a:solidFill>
          <a:effectLst/>
        </p:spPr>
        <p:txBody>
          <a:bodyPr lIns="365760" tIns="365760" rIns="365760" bIns="640080">
            <a:noAutofit/>
          </a:bodyPr>
          <a:lstStyle>
            <a:lvl1pPr marL="0" indent="0">
              <a:buNone/>
              <a:defRPr sz="2133"/>
            </a:lvl1pPr>
            <a:lvl2pPr>
              <a:defRPr sz="2133"/>
            </a:lvl2pPr>
            <a:lvl3pPr>
              <a:defRPr sz="2133"/>
            </a:lvl3pPr>
            <a:lvl4pPr>
              <a:defRPr sz="2133"/>
            </a:lvl4pPr>
            <a:lvl5pPr>
              <a:defRPr sz="2133"/>
            </a:lvl5pPr>
          </a:lstStyle>
          <a:p>
            <a:pPr lvl="0"/>
            <a:r>
              <a:rPr lang="en-US" dirty="0"/>
              <a:t>Body text</a:t>
            </a:r>
          </a:p>
        </p:txBody>
      </p:sp>
      <p:sp>
        <p:nvSpPr>
          <p:cNvPr id="27" name="TextBox 26"/>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8948928"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dirty="0">
                <a:solidFill>
                  <a:schemeClr val="tx1"/>
                </a:solidFill>
              </a:rPr>
              <a:t>NREL</a:t>
            </a:r>
            <a:r>
              <a:rPr lang="en-US" sz="1067" baseline="0" dirty="0">
                <a:solidFill>
                  <a:schemeClr val="tx1"/>
                </a:solidFill>
              </a:rPr>
              <a:t>    </a:t>
            </a:r>
            <a:r>
              <a:rPr lang="en-US" sz="1067" dirty="0">
                <a:solidFill>
                  <a:schemeClr val="tx1"/>
                </a:solidFill>
              </a:rPr>
              <a:t>|    </a:t>
            </a:r>
            <a:fld id="{BFD71CF8-5198-8441-A7C0-DC22FD64CBE4}" type="slidenum">
              <a:rPr lang="en-US" sz="1067">
                <a:solidFill>
                  <a:schemeClr val="tx1"/>
                </a:solidFill>
              </a:rPr>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dirty="0">
              <a:solidFill>
                <a:schemeClr val="tx1"/>
              </a:solidFill>
            </a:endParaRPr>
          </a:p>
        </p:txBody>
      </p:sp>
      <p:sp>
        <p:nvSpPr>
          <p:cNvPr id="11" name="Text Placeholder 7">
            <a:extLst>
              <a:ext uri="{FF2B5EF4-FFF2-40B4-BE49-F238E27FC236}">
                <a16:creationId xmlns:a16="http://schemas.microsoft.com/office/drawing/2014/main" id="{E09C1F55-AA2F-B448-AD00-1949AE58B945}"/>
              </a:ext>
            </a:extLst>
          </p:cNvPr>
          <p:cNvSpPr>
            <a:spLocks noGrp="1"/>
          </p:cNvSpPr>
          <p:nvPr>
            <p:ph type="body" sz="quarter" idx="53" hasCustomPrompt="1"/>
          </p:nvPr>
        </p:nvSpPr>
        <p:spPr>
          <a:xfrm>
            <a:off x="2562512" y="674157"/>
            <a:ext cx="6189939" cy="1462617"/>
          </a:xfrm>
        </p:spPr>
        <p:txBody>
          <a:bodyPr lIns="0" tIns="73152" rIns="0" bIns="0">
            <a:noAutofit/>
          </a:bodyPr>
          <a:lstStyle>
            <a:lvl1pPr marL="0" indent="0">
              <a:buNone/>
              <a:defRPr sz="2667" b="0">
                <a:solidFill>
                  <a:schemeClr val="tx1"/>
                </a:solidFill>
              </a:defRPr>
            </a:lvl1pPr>
          </a:lstStyle>
          <a:p>
            <a:pPr lvl="0"/>
            <a:r>
              <a:rPr lang="en-US" dirty="0"/>
              <a:t>Supporting body text</a:t>
            </a:r>
          </a:p>
        </p:txBody>
      </p:sp>
      <p:sp>
        <p:nvSpPr>
          <p:cNvPr id="12" name="Rectangle 11">
            <a:extLst>
              <a:ext uri="{FF2B5EF4-FFF2-40B4-BE49-F238E27FC236}">
                <a16:creationId xmlns:a16="http://schemas.microsoft.com/office/drawing/2014/main" id="{8FAAD8C3-A811-7F49-ABE6-460F673A0377}"/>
              </a:ext>
            </a:extLst>
          </p:cNvPr>
          <p:cNvSpPr/>
          <p:nvPr userDrawn="1"/>
        </p:nvSpPr>
        <p:spPr>
          <a:xfrm>
            <a:off x="-1" y="0"/>
            <a:ext cx="1999488"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4" name="Text Placeholder 7">
            <a:extLst>
              <a:ext uri="{FF2B5EF4-FFF2-40B4-BE49-F238E27FC236}">
                <a16:creationId xmlns:a16="http://schemas.microsoft.com/office/drawing/2014/main" id="{0B0CD720-AECF-2546-AD56-838BD33350C3}"/>
              </a:ext>
            </a:extLst>
          </p:cNvPr>
          <p:cNvSpPr>
            <a:spLocks noGrp="1"/>
          </p:cNvSpPr>
          <p:nvPr>
            <p:ph type="body" sz="quarter" idx="51" hasCustomPrompt="1"/>
          </p:nvPr>
        </p:nvSpPr>
        <p:spPr>
          <a:xfrm>
            <a:off x="381398" y="674158"/>
            <a:ext cx="1314559" cy="1462617"/>
          </a:xfrm>
        </p:spPr>
        <p:txBody>
          <a:bodyPr lIns="0" tIns="0" rIns="0" bIns="0">
            <a:noAutofit/>
          </a:bodyPr>
          <a:lstStyle>
            <a:lvl1pPr marL="0" indent="0">
              <a:spcBef>
                <a:spcPts val="0"/>
              </a:spcBef>
              <a:buNone/>
              <a:defRPr sz="2400" b="0">
                <a:solidFill>
                  <a:schemeClr val="bg1"/>
                </a:solidFill>
              </a:defRPr>
            </a:lvl1pPr>
          </a:lstStyle>
          <a:p>
            <a:pPr lvl="0"/>
            <a:r>
              <a:rPr lang="en-US" dirty="0"/>
              <a:t>text</a:t>
            </a:r>
          </a:p>
        </p:txBody>
      </p:sp>
    </p:spTree>
    <p:extLst>
      <p:ext uri="{BB962C8B-B14F-4D97-AF65-F5344CB8AC3E}">
        <p14:creationId xmlns:p14="http://schemas.microsoft.com/office/powerpoint/2010/main" val="375556841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6_Content Slide - Vertical Blue/photo/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AE79B0C-B592-1249-A48F-44050F3F4380}"/>
              </a:ext>
            </a:extLst>
          </p:cNvPr>
          <p:cNvSpPr>
            <a:spLocks noGrp="1"/>
          </p:cNvSpPr>
          <p:nvPr>
            <p:ph type="body" sz="quarter" idx="54" hasCustomPrompt="1"/>
          </p:nvPr>
        </p:nvSpPr>
        <p:spPr>
          <a:xfrm>
            <a:off x="999744" y="3429000"/>
            <a:ext cx="11192257" cy="3429000"/>
          </a:xfrm>
          <a:solidFill>
            <a:schemeClr val="bg1">
              <a:lumMod val="95000"/>
            </a:schemeClr>
          </a:solidFill>
          <a:effectLst/>
        </p:spPr>
        <p:txBody>
          <a:bodyPr lIns="365760" tIns="365760" rIns="365760" bIns="640080">
            <a:noAutofit/>
          </a:bodyPr>
          <a:lstStyle>
            <a:lvl1pPr marL="0" indent="0">
              <a:buNone/>
              <a:defRPr sz="2133"/>
            </a:lvl1pPr>
            <a:lvl2pPr>
              <a:defRPr sz="2133"/>
            </a:lvl2pPr>
            <a:lvl3pPr>
              <a:defRPr sz="2133"/>
            </a:lvl3pPr>
            <a:lvl4pPr>
              <a:defRPr sz="2133"/>
            </a:lvl4pPr>
            <a:lvl5pPr>
              <a:defRPr sz="2133"/>
            </a:lvl5pPr>
          </a:lstStyle>
          <a:p>
            <a:pPr lvl="0"/>
            <a:r>
              <a:rPr lang="en-US" dirty="0"/>
              <a:t>Body text</a:t>
            </a:r>
          </a:p>
        </p:txBody>
      </p:sp>
      <p:sp>
        <p:nvSpPr>
          <p:cNvPr id="27" name="TextBox 26"/>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8948928"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dirty="0">
                <a:solidFill>
                  <a:schemeClr val="tx1"/>
                </a:solidFill>
              </a:rPr>
              <a:t>NREL</a:t>
            </a:r>
            <a:r>
              <a:rPr lang="en-US" sz="1067" baseline="0" dirty="0">
                <a:solidFill>
                  <a:schemeClr val="tx1"/>
                </a:solidFill>
              </a:rPr>
              <a:t>    </a:t>
            </a:r>
            <a:r>
              <a:rPr lang="en-US" sz="1067" dirty="0">
                <a:solidFill>
                  <a:schemeClr val="tx1"/>
                </a:solidFill>
              </a:rPr>
              <a:t>|    </a:t>
            </a:r>
            <a:fld id="{BFD71CF8-5198-8441-A7C0-DC22FD64CBE4}" type="slidenum">
              <a:rPr lang="en-US" sz="1067">
                <a:solidFill>
                  <a:schemeClr val="tx1"/>
                </a:solidFill>
              </a:rPr>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dirty="0">
              <a:solidFill>
                <a:schemeClr val="tx1"/>
              </a:solidFill>
            </a:endParaRPr>
          </a:p>
        </p:txBody>
      </p:sp>
      <p:sp>
        <p:nvSpPr>
          <p:cNvPr id="11" name="Text Placeholder 7">
            <a:extLst>
              <a:ext uri="{FF2B5EF4-FFF2-40B4-BE49-F238E27FC236}">
                <a16:creationId xmlns:a16="http://schemas.microsoft.com/office/drawing/2014/main" id="{E09C1F55-AA2F-B448-AD00-1949AE58B945}"/>
              </a:ext>
            </a:extLst>
          </p:cNvPr>
          <p:cNvSpPr>
            <a:spLocks noGrp="1"/>
          </p:cNvSpPr>
          <p:nvPr>
            <p:ph type="body" sz="quarter" idx="53" hasCustomPrompt="1"/>
          </p:nvPr>
        </p:nvSpPr>
        <p:spPr>
          <a:xfrm>
            <a:off x="1562769" y="674157"/>
            <a:ext cx="6189939" cy="1462617"/>
          </a:xfrm>
        </p:spPr>
        <p:txBody>
          <a:bodyPr lIns="0" tIns="73152" rIns="0" bIns="0">
            <a:noAutofit/>
          </a:bodyPr>
          <a:lstStyle>
            <a:lvl1pPr marL="0" indent="0">
              <a:buNone/>
              <a:defRPr sz="2667" b="0">
                <a:solidFill>
                  <a:schemeClr val="tx1"/>
                </a:solidFill>
              </a:defRPr>
            </a:lvl1pPr>
          </a:lstStyle>
          <a:p>
            <a:pPr lvl="0"/>
            <a:r>
              <a:rPr lang="en-US" dirty="0"/>
              <a:t>Supporting body text</a:t>
            </a:r>
          </a:p>
        </p:txBody>
      </p:sp>
      <p:sp>
        <p:nvSpPr>
          <p:cNvPr id="8" name="Rectangle 7">
            <a:extLst>
              <a:ext uri="{FF2B5EF4-FFF2-40B4-BE49-F238E27FC236}">
                <a16:creationId xmlns:a16="http://schemas.microsoft.com/office/drawing/2014/main" id="{D9F44E30-1CE7-304C-AF61-09BD499EEA25}"/>
              </a:ext>
            </a:extLst>
          </p:cNvPr>
          <p:cNvSpPr/>
          <p:nvPr userDrawn="1"/>
        </p:nvSpPr>
        <p:spPr>
          <a:xfrm>
            <a:off x="-1" y="0"/>
            <a:ext cx="999744"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98092428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Photo Slide - Multipl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Photo Slide</a:t>
            </a:r>
          </a:p>
        </p:txBody>
      </p:sp>
      <p:sp>
        <p:nvSpPr>
          <p:cNvPr id="3" name="Picture Placeholder 2"/>
          <p:cNvSpPr>
            <a:spLocks noGrp="1"/>
          </p:cNvSpPr>
          <p:nvPr>
            <p:ph type="pic" sz="quarter" idx="21" hasCustomPrompt="1"/>
          </p:nvPr>
        </p:nvSpPr>
        <p:spPr>
          <a:xfrm>
            <a:off x="609600" y="1855841"/>
            <a:ext cx="5497435" cy="3389856"/>
          </a:xfrm>
          <a:prstGeom prst="rect">
            <a:avLst/>
          </a:prstGeom>
          <a:solidFill>
            <a:schemeClr val="bg1">
              <a:lumMod val="85000"/>
            </a:schemeClr>
          </a:solidFill>
        </p:spPr>
        <p:txBody>
          <a:bodyPr vert="horz"/>
          <a:lstStyle>
            <a:lvl1pPr marL="0" marR="0" indent="0" algn="l" defTabSz="609585" rtl="0" eaLnBrk="1" fontAlgn="auto" latinLnBrk="0" hangingPunct="1">
              <a:lnSpc>
                <a:spcPct val="100000"/>
              </a:lnSpc>
              <a:spcBef>
                <a:spcPct val="20000"/>
              </a:spcBef>
              <a:spcAft>
                <a:spcPts val="0"/>
              </a:spcAft>
              <a:buClrTx/>
              <a:buSzTx/>
              <a:buFont typeface="Arial"/>
              <a:buNone/>
              <a:tabLst/>
              <a:defRPr sz="1600"/>
            </a:lvl1pPr>
          </a:lstStyle>
          <a:p>
            <a:r>
              <a:rPr lang="en-US"/>
              <a:t>Insert Photo</a:t>
            </a:r>
          </a:p>
        </p:txBody>
      </p:sp>
      <p:sp>
        <p:nvSpPr>
          <p:cNvPr id="4" name="Text Placeholder 27"/>
          <p:cNvSpPr>
            <a:spLocks noGrp="1"/>
          </p:cNvSpPr>
          <p:nvPr>
            <p:ph type="body" sz="quarter" idx="20" hasCustomPrompt="1"/>
          </p:nvPr>
        </p:nvSpPr>
        <p:spPr>
          <a:xfrm>
            <a:off x="609600" y="5454634"/>
            <a:ext cx="5497435" cy="969684"/>
          </a:xfrm>
          <a:prstGeom prst="rect">
            <a:avLst/>
          </a:prstGeom>
        </p:spPr>
        <p:txBody>
          <a:bodyPr vert="horz" lIns="0" tIns="0" rIns="0" bIns="0" anchor="t" anchorCtr="0"/>
          <a:lstStyle>
            <a:lvl1pPr marL="0" indent="0">
              <a:spcBef>
                <a:spcPts val="1333"/>
              </a:spcBef>
              <a:buFont typeface="Arial"/>
              <a:buNone/>
              <a:defRPr sz="2400" baseline="0"/>
            </a:lvl1pPr>
          </a:lstStyle>
          <a:p>
            <a:pPr lvl="0"/>
            <a:r>
              <a:rPr lang="en-US"/>
              <a:t>Description of the photo/image</a:t>
            </a:r>
          </a:p>
        </p:txBody>
      </p:sp>
      <p:sp>
        <p:nvSpPr>
          <p:cNvPr id="6" name="Picture Placeholder 2"/>
          <p:cNvSpPr>
            <a:spLocks noGrp="1"/>
          </p:cNvSpPr>
          <p:nvPr>
            <p:ph type="pic" sz="quarter" idx="22" hasCustomPrompt="1"/>
          </p:nvPr>
        </p:nvSpPr>
        <p:spPr>
          <a:xfrm>
            <a:off x="6433744" y="243840"/>
            <a:ext cx="5162664" cy="2794016"/>
          </a:xfrm>
          <a:prstGeom prst="rect">
            <a:avLst/>
          </a:prstGeom>
          <a:solidFill>
            <a:schemeClr val="bg1">
              <a:lumMod val="85000"/>
            </a:schemeClr>
          </a:solidFill>
        </p:spPr>
        <p:txBody>
          <a:bodyPr vert="horz"/>
          <a:lstStyle>
            <a:lvl1pPr marL="0" marR="0" indent="0" algn="l" defTabSz="609585" rtl="0" eaLnBrk="1" fontAlgn="auto" latinLnBrk="0" hangingPunct="1">
              <a:lnSpc>
                <a:spcPct val="100000"/>
              </a:lnSpc>
              <a:spcBef>
                <a:spcPct val="20000"/>
              </a:spcBef>
              <a:spcAft>
                <a:spcPts val="0"/>
              </a:spcAft>
              <a:buClrTx/>
              <a:buSzTx/>
              <a:buFont typeface="Arial"/>
              <a:buNone/>
              <a:tabLst/>
              <a:defRPr sz="1600"/>
            </a:lvl1pPr>
          </a:lstStyle>
          <a:p>
            <a:r>
              <a:rPr lang="en-US"/>
              <a:t>Insert Photo</a:t>
            </a:r>
          </a:p>
        </p:txBody>
      </p:sp>
      <p:sp>
        <p:nvSpPr>
          <p:cNvPr id="7" name="Picture Placeholder 2"/>
          <p:cNvSpPr>
            <a:spLocks noGrp="1"/>
          </p:cNvSpPr>
          <p:nvPr>
            <p:ph type="pic" sz="quarter" idx="23" hasCustomPrompt="1"/>
          </p:nvPr>
        </p:nvSpPr>
        <p:spPr>
          <a:xfrm>
            <a:off x="6433744" y="3306596"/>
            <a:ext cx="5162664" cy="3117721"/>
          </a:xfrm>
          <a:prstGeom prst="rect">
            <a:avLst/>
          </a:prstGeom>
          <a:solidFill>
            <a:schemeClr val="bg1">
              <a:lumMod val="85000"/>
            </a:schemeClr>
          </a:solidFill>
        </p:spPr>
        <p:txBody>
          <a:bodyPr vert="horz"/>
          <a:lstStyle>
            <a:lvl1pPr marL="0" marR="0" indent="0" algn="l" defTabSz="609585" rtl="0" eaLnBrk="1" fontAlgn="auto" latinLnBrk="0" hangingPunct="1">
              <a:lnSpc>
                <a:spcPct val="100000"/>
              </a:lnSpc>
              <a:spcBef>
                <a:spcPct val="20000"/>
              </a:spcBef>
              <a:spcAft>
                <a:spcPts val="0"/>
              </a:spcAft>
              <a:buClrTx/>
              <a:buSzTx/>
              <a:buFont typeface="Arial"/>
              <a:buNone/>
              <a:tabLst/>
              <a:defRPr sz="1600"/>
            </a:lvl1pPr>
          </a:lstStyle>
          <a:p>
            <a:r>
              <a:rPr lang="en-US"/>
              <a:t>Insert Photo</a:t>
            </a:r>
          </a:p>
        </p:txBody>
      </p:sp>
      <p:sp>
        <p:nvSpPr>
          <p:cNvPr id="8" name="TextBox 7"/>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14671949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_End Slid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4897552" y="547061"/>
            <a:ext cx="6141829" cy="1797768"/>
          </a:xfrm>
        </p:spPr>
        <p:txBody>
          <a:bodyPr anchor="b" anchorCtr="0">
            <a:noAutofit/>
          </a:bodyPr>
          <a:lstStyle>
            <a:lvl1pPr marL="0" indent="0">
              <a:buNone/>
              <a:defRPr sz="5333" baseline="0"/>
            </a:lvl1pPr>
          </a:lstStyle>
          <a:p>
            <a:pPr lvl="0"/>
            <a:r>
              <a:rPr lang="en-US" dirty="0"/>
              <a:t>Q&amp;A or Thank You</a:t>
            </a:r>
          </a:p>
        </p:txBody>
      </p:sp>
      <p:cxnSp>
        <p:nvCxnSpPr>
          <p:cNvPr id="4" name="Straight Connector 3"/>
          <p:cNvCxnSpPr/>
          <p:nvPr userDrawn="1"/>
        </p:nvCxnSpPr>
        <p:spPr>
          <a:xfrm>
            <a:off x="4988864" y="2585416"/>
            <a:ext cx="6607545"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4897428" y="3451089"/>
            <a:ext cx="6142709" cy="448208"/>
          </a:xfrm>
        </p:spPr>
        <p:txBody>
          <a:bodyPr>
            <a:noAutofit/>
          </a:bodyPr>
          <a:lstStyle>
            <a:lvl1pPr marL="0" indent="0">
              <a:spcBef>
                <a:spcPts val="533"/>
              </a:spcBef>
              <a:buNone/>
              <a:defRPr sz="1333"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Publication Number</a:t>
            </a:r>
          </a:p>
        </p:txBody>
      </p:sp>
      <p:sp>
        <p:nvSpPr>
          <p:cNvPr id="9" name="TextBox 8"/>
          <p:cNvSpPr txBox="1"/>
          <p:nvPr userDrawn="1"/>
        </p:nvSpPr>
        <p:spPr>
          <a:xfrm>
            <a:off x="4897557" y="2759470"/>
            <a:ext cx="2822223" cy="471813"/>
          </a:xfrm>
          <a:prstGeom prst="rect">
            <a:avLst/>
          </a:prstGeom>
          <a:solidFill>
            <a:srgbClr val="FFFFFF">
              <a:alpha val="59000"/>
            </a:srgbClr>
          </a:solidFill>
        </p:spPr>
        <p:txBody>
          <a:bodyPr wrap="square" lIns="0" tIns="0" rIns="0" bIns="0" rtlCol="0" anchor="ctr">
            <a:noAutofit/>
          </a:bodyPr>
          <a:lstStyle/>
          <a:p>
            <a:pPr algn="l">
              <a:spcBef>
                <a:spcPts val="1600"/>
              </a:spcBef>
              <a:spcAft>
                <a:spcPts val="800"/>
              </a:spcAft>
            </a:pPr>
            <a:r>
              <a:rPr lang="en-US" sz="2400" b="1" dirty="0">
                <a:solidFill>
                  <a:srgbClr val="333333"/>
                </a:solidFill>
              </a:rPr>
              <a:t>  www.nrel.gov</a:t>
            </a:r>
          </a:p>
        </p:txBody>
      </p:sp>
      <p:pic>
        <p:nvPicPr>
          <p:cNvPr id="6" name="Graphic 5">
            <a:extLst>
              <a:ext uri="{FF2B5EF4-FFF2-40B4-BE49-F238E27FC236}">
                <a16:creationId xmlns:a16="http://schemas.microsoft.com/office/drawing/2014/main" id="{BF13A443-B9EC-D845-B6D9-AB36EFFEC75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150360" y="5350933"/>
            <a:ext cx="3217333" cy="1507067"/>
          </a:xfrm>
          <a:prstGeom prst="rect">
            <a:avLst/>
          </a:prstGeom>
        </p:spPr>
      </p:pic>
    </p:spTree>
    <p:extLst>
      <p:ext uri="{BB962C8B-B14F-4D97-AF65-F5344CB8AC3E}">
        <p14:creationId xmlns:p14="http://schemas.microsoft.com/office/powerpoint/2010/main" val="102909052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4897552" y="547061"/>
            <a:ext cx="6141829" cy="1797768"/>
          </a:xfrm>
        </p:spPr>
        <p:txBody>
          <a:bodyPr anchor="b" anchorCtr="0">
            <a:noAutofit/>
          </a:bodyPr>
          <a:lstStyle>
            <a:lvl1pPr marL="0" indent="0">
              <a:buNone/>
              <a:defRPr sz="5333" baseline="0"/>
            </a:lvl1pPr>
          </a:lstStyle>
          <a:p>
            <a:pPr lvl="0"/>
            <a:r>
              <a:rPr lang="en-US" dirty="0"/>
              <a:t>Q&amp;A or Thank You</a:t>
            </a:r>
          </a:p>
        </p:txBody>
      </p:sp>
      <p:cxnSp>
        <p:nvCxnSpPr>
          <p:cNvPr id="4" name="Straight Connector 3"/>
          <p:cNvCxnSpPr/>
          <p:nvPr userDrawn="1"/>
        </p:nvCxnSpPr>
        <p:spPr>
          <a:xfrm>
            <a:off x="4988864" y="2585416"/>
            <a:ext cx="6607545"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4897428" y="3451089"/>
            <a:ext cx="6142709" cy="448208"/>
          </a:xfrm>
        </p:spPr>
        <p:txBody>
          <a:bodyPr>
            <a:noAutofit/>
          </a:bodyPr>
          <a:lstStyle>
            <a:lvl1pPr marL="0" indent="0">
              <a:spcBef>
                <a:spcPts val="533"/>
              </a:spcBef>
              <a:buNone/>
              <a:defRPr sz="1333"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Publication Number</a:t>
            </a:r>
          </a:p>
        </p:txBody>
      </p:sp>
      <p:sp>
        <p:nvSpPr>
          <p:cNvPr id="9" name="TextBox 8"/>
          <p:cNvSpPr txBox="1"/>
          <p:nvPr userDrawn="1"/>
        </p:nvSpPr>
        <p:spPr>
          <a:xfrm>
            <a:off x="4897557" y="2759470"/>
            <a:ext cx="2822223" cy="471813"/>
          </a:xfrm>
          <a:prstGeom prst="rect">
            <a:avLst/>
          </a:prstGeom>
          <a:solidFill>
            <a:srgbClr val="FFFFFF">
              <a:alpha val="59000"/>
            </a:srgbClr>
          </a:solidFill>
        </p:spPr>
        <p:txBody>
          <a:bodyPr wrap="square" lIns="0" tIns="0" rIns="0" bIns="0" rtlCol="0" anchor="ctr">
            <a:noAutofit/>
          </a:bodyPr>
          <a:lstStyle/>
          <a:p>
            <a:pPr algn="l">
              <a:spcBef>
                <a:spcPts val="1600"/>
              </a:spcBef>
              <a:spcAft>
                <a:spcPts val="800"/>
              </a:spcAft>
            </a:pPr>
            <a:r>
              <a:rPr lang="en-US" sz="2400" b="1" dirty="0">
                <a:solidFill>
                  <a:srgbClr val="333333"/>
                </a:solidFill>
              </a:rPr>
              <a:t>  www.nrel.gov</a:t>
            </a:r>
          </a:p>
        </p:txBody>
      </p:sp>
      <p:pic>
        <p:nvPicPr>
          <p:cNvPr id="6" name="Graphic 5">
            <a:extLst>
              <a:ext uri="{FF2B5EF4-FFF2-40B4-BE49-F238E27FC236}">
                <a16:creationId xmlns:a16="http://schemas.microsoft.com/office/drawing/2014/main" id="{BF13A443-B9EC-D845-B6D9-AB36EFFEC75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150360" y="5350933"/>
            <a:ext cx="3217333" cy="1507067"/>
          </a:xfrm>
          <a:prstGeom prst="rect">
            <a:avLst/>
          </a:prstGeom>
        </p:spPr>
      </p:pic>
      <p:sp>
        <p:nvSpPr>
          <p:cNvPr id="7" name="TextBox 6">
            <a:extLst>
              <a:ext uri="{FF2B5EF4-FFF2-40B4-BE49-F238E27FC236}">
                <a16:creationId xmlns:a16="http://schemas.microsoft.com/office/drawing/2014/main" id="{4D25D62E-9C80-6549-866A-CF8A873BF3DE}"/>
              </a:ext>
            </a:extLst>
          </p:cNvPr>
          <p:cNvSpPr txBox="1"/>
          <p:nvPr userDrawn="1"/>
        </p:nvSpPr>
        <p:spPr>
          <a:xfrm>
            <a:off x="143727" y="5113983"/>
            <a:ext cx="7440927" cy="1569660"/>
          </a:xfrm>
          <a:prstGeom prst="rect">
            <a:avLst/>
          </a:prstGeom>
          <a:noFill/>
        </p:spPr>
        <p:txBody>
          <a:bodyPr wrap="square" rtlCol="0">
            <a:spAutoFit/>
          </a:bodyPr>
          <a:lstStyle/>
          <a:p>
            <a:r>
              <a:rPr lang="en-US" sz="1200" dirty="0"/>
              <a:t>This work was authored </a:t>
            </a:r>
            <a:r>
              <a:rPr lang="en-US" sz="1200" dirty="0">
                <a:solidFill>
                  <a:srgbClr val="FF0000"/>
                </a:solidFill>
              </a:rPr>
              <a:t>[in part]</a:t>
            </a:r>
            <a:r>
              <a:rPr lang="en-US" sz="1200" dirty="0"/>
              <a:t> by the National Renewable Energy Laboratory, operated by Alliance for Sustainable Energy, LLC, for the U.S. Department of Energy (DOE) under Contract No. DE-AC36-08GO28308. Funding provided by </a:t>
            </a:r>
            <a:r>
              <a:rPr lang="en-US" sz="1200" dirty="0">
                <a:solidFill>
                  <a:srgbClr val="FF0000"/>
                </a:solidFill>
              </a:rPr>
              <a:t>[applicable Department of Energy office and program office, e.g., U.S. Department of Energy Office of Energy Efficiency and Renewable Energy Solar Energy Technologies Office (spell out full office names; do not use initialisms/acronyms)]</a:t>
            </a:r>
            <a:r>
              <a:rPr lang="en-US" sz="1200" dirty="0"/>
              <a:t>. The views expressed in the article do not necessarily represent the views of the DOE or the U.S. Government. The U.S. Government retains and the publisher, by accepting the article for publication, acknowledges that the U.S. Government retains a nonexclusive, paid-up, irrevocable, worldwide license to publish or reproduce the published form of this work, or allow others to do so, for U.S. Government purposes.</a:t>
            </a:r>
            <a:endParaRPr lang="en-US" sz="1200" dirty="0">
              <a:solidFill>
                <a:schemeClr val="tx1"/>
              </a:solidFill>
            </a:endParaRPr>
          </a:p>
        </p:txBody>
      </p:sp>
      <p:grpSp>
        <p:nvGrpSpPr>
          <p:cNvPr id="8" name="Group 7">
            <a:extLst>
              <a:ext uri="{FF2B5EF4-FFF2-40B4-BE49-F238E27FC236}">
                <a16:creationId xmlns:a16="http://schemas.microsoft.com/office/drawing/2014/main" id="{EF1042E9-C103-A54C-BB93-07B4BA47A9A6}"/>
              </a:ext>
            </a:extLst>
          </p:cNvPr>
          <p:cNvGrpSpPr/>
          <p:nvPr userDrawn="1"/>
        </p:nvGrpSpPr>
        <p:grpSpPr>
          <a:xfrm>
            <a:off x="1547053" y="3897782"/>
            <a:ext cx="1601320" cy="1188749"/>
            <a:chOff x="2576623" y="33912667"/>
            <a:chExt cx="2971800" cy="2206133"/>
          </a:xfrm>
        </p:grpSpPr>
        <p:sp>
          <p:nvSpPr>
            <p:cNvPr id="10" name="Rounded Rectangular Callout 9">
              <a:extLst>
                <a:ext uri="{FF2B5EF4-FFF2-40B4-BE49-F238E27FC236}">
                  <a16:creationId xmlns:a16="http://schemas.microsoft.com/office/drawing/2014/main" id="{E992B2AE-3F65-9F4A-9CF6-9647603DC89A}"/>
                </a:ext>
              </a:extLst>
            </p:cNvPr>
            <p:cNvSpPr/>
            <p:nvPr/>
          </p:nvSpPr>
          <p:spPr bwMode="auto">
            <a:xfrm>
              <a:off x="2576623" y="33912667"/>
              <a:ext cx="2971800" cy="2206133"/>
            </a:xfrm>
            <a:prstGeom prst="wedgeRoundRectCallout">
              <a:avLst/>
            </a:prstGeom>
            <a:solidFill>
              <a:schemeClr val="bg1"/>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1219170" rtl="0" eaLnBrk="0" fontAlgn="base" latinLnBrk="0" hangingPunct="0">
                <a:lnSpc>
                  <a:spcPct val="100000"/>
                </a:lnSpc>
                <a:spcBef>
                  <a:spcPct val="0"/>
                </a:spcBef>
                <a:spcAft>
                  <a:spcPct val="0"/>
                </a:spcAft>
                <a:buClrTx/>
                <a:buSzTx/>
                <a:buFontTx/>
                <a:buNone/>
                <a:tabLst/>
              </a:pPr>
              <a:endParaRPr kumimoji="0" lang="en-US" sz="32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endParaRPr>
            </a:p>
          </p:txBody>
        </p:sp>
        <p:sp>
          <p:nvSpPr>
            <p:cNvPr id="11" name="TextBox 10">
              <a:extLst>
                <a:ext uri="{FF2B5EF4-FFF2-40B4-BE49-F238E27FC236}">
                  <a16:creationId xmlns:a16="http://schemas.microsoft.com/office/drawing/2014/main" id="{50095912-C565-554A-B23A-0162EEF02886}"/>
                </a:ext>
              </a:extLst>
            </p:cNvPr>
            <p:cNvSpPr txBox="1"/>
            <p:nvPr/>
          </p:nvSpPr>
          <p:spPr>
            <a:xfrm>
              <a:off x="2662703" y="34195674"/>
              <a:ext cx="2885720" cy="1732001"/>
            </a:xfrm>
            <a:prstGeom prst="rect">
              <a:avLst/>
            </a:prstGeom>
            <a:noFill/>
          </p:spPr>
          <p:txBody>
            <a:bodyPr wrap="square" rtlCol="0">
              <a:spAutoFit/>
            </a:bodyPr>
            <a:lstStyle/>
            <a:p>
              <a:r>
                <a:rPr lang="en-US" sz="1333" dirty="0">
                  <a:solidFill>
                    <a:srgbClr val="FF0000"/>
                  </a:solidFill>
                </a:rPr>
                <a:t>Insert the words “in part” if this work includes </a:t>
              </a:r>
              <a:br>
                <a:rPr lang="en-US" sz="1333" dirty="0">
                  <a:solidFill>
                    <a:srgbClr val="FF0000"/>
                  </a:solidFill>
                </a:rPr>
              </a:br>
              <a:r>
                <a:rPr lang="en-US" sz="1333" dirty="0">
                  <a:solidFill>
                    <a:srgbClr val="FF0000"/>
                  </a:solidFill>
                </a:rPr>
                <a:t>non-NREL authors.</a:t>
              </a:r>
            </a:p>
            <a:p>
              <a:pPr algn="l"/>
              <a:r>
                <a:rPr lang="en-US" sz="133" dirty="0">
                  <a:solidFill>
                    <a:srgbClr val="FF0000"/>
                  </a:solidFill>
                </a:rPr>
                <a:t>.</a:t>
              </a:r>
            </a:p>
          </p:txBody>
        </p:sp>
      </p:grpSp>
      <p:grpSp>
        <p:nvGrpSpPr>
          <p:cNvPr id="12" name="Group 11">
            <a:extLst>
              <a:ext uri="{FF2B5EF4-FFF2-40B4-BE49-F238E27FC236}">
                <a16:creationId xmlns:a16="http://schemas.microsoft.com/office/drawing/2014/main" id="{459BF0D5-6437-5C45-BCE8-E796DD25A9F5}"/>
              </a:ext>
            </a:extLst>
          </p:cNvPr>
          <p:cNvGrpSpPr/>
          <p:nvPr userDrawn="1"/>
        </p:nvGrpSpPr>
        <p:grpSpPr>
          <a:xfrm>
            <a:off x="4551699" y="3781039"/>
            <a:ext cx="3088339" cy="1621140"/>
            <a:chOff x="-183051" y="33227554"/>
            <a:chExt cx="5731474" cy="3039310"/>
          </a:xfrm>
          <a:solidFill>
            <a:schemeClr val="bg1">
              <a:alpha val="38000"/>
            </a:schemeClr>
          </a:solidFill>
        </p:grpSpPr>
        <p:sp>
          <p:nvSpPr>
            <p:cNvPr id="13" name="Rounded Rectangular Callout 12">
              <a:extLst>
                <a:ext uri="{FF2B5EF4-FFF2-40B4-BE49-F238E27FC236}">
                  <a16:creationId xmlns:a16="http://schemas.microsoft.com/office/drawing/2014/main" id="{993AE333-8181-7B4E-A36B-01F4F72B5AC8}"/>
                </a:ext>
              </a:extLst>
            </p:cNvPr>
            <p:cNvSpPr/>
            <p:nvPr/>
          </p:nvSpPr>
          <p:spPr bwMode="auto">
            <a:xfrm>
              <a:off x="-183051" y="33227554"/>
              <a:ext cx="5731474" cy="3039310"/>
            </a:xfrm>
            <a:prstGeom prst="wedgeRoundRectCallout">
              <a:avLst/>
            </a:prstGeom>
            <a:solidFill>
              <a:schemeClr val="bg1">
                <a:alpha val="81000"/>
              </a:schemeClr>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1219170" rtl="0" eaLnBrk="0" fontAlgn="base" latinLnBrk="0" hangingPunct="0">
                <a:lnSpc>
                  <a:spcPct val="100000"/>
                </a:lnSpc>
                <a:spcBef>
                  <a:spcPct val="0"/>
                </a:spcBef>
                <a:spcAft>
                  <a:spcPct val="0"/>
                </a:spcAft>
                <a:buClrTx/>
                <a:buSzTx/>
                <a:buFontTx/>
                <a:buNone/>
                <a:tabLst/>
              </a:pPr>
              <a:endParaRPr kumimoji="0" lang="en-US" sz="32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endParaRPr>
            </a:p>
          </p:txBody>
        </p:sp>
        <p:sp>
          <p:nvSpPr>
            <p:cNvPr id="14" name="TextBox 13">
              <a:extLst>
                <a:ext uri="{FF2B5EF4-FFF2-40B4-BE49-F238E27FC236}">
                  <a16:creationId xmlns:a16="http://schemas.microsoft.com/office/drawing/2014/main" id="{BFE1391B-DFC1-8D43-9278-AEF2B02003B1}"/>
                </a:ext>
              </a:extLst>
            </p:cNvPr>
            <p:cNvSpPr txBox="1"/>
            <p:nvPr/>
          </p:nvSpPr>
          <p:spPr>
            <a:xfrm>
              <a:off x="29150" y="33394988"/>
              <a:ext cx="5307072" cy="2596586"/>
            </a:xfrm>
            <a:prstGeom prst="rect">
              <a:avLst/>
            </a:prstGeom>
            <a:grpFill/>
          </p:spPr>
          <p:txBody>
            <a:bodyPr wrap="square" rtlCol="0">
              <a:spAutoFit/>
            </a:bodyPr>
            <a:lstStyle/>
            <a:p>
              <a:r>
                <a:rPr lang="en-US" sz="1200" dirty="0">
                  <a:solidFill>
                    <a:srgbClr val="FF0000"/>
                  </a:solidFill>
                </a:rPr>
                <a:t>Edit the red bracketed text as appropriate with the applicable DOE office(s) and program office(s) that sponsored the work and/or add other funding as needed.  For non-EERE funding, see </a:t>
              </a:r>
              <a:r>
                <a:rPr lang="en-US" sz="1200" u="sng" dirty="0">
                  <a:solidFill>
                    <a:srgbClr val="FF0000"/>
                  </a:solidFill>
                  <a:hlinkClick r:id="rId4"/>
                </a:rPr>
                <a:t>https://thesource.nrel.gov/publishing/disclaimers.html</a:t>
              </a:r>
              <a:endParaRPr lang="en-US" sz="267" i="0" dirty="0">
                <a:solidFill>
                  <a:srgbClr val="FF0000"/>
                </a:solidFill>
              </a:endParaRPr>
            </a:p>
          </p:txBody>
        </p:sp>
      </p:grpSp>
    </p:spTree>
    <p:extLst>
      <p:ext uri="{BB962C8B-B14F-4D97-AF65-F5344CB8AC3E}">
        <p14:creationId xmlns:p14="http://schemas.microsoft.com/office/powerpoint/2010/main" val="263100004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8B3CE-7D05-BF03-41EF-121D4B6E879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88A50A0-625B-986B-461D-56EC57B5731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316666-D4F8-BB76-56EB-FF8B5DD5706A}"/>
              </a:ext>
            </a:extLst>
          </p:cNvPr>
          <p:cNvSpPr>
            <a:spLocks noGrp="1"/>
          </p:cNvSpPr>
          <p:nvPr>
            <p:ph type="dt" sz="half" idx="10"/>
          </p:nvPr>
        </p:nvSpPr>
        <p:spPr/>
        <p:txBody>
          <a:bodyPr/>
          <a:lstStyle/>
          <a:p>
            <a:fld id="{D2A55204-52B8-418D-AE64-B45092147406}" type="datetimeFigureOut">
              <a:rPr lang="en-US" smtClean="0"/>
              <a:t>2025-11-06</a:t>
            </a:fld>
            <a:endParaRPr lang="en-US"/>
          </a:p>
        </p:txBody>
      </p:sp>
      <p:sp>
        <p:nvSpPr>
          <p:cNvPr id="5" name="Footer Placeholder 4">
            <a:extLst>
              <a:ext uri="{FF2B5EF4-FFF2-40B4-BE49-F238E27FC236}">
                <a16:creationId xmlns:a16="http://schemas.microsoft.com/office/drawing/2014/main" id="{8A6565CA-12B2-D0B9-1C6F-AB37009C1F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FE6C34-A7BA-8B75-46CF-B4B6140989E6}"/>
              </a:ext>
            </a:extLst>
          </p:cNvPr>
          <p:cNvSpPr>
            <a:spLocks noGrp="1"/>
          </p:cNvSpPr>
          <p:nvPr>
            <p:ph type="sldNum" sz="quarter" idx="12"/>
          </p:nvPr>
        </p:nvSpPr>
        <p:spPr/>
        <p:txBody>
          <a:bodyPr/>
          <a:lstStyle/>
          <a:p>
            <a:fld id="{E1A4E52A-8701-4F4B-B775-FA6C4787349C}" type="slidenum">
              <a:rPr lang="en-US" smtClean="0"/>
              <a:t>‹#›</a:t>
            </a:fld>
            <a:endParaRPr lang="en-US"/>
          </a:p>
        </p:txBody>
      </p:sp>
    </p:spTree>
    <p:extLst>
      <p:ext uri="{BB962C8B-B14F-4D97-AF65-F5344CB8AC3E}">
        <p14:creationId xmlns:p14="http://schemas.microsoft.com/office/powerpoint/2010/main" val="42391066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5.xml"/><Relationship Id="rId18" Type="http://schemas.openxmlformats.org/officeDocument/2006/relationships/slideLayout" Target="../slideLayouts/slideLayout30.xml"/><Relationship Id="rId26" Type="http://schemas.openxmlformats.org/officeDocument/2006/relationships/slideLayout" Target="../slideLayouts/slideLayout38.xml"/><Relationship Id="rId39" Type="http://schemas.openxmlformats.org/officeDocument/2006/relationships/slideLayout" Target="../slideLayouts/slideLayout51.xml"/><Relationship Id="rId3" Type="http://schemas.openxmlformats.org/officeDocument/2006/relationships/slideLayout" Target="../slideLayouts/slideLayout15.xml"/><Relationship Id="rId21" Type="http://schemas.openxmlformats.org/officeDocument/2006/relationships/slideLayout" Target="../slideLayouts/slideLayout33.xml"/><Relationship Id="rId34" Type="http://schemas.openxmlformats.org/officeDocument/2006/relationships/slideLayout" Target="../slideLayouts/slideLayout46.xml"/><Relationship Id="rId42" Type="http://schemas.openxmlformats.org/officeDocument/2006/relationships/slideLayout" Target="../slideLayouts/slideLayout54.xml"/><Relationship Id="rId47" Type="http://schemas.openxmlformats.org/officeDocument/2006/relationships/slideLayout" Target="../slideLayouts/slideLayout59.xml"/><Relationship Id="rId50" Type="http://schemas.openxmlformats.org/officeDocument/2006/relationships/slideLayout" Target="../slideLayouts/slideLayout62.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5" Type="http://schemas.openxmlformats.org/officeDocument/2006/relationships/slideLayout" Target="../slideLayouts/slideLayout37.xml"/><Relationship Id="rId33" Type="http://schemas.openxmlformats.org/officeDocument/2006/relationships/slideLayout" Target="../slideLayouts/slideLayout45.xml"/><Relationship Id="rId38" Type="http://schemas.openxmlformats.org/officeDocument/2006/relationships/slideLayout" Target="../slideLayouts/slideLayout50.xml"/><Relationship Id="rId46" Type="http://schemas.openxmlformats.org/officeDocument/2006/relationships/slideLayout" Target="../slideLayouts/slideLayout58.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20" Type="http://schemas.openxmlformats.org/officeDocument/2006/relationships/slideLayout" Target="../slideLayouts/slideLayout32.xml"/><Relationship Id="rId29" Type="http://schemas.openxmlformats.org/officeDocument/2006/relationships/slideLayout" Target="../slideLayouts/slideLayout41.xml"/><Relationship Id="rId41" Type="http://schemas.openxmlformats.org/officeDocument/2006/relationships/slideLayout" Target="../slideLayouts/slideLayout53.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24" Type="http://schemas.openxmlformats.org/officeDocument/2006/relationships/slideLayout" Target="../slideLayouts/slideLayout36.xml"/><Relationship Id="rId32" Type="http://schemas.openxmlformats.org/officeDocument/2006/relationships/slideLayout" Target="../slideLayouts/slideLayout44.xml"/><Relationship Id="rId37" Type="http://schemas.openxmlformats.org/officeDocument/2006/relationships/slideLayout" Target="../slideLayouts/slideLayout49.xml"/><Relationship Id="rId40" Type="http://schemas.openxmlformats.org/officeDocument/2006/relationships/slideLayout" Target="../slideLayouts/slideLayout52.xml"/><Relationship Id="rId45" Type="http://schemas.openxmlformats.org/officeDocument/2006/relationships/slideLayout" Target="../slideLayouts/slideLayout57.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23" Type="http://schemas.openxmlformats.org/officeDocument/2006/relationships/slideLayout" Target="../slideLayouts/slideLayout35.xml"/><Relationship Id="rId28" Type="http://schemas.openxmlformats.org/officeDocument/2006/relationships/slideLayout" Target="../slideLayouts/slideLayout40.xml"/><Relationship Id="rId36" Type="http://schemas.openxmlformats.org/officeDocument/2006/relationships/slideLayout" Target="../slideLayouts/slideLayout48.xml"/><Relationship Id="rId49" Type="http://schemas.openxmlformats.org/officeDocument/2006/relationships/slideLayout" Target="../slideLayouts/slideLayout61.xml"/><Relationship Id="rId10" Type="http://schemas.openxmlformats.org/officeDocument/2006/relationships/slideLayout" Target="../slideLayouts/slideLayout22.xml"/><Relationship Id="rId19" Type="http://schemas.openxmlformats.org/officeDocument/2006/relationships/slideLayout" Target="../slideLayouts/slideLayout31.xml"/><Relationship Id="rId31" Type="http://schemas.openxmlformats.org/officeDocument/2006/relationships/slideLayout" Target="../slideLayouts/slideLayout43.xml"/><Relationship Id="rId44" Type="http://schemas.openxmlformats.org/officeDocument/2006/relationships/slideLayout" Target="../slideLayouts/slideLayout56.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 Id="rId22" Type="http://schemas.openxmlformats.org/officeDocument/2006/relationships/slideLayout" Target="../slideLayouts/slideLayout34.xml"/><Relationship Id="rId27" Type="http://schemas.openxmlformats.org/officeDocument/2006/relationships/slideLayout" Target="../slideLayouts/slideLayout39.xml"/><Relationship Id="rId30" Type="http://schemas.openxmlformats.org/officeDocument/2006/relationships/slideLayout" Target="../slideLayouts/slideLayout42.xml"/><Relationship Id="rId35" Type="http://schemas.openxmlformats.org/officeDocument/2006/relationships/slideLayout" Target="../slideLayouts/slideLayout47.xml"/><Relationship Id="rId43" Type="http://schemas.openxmlformats.org/officeDocument/2006/relationships/slideLayout" Target="../slideLayouts/slideLayout55.xml"/><Relationship Id="rId48" Type="http://schemas.openxmlformats.org/officeDocument/2006/relationships/slideLayout" Target="../slideLayouts/slideLayout60.xml"/><Relationship Id="rId8" Type="http://schemas.openxmlformats.org/officeDocument/2006/relationships/slideLayout" Target="../slideLayouts/slideLayout20.xml"/><Relationship Id="rId5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A21EDD3-4F13-D89E-B7EB-25F5F554FBF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D3F0D09-A1AB-E56E-0D27-67AFE115E0D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33B10B-A481-2323-88B8-DA137882E7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75A27AC-BDD4-43B5-ADB0-8F68CE0D3246}" type="datetimeFigureOut">
              <a:rPr lang="en-US" smtClean="0"/>
              <a:t>2025-11-06</a:t>
            </a:fld>
            <a:endParaRPr lang="en-US"/>
          </a:p>
        </p:txBody>
      </p:sp>
      <p:sp>
        <p:nvSpPr>
          <p:cNvPr id="5" name="Footer Placeholder 4">
            <a:extLst>
              <a:ext uri="{FF2B5EF4-FFF2-40B4-BE49-F238E27FC236}">
                <a16:creationId xmlns:a16="http://schemas.microsoft.com/office/drawing/2014/main" id="{D7B2CF35-B8B4-B9DC-D4F6-5D0E18A78A3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C1DDD0A-8DAE-9502-C80D-12B1D1E2F48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5F0DA70-C44F-4B47-A11F-B721337FD6D8}" type="slidenum">
              <a:rPr lang="en-US" smtClean="0"/>
              <a:t>‹#›</a:t>
            </a:fld>
            <a:endParaRPr lang="en-US"/>
          </a:p>
        </p:txBody>
      </p:sp>
    </p:spTree>
    <p:extLst>
      <p:ext uri="{BB962C8B-B14F-4D97-AF65-F5344CB8AC3E}">
        <p14:creationId xmlns:p14="http://schemas.microsoft.com/office/powerpoint/2010/main" val="32593920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1"/>
            <a:ext cx="5497435" cy="1600201"/>
          </a:xfrm>
          <a:prstGeom prst="rect">
            <a:avLst/>
          </a:prstGeom>
          <a:solidFill>
            <a:schemeClr val="accent1"/>
          </a:solidFill>
        </p:spPr>
        <p:txBody>
          <a:bodyPr vert="horz" lIns="91440" tIns="45720" rIns="91440" bIns="45720" rtlCol="0" anchor="ctr">
            <a:noAutofit/>
          </a:bodyPr>
          <a:lstStyle/>
          <a:p>
            <a:r>
              <a:rPr lang="en-US"/>
              <a:t>Click to edit Master </a:t>
            </a:r>
            <a:br>
              <a:rPr lang="en-US"/>
            </a:br>
            <a:r>
              <a:rPr lang="en-US"/>
              <a:t>title style</a:t>
            </a:r>
          </a:p>
        </p:txBody>
      </p:sp>
      <p:sp>
        <p:nvSpPr>
          <p:cNvPr id="3" name="Text Placeholder 2"/>
          <p:cNvSpPr>
            <a:spLocks noGrp="1"/>
          </p:cNvSpPr>
          <p:nvPr>
            <p:ph type="body" idx="1"/>
          </p:nvPr>
        </p:nvSpPr>
        <p:spPr>
          <a:xfrm>
            <a:off x="609600" y="1773689"/>
            <a:ext cx="10972800" cy="4352475"/>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90769100"/>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 id="2147483680" r:id="rId18"/>
    <p:sldLayoutId id="2147483681" r:id="rId19"/>
    <p:sldLayoutId id="2147483682" r:id="rId20"/>
    <p:sldLayoutId id="2147483683" r:id="rId21"/>
    <p:sldLayoutId id="2147483684" r:id="rId22"/>
    <p:sldLayoutId id="2147483685" r:id="rId23"/>
    <p:sldLayoutId id="2147483686" r:id="rId24"/>
    <p:sldLayoutId id="2147483687" r:id="rId25"/>
    <p:sldLayoutId id="2147483688" r:id="rId26"/>
    <p:sldLayoutId id="2147483689" r:id="rId27"/>
    <p:sldLayoutId id="2147483690" r:id="rId28"/>
    <p:sldLayoutId id="2147483691" r:id="rId29"/>
    <p:sldLayoutId id="2147483692" r:id="rId30"/>
    <p:sldLayoutId id="2147483693" r:id="rId31"/>
    <p:sldLayoutId id="2147483694" r:id="rId32"/>
    <p:sldLayoutId id="2147483695" r:id="rId33"/>
    <p:sldLayoutId id="2147483696" r:id="rId34"/>
    <p:sldLayoutId id="2147483697" r:id="rId35"/>
    <p:sldLayoutId id="2147483698" r:id="rId36"/>
    <p:sldLayoutId id="2147483699" r:id="rId37"/>
    <p:sldLayoutId id="2147483700" r:id="rId38"/>
    <p:sldLayoutId id="2147483701" r:id="rId39"/>
    <p:sldLayoutId id="2147483702" r:id="rId40"/>
    <p:sldLayoutId id="2147483703" r:id="rId41"/>
    <p:sldLayoutId id="2147483704" r:id="rId42"/>
    <p:sldLayoutId id="2147483705" r:id="rId43"/>
    <p:sldLayoutId id="2147483706" r:id="rId44"/>
    <p:sldLayoutId id="2147483707" r:id="rId45"/>
    <p:sldLayoutId id="2147483708" r:id="rId46"/>
    <p:sldLayoutId id="2147483709" r:id="rId47"/>
    <p:sldLayoutId id="2147483710" r:id="rId48"/>
    <p:sldLayoutId id="2147483711" r:id="rId49"/>
    <p:sldLayoutId id="2147483712" r:id="rId50"/>
  </p:sldLayoutIdLst>
  <p:txStyles>
    <p:titleStyle>
      <a:lvl1pPr marL="0" algn="ctr" defTabSz="609585" rtl="0" eaLnBrk="1" latinLnBrk="0" hangingPunct="1">
        <a:lnSpc>
          <a:spcPts val="3733"/>
        </a:lnSpc>
        <a:spcBef>
          <a:spcPct val="0"/>
        </a:spcBef>
        <a:buNone/>
        <a:defRPr sz="4000" kern="1200" spc="0">
          <a:solidFill>
            <a:schemeClr val="bg1"/>
          </a:solidFill>
          <a:latin typeface="+mj-lt"/>
          <a:ea typeface="+mj-ea"/>
          <a:cs typeface="+mj-cs"/>
        </a:defRPr>
      </a:lvl1pPr>
    </p:titleStyle>
    <p:bodyStyle>
      <a:lvl1pPr marL="457189" indent="-457189" algn="l" defTabSz="609585" rtl="0" eaLnBrk="1" latinLnBrk="0" hangingPunct="1">
        <a:spcBef>
          <a:spcPct val="20000"/>
        </a:spcBef>
        <a:buFont typeface="Arial"/>
        <a:buChar char="•"/>
        <a:defRPr sz="3200"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200"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2933"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400"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19.xml"/><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9.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32.png"/><Relationship Id="rId18" Type="http://schemas.openxmlformats.org/officeDocument/2006/relationships/image" Target="../media/image37.png"/><Relationship Id="rId3" Type="http://schemas.openxmlformats.org/officeDocument/2006/relationships/image" Target="../media/image22.png"/><Relationship Id="rId21" Type="http://schemas.openxmlformats.org/officeDocument/2006/relationships/image" Target="../media/image40.png"/><Relationship Id="rId7" Type="http://schemas.openxmlformats.org/officeDocument/2006/relationships/image" Target="../media/image26.png"/><Relationship Id="rId12" Type="http://schemas.openxmlformats.org/officeDocument/2006/relationships/image" Target="../media/image31.png"/><Relationship Id="rId17" Type="http://schemas.openxmlformats.org/officeDocument/2006/relationships/image" Target="../media/image36.png"/><Relationship Id="rId2" Type="http://schemas.openxmlformats.org/officeDocument/2006/relationships/image" Target="../media/image13.png"/><Relationship Id="rId16" Type="http://schemas.openxmlformats.org/officeDocument/2006/relationships/image" Target="../media/image35.png"/><Relationship Id="rId20" Type="http://schemas.openxmlformats.org/officeDocument/2006/relationships/image" Target="../media/image39.png"/><Relationship Id="rId1" Type="http://schemas.openxmlformats.org/officeDocument/2006/relationships/slideLayout" Target="../slideLayouts/slideLayout19.xml"/><Relationship Id="rId6" Type="http://schemas.openxmlformats.org/officeDocument/2006/relationships/image" Target="../media/image25.png"/><Relationship Id="rId11" Type="http://schemas.openxmlformats.org/officeDocument/2006/relationships/image" Target="../media/image30.png"/><Relationship Id="rId5" Type="http://schemas.openxmlformats.org/officeDocument/2006/relationships/image" Target="../media/image24.png"/><Relationship Id="rId15" Type="http://schemas.openxmlformats.org/officeDocument/2006/relationships/image" Target="../media/image34.png"/><Relationship Id="rId10" Type="http://schemas.openxmlformats.org/officeDocument/2006/relationships/image" Target="../media/image29.png"/><Relationship Id="rId19" Type="http://schemas.openxmlformats.org/officeDocument/2006/relationships/image" Target="../media/image38.png"/><Relationship Id="rId4" Type="http://schemas.openxmlformats.org/officeDocument/2006/relationships/image" Target="../media/image23.png"/><Relationship Id="rId9" Type="http://schemas.openxmlformats.org/officeDocument/2006/relationships/image" Target="../media/image28.png"/><Relationship Id="rId14" Type="http://schemas.openxmlformats.org/officeDocument/2006/relationships/image" Target="../media/image33.png"/></Relationships>
</file>

<file path=ppt/slides/_rels/slide1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13.png"/><Relationship Id="rId1" Type="http://schemas.openxmlformats.org/officeDocument/2006/relationships/slideLayout" Target="../slideLayouts/slideLayout19.xml"/><Relationship Id="rId4" Type="http://schemas.openxmlformats.org/officeDocument/2006/relationships/image" Target="../media/image40.png"/></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21.png"/><Relationship Id="rId1" Type="http://schemas.openxmlformats.org/officeDocument/2006/relationships/slideLayout" Target="../slideLayouts/slideLayout19.xml"/><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2.xml"/><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302F92A-56E4-0C1C-6333-48237A5D662D}"/>
              </a:ext>
            </a:extLst>
          </p:cNvPr>
          <p:cNvSpPr>
            <a:spLocks noGrp="1"/>
          </p:cNvSpPr>
          <p:nvPr>
            <p:ph type="body" sz="quarter" idx="10"/>
          </p:nvPr>
        </p:nvSpPr>
        <p:spPr>
          <a:xfrm>
            <a:off x="4982633" y="2006435"/>
            <a:ext cx="7191331" cy="2405308"/>
          </a:xfrm>
        </p:spPr>
        <p:txBody>
          <a:bodyPr/>
          <a:lstStyle/>
          <a:p>
            <a:r>
              <a:rPr lang="en-US" dirty="0"/>
              <a:t>Application of regional survival curves to enhance modeling of used vehicle market and stock in TEMPO</a:t>
            </a:r>
          </a:p>
        </p:txBody>
      </p:sp>
      <p:sp>
        <p:nvSpPr>
          <p:cNvPr id="3" name="Text Placeholder 2">
            <a:extLst>
              <a:ext uri="{FF2B5EF4-FFF2-40B4-BE49-F238E27FC236}">
                <a16:creationId xmlns:a16="http://schemas.microsoft.com/office/drawing/2014/main" id="{32FC9BE6-D3E8-ADB1-CD1C-A2B222C3BFF2}"/>
              </a:ext>
            </a:extLst>
          </p:cNvPr>
          <p:cNvSpPr>
            <a:spLocks noGrp="1"/>
          </p:cNvSpPr>
          <p:nvPr>
            <p:ph type="body" sz="quarter" idx="11"/>
          </p:nvPr>
        </p:nvSpPr>
        <p:spPr>
          <a:xfrm>
            <a:off x="4982633" y="4562573"/>
            <a:ext cx="7209367" cy="1908567"/>
          </a:xfrm>
        </p:spPr>
        <p:txBody>
          <a:bodyPr/>
          <a:lstStyle/>
          <a:p>
            <a:r>
              <a:rPr lang="en-US" dirty="0"/>
              <a:t>Arthur Yip</a:t>
            </a:r>
          </a:p>
          <a:p>
            <a:endParaRPr lang="en-US" dirty="0"/>
          </a:p>
          <a:p>
            <a:r>
              <a:rPr lang="en-US" dirty="0"/>
              <a:t>Status update milestone for Q4 FY25</a:t>
            </a:r>
          </a:p>
        </p:txBody>
      </p:sp>
    </p:spTree>
    <p:extLst>
      <p:ext uri="{BB962C8B-B14F-4D97-AF65-F5344CB8AC3E}">
        <p14:creationId xmlns:p14="http://schemas.microsoft.com/office/powerpoint/2010/main" val="31049439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8FE4F-46DE-0896-73FA-87A706032A1A}"/>
              </a:ext>
            </a:extLst>
          </p:cNvPr>
          <p:cNvSpPr>
            <a:spLocks noGrp="1"/>
          </p:cNvSpPr>
          <p:nvPr>
            <p:ph type="title"/>
          </p:nvPr>
        </p:nvSpPr>
        <p:spPr>
          <a:xfrm>
            <a:off x="609600" y="1"/>
            <a:ext cx="10826751" cy="1600201"/>
          </a:xfrm>
        </p:spPr>
        <p:txBody>
          <a:bodyPr/>
          <a:lstStyle/>
          <a:p>
            <a:r>
              <a:rPr lang="en-US" dirty="0"/>
              <a:t>Regional differences in vehicle age, survival, and stock modeling have been </a:t>
            </a:r>
            <a:r>
              <a:rPr lang="en-US" dirty="0" err="1"/>
              <a:t>underlooked</a:t>
            </a:r>
            <a:endParaRPr lang="en-US" dirty="0"/>
          </a:p>
        </p:txBody>
      </p:sp>
      <p:sp>
        <p:nvSpPr>
          <p:cNvPr id="3" name="Text Placeholder 2">
            <a:extLst>
              <a:ext uri="{FF2B5EF4-FFF2-40B4-BE49-F238E27FC236}">
                <a16:creationId xmlns:a16="http://schemas.microsoft.com/office/drawing/2014/main" id="{621AC03B-1F9B-E4FA-A909-3161A235D667}"/>
              </a:ext>
            </a:extLst>
          </p:cNvPr>
          <p:cNvSpPr>
            <a:spLocks noGrp="1"/>
          </p:cNvSpPr>
          <p:nvPr>
            <p:ph type="body" sz="quarter" idx="10"/>
          </p:nvPr>
        </p:nvSpPr>
        <p:spPr/>
        <p:txBody>
          <a:bodyPr>
            <a:normAutofit fontScale="92500" lnSpcReduction="10000"/>
          </a:bodyPr>
          <a:lstStyle/>
          <a:p>
            <a:r>
              <a:rPr lang="en-US" dirty="0"/>
              <a:t>Sales generally assumed to translate into stock, according to standard survival theory and modeling</a:t>
            </a:r>
          </a:p>
          <a:p>
            <a:endParaRPr lang="en-US" dirty="0"/>
          </a:p>
          <a:p>
            <a:r>
              <a:rPr lang="en-US" dirty="0"/>
              <a:t>But this ignores distributional impacts and heterogeneity across consumers and regions</a:t>
            </a:r>
          </a:p>
          <a:p>
            <a:r>
              <a:rPr lang="en-US" dirty="0"/>
              <a:t>Furthermore, regional policies such as ZEV could amplify differences and impacts across regions</a:t>
            </a:r>
          </a:p>
          <a:p>
            <a:r>
              <a:rPr lang="en-US" dirty="0"/>
              <a:t>Many studies suggest accelerated retirement as a necessity in certain scenarios, without detail on how</a:t>
            </a:r>
          </a:p>
          <a:p>
            <a:endParaRPr lang="en-US" dirty="0"/>
          </a:p>
        </p:txBody>
      </p:sp>
    </p:spTree>
    <p:extLst>
      <p:ext uri="{BB962C8B-B14F-4D97-AF65-F5344CB8AC3E}">
        <p14:creationId xmlns:p14="http://schemas.microsoft.com/office/powerpoint/2010/main" val="38352357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E3642-D8A3-FD64-7FF9-08A8DDE4B7F0}"/>
              </a:ext>
            </a:extLst>
          </p:cNvPr>
          <p:cNvSpPr>
            <a:spLocks noGrp="1"/>
          </p:cNvSpPr>
          <p:nvPr>
            <p:ph type="title"/>
          </p:nvPr>
        </p:nvSpPr>
        <p:spPr>
          <a:xfrm>
            <a:off x="609599" y="1"/>
            <a:ext cx="10913535" cy="1209524"/>
          </a:xfrm>
        </p:spPr>
        <p:txBody>
          <a:bodyPr/>
          <a:lstStyle/>
          <a:p>
            <a:r>
              <a:rPr lang="en-US" dirty="0"/>
              <a:t>Disproportionate ownership of new vehicles and EVs by high-income households</a:t>
            </a:r>
          </a:p>
        </p:txBody>
      </p:sp>
      <p:pic>
        <p:nvPicPr>
          <p:cNvPr id="1026" name="Picture 2" descr="image">
            <a:extLst>
              <a:ext uri="{FF2B5EF4-FFF2-40B4-BE49-F238E27FC236}">
                <a16:creationId xmlns:a16="http://schemas.microsoft.com/office/drawing/2014/main" id="{6753B3D9-602E-59D8-B440-F13EFB341C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465943"/>
            <a:ext cx="5580921" cy="321612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a:extLst>
              <a:ext uri="{FF2B5EF4-FFF2-40B4-BE49-F238E27FC236}">
                <a16:creationId xmlns:a16="http://schemas.microsoft.com/office/drawing/2014/main" id="{01C7B9DC-E229-05D3-7185-1EB1D27817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9633" y="1209523"/>
            <a:ext cx="5781500" cy="4747100"/>
          </a:xfrm>
          <a:prstGeom prst="rect">
            <a:avLst/>
          </a:prstGeom>
          <a:noFill/>
          <a:extLst>
            <a:ext uri="{909E8E84-426E-40DD-AFC4-6F175D3DCCD1}">
              <a14:hiddenFill xmlns:a14="http://schemas.microsoft.com/office/drawing/2010/main">
                <a:solidFill>
                  <a:srgbClr val="FFFFFF"/>
                </a:solidFill>
              </a14:hiddenFill>
            </a:ext>
          </a:extLst>
        </p:spPr>
      </p:pic>
      <p:sp>
        <p:nvSpPr>
          <p:cNvPr id="4" name="Text Placeholder 2">
            <a:extLst>
              <a:ext uri="{FF2B5EF4-FFF2-40B4-BE49-F238E27FC236}">
                <a16:creationId xmlns:a16="http://schemas.microsoft.com/office/drawing/2014/main" id="{FEFC9830-3389-E33B-380E-71AC4E9BD946}"/>
              </a:ext>
            </a:extLst>
          </p:cNvPr>
          <p:cNvSpPr>
            <a:spLocks noGrp="1"/>
          </p:cNvSpPr>
          <p:nvPr>
            <p:ph type="body" sz="quarter" idx="10"/>
          </p:nvPr>
        </p:nvSpPr>
        <p:spPr>
          <a:xfrm>
            <a:off x="3880315" y="5947973"/>
            <a:ext cx="8520363" cy="1735667"/>
          </a:xfrm>
        </p:spPr>
        <p:txBody>
          <a:bodyPr>
            <a:normAutofit/>
          </a:bodyPr>
          <a:lstStyle/>
          <a:p>
            <a:pPr marL="0" indent="0">
              <a:buNone/>
            </a:pPr>
            <a:r>
              <a:rPr lang="en-US" dirty="0"/>
              <a:t>Skew is growing, and may change in the future</a:t>
            </a:r>
          </a:p>
        </p:txBody>
      </p:sp>
      <p:pic>
        <p:nvPicPr>
          <p:cNvPr id="5" name="Picture 4">
            <a:extLst>
              <a:ext uri="{FF2B5EF4-FFF2-40B4-BE49-F238E27FC236}">
                <a16:creationId xmlns:a16="http://schemas.microsoft.com/office/drawing/2014/main" id="{BF6938C4-0244-91F3-CDE3-57875CB2E99C}"/>
              </a:ext>
            </a:extLst>
          </p:cNvPr>
          <p:cNvPicPr>
            <a:picLocks noChangeAspect="1"/>
          </p:cNvPicPr>
          <p:nvPr/>
        </p:nvPicPr>
        <p:blipFill>
          <a:blip r:embed="rId4"/>
          <a:stretch>
            <a:fillRect/>
          </a:stretch>
        </p:blipFill>
        <p:spPr>
          <a:xfrm>
            <a:off x="609599" y="4682067"/>
            <a:ext cx="2621300" cy="2175933"/>
          </a:xfrm>
          <a:prstGeom prst="rect">
            <a:avLst/>
          </a:prstGeom>
        </p:spPr>
      </p:pic>
    </p:spTree>
    <p:extLst>
      <p:ext uri="{BB962C8B-B14F-4D97-AF65-F5344CB8AC3E}">
        <p14:creationId xmlns:p14="http://schemas.microsoft.com/office/powerpoint/2010/main" val="1731212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864A3-F743-4981-77E2-993E2E0BAF7F}"/>
              </a:ext>
            </a:extLst>
          </p:cNvPr>
          <p:cNvSpPr>
            <a:spLocks noGrp="1"/>
          </p:cNvSpPr>
          <p:nvPr>
            <p:ph type="title"/>
          </p:nvPr>
        </p:nvSpPr>
        <p:spPr>
          <a:xfrm>
            <a:off x="609599" y="1"/>
            <a:ext cx="10912511" cy="1209524"/>
          </a:xfrm>
        </p:spPr>
        <p:txBody>
          <a:bodyPr/>
          <a:lstStyle/>
          <a:p>
            <a:r>
              <a:rPr lang="en-US"/>
              <a:t>EV diffusion depends </a:t>
            </a:r>
            <a:r>
              <a:rPr lang="en-US" dirty="0"/>
              <a:t>on both </a:t>
            </a:r>
            <a:br>
              <a:rPr lang="en-US" dirty="0"/>
            </a:br>
            <a:r>
              <a:rPr lang="en-US" dirty="0"/>
              <a:t>sales share and new sales</a:t>
            </a:r>
          </a:p>
        </p:txBody>
      </p:sp>
      <p:sp>
        <p:nvSpPr>
          <p:cNvPr id="3" name="Text Placeholder 2">
            <a:extLst>
              <a:ext uri="{FF2B5EF4-FFF2-40B4-BE49-F238E27FC236}">
                <a16:creationId xmlns:a16="http://schemas.microsoft.com/office/drawing/2014/main" id="{52663CBC-992C-948C-7BF6-AA7AF1AC8D74}"/>
              </a:ext>
            </a:extLst>
          </p:cNvPr>
          <p:cNvSpPr>
            <a:spLocks noGrp="1"/>
          </p:cNvSpPr>
          <p:nvPr>
            <p:ph type="body" sz="quarter" idx="10"/>
          </p:nvPr>
        </p:nvSpPr>
        <p:spPr>
          <a:xfrm>
            <a:off x="491661" y="1499810"/>
            <a:ext cx="6068283" cy="5358191"/>
          </a:xfrm>
        </p:spPr>
        <p:txBody>
          <a:bodyPr>
            <a:normAutofit fontScale="92500" lnSpcReduction="20000"/>
          </a:bodyPr>
          <a:lstStyle/>
          <a:p>
            <a:pPr marL="0" indent="0">
              <a:buNone/>
            </a:pPr>
            <a:r>
              <a:rPr lang="en-US" b="0" i="0" dirty="0">
                <a:effectLst/>
                <a:latin typeface="-apple-system"/>
              </a:rPr>
              <a:t>Projected EVs in a county = a function of both:</a:t>
            </a:r>
          </a:p>
          <a:p>
            <a:pPr marL="0" indent="0">
              <a:buNone/>
            </a:pPr>
            <a:r>
              <a:rPr lang="en-US" b="0" i="0" dirty="0">
                <a:effectLst/>
                <a:latin typeface="-apple-system"/>
              </a:rPr>
              <a:t>1) Trajectory of EVs as share of new vehicle sales</a:t>
            </a:r>
          </a:p>
          <a:p>
            <a:pPr marL="0" indent="0">
              <a:buNone/>
            </a:pPr>
            <a:r>
              <a:rPr lang="en-US" dirty="0">
                <a:latin typeface="-apple-system"/>
              </a:rPr>
              <a:t>2) Projected vehicle sales, driven by </a:t>
            </a:r>
            <a:r>
              <a:rPr lang="en-US" b="0" i="0" dirty="0">
                <a:effectLst/>
                <a:latin typeface="-apple-system"/>
              </a:rPr>
              <a:t>vehicle survival/ scrappage/turnover</a:t>
            </a:r>
          </a:p>
          <a:p>
            <a:pPr algn="l"/>
            <a:r>
              <a:rPr lang="en-US" b="0" i="0" dirty="0">
                <a:effectLst/>
                <a:latin typeface="-apple-system"/>
              </a:rPr>
              <a:t>“Preference” for “age” (i.e. used vehicles) is an understudied factor affecting EV adoption</a:t>
            </a:r>
          </a:p>
          <a:p>
            <a:pPr algn="l"/>
            <a:r>
              <a:rPr lang="en-US" b="0" i="0" dirty="0">
                <a:effectLst/>
                <a:latin typeface="-apple-system"/>
              </a:rPr>
              <a:t>Higher median age in a county is indicative of slower vehicle stock turnover, fewer new sales, </a:t>
            </a:r>
            <a:r>
              <a:rPr lang="en-US" b="0" i="1" dirty="0">
                <a:effectLst/>
                <a:latin typeface="-apple-system"/>
              </a:rPr>
              <a:t>fewer EVs</a:t>
            </a:r>
          </a:p>
          <a:p>
            <a:pPr marL="0" indent="0">
              <a:buNone/>
            </a:pPr>
            <a:endParaRPr lang="en-US" dirty="0"/>
          </a:p>
        </p:txBody>
      </p:sp>
      <p:sp>
        <p:nvSpPr>
          <p:cNvPr id="10" name="TextBox 9">
            <a:extLst>
              <a:ext uri="{FF2B5EF4-FFF2-40B4-BE49-F238E27FC236}">
                <a16:creationId xmlns:a16="http://schemas.microsoft.com/office/drawing/2014/main" id="{B1C87E73-F7ED-B3BF-39DB-380668B7478D}"/>
              </a:ext>
            </a:extLst>
          </p:cNvPr>
          <p:cNvSpPr txBox="1"/>
          <p:nvPr/>
        </p:nvSpPr>
        <p:spPr>
          <a:xfrm>
            <a:off x="5429423" y="1313701"/>
            <a:ext cx="7525812" cy="297454"/>
          </a:xfrm>
          <a:prstGeom prst="rect">
            <a:avLst/>
          </a:prstGeom>
          <a:noFill/>
        </p:spPr>
        <p:txBody>
          <a:bodyPr wrap="square">
            <a:spAutoFit/>
          </a:bodyPr>
          <a:lstStyle/>
          <a:p>
            <a:pPr marL="731502" marR="731502" algn="ctr">
              <a:spcBef>
                <a:spcPts val="1333"/>
              </a:spcBef>
              <a:spcAft>
                <a:spcPts val="1067"/>
              </a:spcAft>
            </a:pPr>
            <a:r>
              <a:rPr lang="en-US" sz="1333" i="1" dirty="0">
                <a:solidFill>
                  <a:srgbClr val="404040"/>
                </a:solidFill>
                <a:latin typeface="Times New Roman" panose="02020603050405020304" pitchFamily="18" charset="0"/>
                <a:ea typeface="Times New Roman" panose="02020603050405020304" pitchFamily="18" charset="0"/>
              </a:rPr>
              <a:t>“The future is already here; it’s just not very evenly distributed.” – William Gibson</a:t>
            </a:r>
          </a:p>
        </p:txBody>
      </p:sp>
      <p:pic>
        <p:nvPicPr>
          <p:cNvPr id="5" name="Picture 4" descr="Map&#10;&#10;Description automatically generated">
            <a:extLst>
              <a:ext uri="{FF2B5EF4-FFF2-40B4-BE49-F238E27FC236}">
                <a16:creationId xmlns:a16="http://schemas.microsoft.com/office/drawing/2014/main" id="{F3DADE64-A476-99E7-216B-FCF50F910C5F}"/>
              </a:ext>
            </a:extLst>
          </p:cNvPr>
          <p:cNvPicPr>
            <a:picLocks noChangeAspect="1"/>
          </p:cNvPicPr>
          <p:nvPr/>
        </p:nvPicPr>
        <p:blipFill>
          <a:blip r:embed="rId3"/>
          <a:stretch>
            <a:fillRect/>
          </a:stretch>
        </p:blipFill>
        <p:spPr>
          <a:xfrm>
            <a:off x="6753928" y="1499809"/>
            <a:ext cx="4876800" cy="3010371"/>
          </a:xfrm>
          <a:prstGeom prst="rect">
            <a:avLst/>
          </a:prstGeom>
        </p:spPr>
      </p:pic>
      <p:pic>
        <p:nvPicPr>
          <p:cNvPr id="9" name="Picture 8" descr="Map&#10;&#10;Description automatically generated">
            <a:extLst>
              <a:ext uri="{FF2B5EF4-FFF2-40B4-BE49-F238E27FC236}">
                <a16:creationId xmlns:a16="http://schemas.microsoft.com/office/drawing/2014/main" id="{8D5FB8D1-2AB4-485D-5334-1A2509DD39F4}"/>
              </a:ext>
            </a:extLst>
          </p:cNvPr>
          <p:cNvPicPr>
            <a:picLocks noChangeAspect="1"/>
          </p:cNvPicPr>
          <p:nvPr/>
        </p:nvPicPr>
        <p:blipFill>
          <a:blip r:embed="rId4"/>
          <a:stretch>
            <a:fillRect/>
          </a:stretch>
        </p:blipFill>
        <p:spPr>
          <a:xfrm>
            <a:off x="6823539" y="4039115"/>
            <a:ext cx="4876800" cy="3010371"/>
          </a:xfrm>
          <a:prstGeom prst="rect">
            <a:avLst/>
          </a:prstGeom>
        </p:spPr>
      </p:pic>
    </p:spTree>
    <p:extLst>
      <p:ext uri="{BB962C8B-B14F-4D97-AF65-F5344CB8AC3E}">
        <p14:creationId xmlns:p14="http://schemas.microsoft.com/office/powerpoint/2010/main" val="51140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D01E2-9A88-CD5E-D0A0-58BD86872CB2}"/>
              </a:ext>
            </a:extLst>
          </p:cNvPr>
          <p:cNvSpPr>
            <a:spLocks noGrp="1"/>
          </p:cNvSpPr>
          <p:nvPr>
            <p:ph type="title"/>
          </p:nvPr>
        </p:nvSpPr>
        <p:spPr>
          <a:xfrm>
            <a:off x="609600" y="1"/>
            <a:ext cx="10924249" cy="1209524"/>
          </a:xfrm>
        </p:spPr>
        <p:txBody>
          <a:bodyPr/>
          <a:lstStyle/>
          <a:p>
            <a:r>
              <a:rPr lang="en-US" b="0" i="0" dirty="0">
                <a:effectLst/>
                <a:latin typeface="-apple-system"/>
              </a:rPr>
              <a:t>EV sales share and age have been somewhat </a:t>
            </a:r>
            <a:br>
              <a:rPr lang="en-US" b="0" i="0" dirty="0">
                <a:effectLst/>
                <a:latin typeface="-apple-system"/>
              </a:rPr>
            </a:br>
            <a:r>
              <a:rPr lang="en-US" b="0" i="0" dirty="0">
                <a:effectLst/>
                <a:latin typeface="-apple-system"/>
              </a:rPr>
              <a:t>anti-correlated so far</a:t>
            </a:r>
            <a:endParaRPr lang="en-US" dirty="0"/>
          </a:p>
        </p:txBody>
      </p:sp>
      <p:sp>
        <p:nvSpPr>
          <p:cNvPr id="3" name="Text Placeholder 2">
            <a:extLst>
              <a:ext uri="{FF2B5EF4-FFF2-40B4-BE49-F238E27FC236}">
                <a16:creationId xmlns:a16="http://schemas.microsoft.com/office/drawing/2014/main" id="{4B2AC811-91F7-040D-0131-DE6AFD81162C}"/>
              </a:ext>
            </a:extLst>
          </p:cNvPr>
          <p:cNvSpPr>
            <a:spLocks noGrp="1"/>
          </p:cNvSpPr>
          <p:nvPr>
            <p:ph type="body" sz="quarter" idx="10"/>
          </p:nvPr>
        </p:nvSpPr>
        <p:spPr>
          <a:xfrm>
            <a:off x="520491" y="1447127"/>
            <a:ext cx="3797861" cy="5329955"/>
          </a:xfrm>
        </p:spPr>
        <p:txBody>
          <a:bodyPr>
            <a:normAutofit fontScale="85000" lnSpcReduction="20000"/>
          </a:bodyPr>
          <a:lstStyle/>
          <a:p>
            <a:r>
              <a:rPr lang="en-US" b="0" i="0" dirty="0">
                <a:effectLst/>
                <a:latin typeface="-apple-system"/>
              </a:rPr>
              <a:t>Counties typically have had higher EV sales share AND newer vehicles / faster turnover so far, mostly in CA</a:t>
            </a:r>
          </a:p>
          <a:p>
            <a:r>
              <a:rPr lang="en-US" dirty="0">
                <a:latin typeface="-apple-system"/>
              </a:rPr>
              <a:t>However, </a:t>
            </a:r>
            <a:r>
              <a:rPr lang="en-US" b="0" i="0" dirty="0">
                <a:effectLst/>
                <a:latin typeface="-apple-system"/>
              </a:rPr>
              <a:t>this may not be the case in the </a:t>
            </a:r>
            <a:r>
              <a:rPr lang="en-US" dirty="0">
                <a:latin typeface="-apple-system"/>
              </a:rPr>
              <a:t>future</a:t>
            </a:r>
          </a:p>
          <a:p>
            <a:r>
              <a:rPr lang="en-US" b="0" i="0" dirty="0">
                <a:effectLst/>
                <a:latin typeface="-apple-system"/>
              </a:rPr>
              <a:t>To make better EV adoption projections, both ZEV sales share and age need to be considered in modeling</a:t>
            </a:r>
          </a:p>
          <a:p>
            <a:endParaRPr lang="en-US" dirty="0"/>
          </a:p>
        </p:txBody>
      </p:sp>
      <p:pic>
        <p:nvPicPr>
          <p:cNvPr id="5" name="Picture 4" descr="Chart&#10;&#10;Description automatically generated">
            <a:extLst>
              <a:ext uri="{FF2B5EF4-FFF2-40B4-BE49-F238E27FC236}">
                <a16:creationId xmlns:a16="http://schemas.microsoft.com/office/drawing/2014/main" id="{AE4E7644-3F97-4143-FE0C-F9E0DFA1F34E}"/>
              </a:ext>
            </a:extLst>
          </p:cNvPr>
          <p:cNvPicPr>
            <a:picLocks noChangeAspect="1"/>
          </p:cNvPicPr>
          <p:nvPr/>
        </p:nvPicPr>
        <p:blipFill>
          <a:blip r:embed="rId3"/>
          <a:stretch>
            <a:fillRect/>
          </a:stretch>
        </p:blipFill>
        <p:spPr>
          <a:xfrm>
            <a:off x="4229245" y="1209525"/>
            <a:ext cx="7962756" cy="5573929"/>
          </a:xfrm>
          <a:prstGeom prst="rect">
            <a:avLst/>
          </a:prstGeom>
        </p:spPr>
      </p:pic>
    </p:spTree>
    <p:extLst>
      <p:ext uri="{BB962C8B-B14F-4D97-AF65-F5344CB8AC3E}">
        <p14:creationId xmlns:p14="http://schemas.microsoft.com/office/powerpoint/2010/main" val="15385778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1D170-196A-8E59-CA93-56FCBB4258C8}"/>
              </a:ext>
            </a:extLst>
          </p:cNvPr>
          <p:cNvSpPr>
            <a:spLocks noGrp="1"/>
          </p:cNvSpPr>
          <p:nvPr>
            <p:ph type="title"/>
          </p:nvPr>
        </p:nvSpPr>
        <p:spPr>
          <a:xfrm>
            <a:off x="609600" y="1"/>
            <a:ext cx="10826751" cy="1600201"/>
          </a:xfrm>
        </p:spPr>
        <p:txBody>
          <a:bodyPr/>
          <a:lstStyle/>
          <a:p>
            <a:r>
              <a:rPr lang="en-US" dirty="0"/>
              <a:t>Not just important for EVs/environment</a:t>
            </a:r>
          </a:p>
        </p:txBody>
      </p:sp>
      <p:sp>
        <p:nvSpPr>
          <p:cNvPr id="3" name="Text Placeholder 2">
            <a:extLst>
              <a:ext uri="{FF2B5EF4-FFF2-40B4-BE49-F238E27FC236}">
                <a16:creationId xmlns:a16="http://schemas.microsoft.com/office/drawing/2014/main" id="{8CBC7576-E23E-AFAE-D78B-ED897031DD7A}"/>
              </a:ext>
            </a:extLst>
          </p:cNvPr>
          <p:cNvSpPr>
            <a:spLocks noGrp="1"/>
          </p:cNvSpPr>
          <p:nvPr>
            <p:ph type="body" sz="quarter" idx="10"/>
          </p:nvPr>
        </p:nvSpPr>
        <p:spPr/>
        <p:txBody>
          <a:bodyPr>
            <a:normAutofit/>
          </a:bodyPr>
          <a:lstStyle/>
          <a:p>
            <a:r>
              <a:rPr lang="en-US" dirty="0"/>
              <a:t>Because vehicle regulations are typically imposed on new Model Years, any new technologies and their benefits must flow through sales to stock</a:t>
            </a:r>
          </a:p>
          <a:p>
            <a:r>
              <a:rPr lang="en-US" dirty="0"/>
              <a:t>Changes in new vehicle market technologies or prices affect used vehicle ownership/market responses, with feedback to the new vehicle market and stock turnover</a:t>
            </a:r>
          </a:p>
          <a:p>
            <a:r>
              <a:rPr lang="en-US" dirty="0"/>
              <a:t>The sales volume of the new car market has implications on automotive industry profitability/health/competitiveness</a:t>
            </a:r>
          </a:p>
          <a:p>
            <a:endParaRPr lang="en-US" dirty="0"/>
          </a:p>
          <a:p>
            <a:endParaRPr lang="en-US" dirty="0"/>
          </a:p>
        </p:txBody>
      </p:sp>
    </p:spTree>
    <p:extLst>
      <p:ext uri="{BB962C8B-B14F-4D97-AF65-F5344CB8AC3E}">
        <p14:creationId xmlns:p14="http://schemas.microsoft.com/office/powerpoint/2010/main" val="20609543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82CB8-BAF9-C0DF-608B-940C0BB78CE1}"/>
              </a:ext>
            </a:extLst>
          </p:cNvPr>
          <p:cNvSpPr>
            <a:spLocks noGrp="1"/>
          </p:cNvSpPr>
          <p:nvPr>
            <p:ph type="title"/>
          </p:nvPr>
        </p:nvSpPr>
        <p:spPr/>
        <p:txBody>
          <a:bodyPr/>
          <a:lstStyle/>
          <a:p>
            <a:r>
              <a:rPr lang="en-US" dirty="0"/>
              <a:t>This work seeks to enhance modeling of </a:t>
            </a:r>
            <a:br>
              <a:rPr lang="en-US" dirty="0"/>
            </a:br>
            <a:r>
              <a:rPr lang="en-US" dirty="0"/>
              <a:t>regional vehicle stocks, sales, and turnover</a:t>
            </a:r>
          </a:p>
        </p:txBody>
      </p:sp>
      <p:sp>
        <p:nvSpPr>
          <p:cNvPr id="3" name="Text Placeholder 2">
            <a:extLst>
              <a:ext uri="{FF2B5EF4-FFF2-40B4-BE49-F238E27FC236}">
                <a16:creationId xmlns:a16="http://schemas.microsoft.com/office/drawing/2014/main" id="{F0D9FDE2-0858-8CD0-D177-91352781ABA4}"/>
              </a:ext>
            </a:extLst>
          </p:cNvPr>
          <p:cNvSpPr txBox="1">
            <a:spLocks/>
          </p:cNvSpPr>
          <p:nvPr/>
        </p:nvSpPr>
        <p:spPr>
          <a:xfrm>
            <a:off x="609601" y="1295400"/>
            <a:ext cx="10826751" cy="5466643"/>
          </a:xfrm>
          <a:prstGeom prst="rect">
            <a:avLst/>
          </a:prstGeom>
        </p:spPr>
        <p:txBody>
          <a:bodyPr>
            <a:normAutofit fontScale="70000" lnSpcReduction="20000"/>
          </a:bodyPr>
          <a:lstStyle>
            <a:lvl1pPr marL="457189" indent="-457189" algn="l" defTabSz="609585" rtl="0" eaLnBrk="1" latinLnBrk="0" hangingPunct="1">
              <a:spcBef>
                <a:spcPct val="20000"/>
              </a:spcBef>
              <a:buFont typeface="Arial"/>
              <a:buChar char="•"/>
              <a:defRPr sz="3200"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200"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2933"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400"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r>
              <a:rPr lang="en-US" dirty="0"/>
              <a:t>Goal: Produce theory, methodology, and data to support long-term forecasting of regionally specific vehicle stock, sales, and turnover, without modeling underlying movements/transfers</a:t>
            </a:r>
          </a:p>
          <a:p>
            <a:r>
              <a:rPr lang="en-US" dirty="0"/>
              <a:t>Goal: Verify soundness of EIA’s approach of using regional survival in NEMS</a:t>
            </a:r>
          </a:p>
          <a:p>
            <a:endParaRPr lang="en-US" dirty="0"/>
          </a:p>
          <a:p>
            <a:endParaRPr lang="en-US" dirty="0"/>
          </a:p>
          <a:p>
            <a:r>
              <a:rPr lang="en-US" dirty="0"/>
              <a:t>Premise: Data on sales at a detailed regional resolution are typically unavailable</a:t>
            </a:r>
          </a:p>
          <a:p>
            <a:r>
              <a:rPr lang="en-US" dirty="0"/>
              <a:t>Premise: Data of used vehicle market movements are not available and modeling them would be too complex</a:t>
            </a:r>
          </a:p>
          <a:p>
            <a:r>
              <a:rPr lang="en-US" dirty="0"/>
              <a:t>Premise: Retiring vehicles requiring replacement drives most of the quantity of new vehicle sales and turnover</a:t>
            </a:r>
          </a:p>
          <a:p>
            <a:r>
              <a:rPr lang="en-US" dirty="0"/>
              <a:t>Premise: True differences in regional survival vs. vehicle transfers and movements would be too difficult to disentangle </a:t>
            </a:r>
          </a:p>
          <a:p>
            <a:r>
              <a:rPr lang="en-US" dirty="0"/>
              <a:t>Premise: National survival is well studied and utilized in models such as TEMPO, VISION, NEMS, MOVES, and can be assumed to approximate scrappage</a:t>
            </a:r>
          </a:p>
        </p:txBody>
      </p:sp>
    </p:spTree>
    <p:extLst>
      <p:ext uri="{BB962C8B-B14F-4D97-AF65-F5344CB8AC3E}">
        <p14:creationId xmlns:p14="http://schemas.microsoft.com/office/powerpoint/2010/main" val="39492332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1D1BE-0BAD-706D-F60B-ED2DD265A293}"/>
              </a:ext>
            </a:extLst>
          </p:cNvPr>
          <p:cNvSpPr>
            <a:spLocks noGrp="1"/>
          </p:cNvSpPr>
          <p:nvPr>
            <p:ph type="title"/>
          </p:nvPr>
        </p:nvSpPr>
        <p:spPr/>
        <p:txBody>
          <a:bodyPr/>
          <a:lstStyle/>
          <a:p>
            <a:r>
              <a:rPr lang="en-US" dirty="0"/>
              <a:t>National-level vehicle fleet </a:t>
            </a:r>
            <a:br>
              <a:rPr lang="en-US" dirty="0"/>
            </a:br>
            <a:r>
              <a:rPr lang="en-US" dirty="0"/>
              <a:t>survival curve</a:t>
            </a:r>
          </a:p>
        </p:txBody>
      </p:sp>
      <p:pic>
        <p:nvPicPr>
          <p:cNvPr id="4" name="Picture 3" descr="A screenshot of a graph&#10;&#10;Description automatically generated">
            <a:extLst>
              <a:ext uri="{FF2B5EF4-FFF2-40B4-BE49-F238E27FC236}">
                <a16:creationId xmlns:a16="http://schemas.microsoft.com/office/drawing/2014/main" id="{54CD579E-B3FB-D9E9-5E28-56BACFFA2B68}"/>
              </a:ext>
            </a:extLst>
          </p:cNvPr>
          <p:cNvPicPr>
            <a:picLocks noChangeAspect="1"/>
          </p:cNvPicPr>
          <p:nvPr/>
        </p:nvPicPr>
        <p:blipFill rotWithShape="1">
          <a:blip r:embed="rId3"/>
          <a:srcRect l="32377" t="62718" r="39666" b="3138"/>
          <a:stretch/>
        </p:blipFill>
        <p:spPr>
          <a:xfrm>
            <a:off x="2206426" y="1532431"/>
            <a:ext cx="4310359" cy="4211271"/>
          </a:xfrm>
          <a:prstGeom prst="rect">
            <a:avLst/>
          </a:prstGeom>
        </p:spPr>
      </p:pic>
      <p:pic>
        <p:nvPicPr>
          <p:cNvPr id="5" name="Picture 4" descr="A screenshot of a graph&#10;&#10;Description automatically generated">
            <a:extLst>
              <a:ext uri="{FF2B5EF4-FFF2-40B4-BE49-F238E27FC236}">
                <a16:creationId xmlns:a16="http://schemas.microsoft.com/office/drawing/2014/main" id="{7506B353-0DD8-C541-39F1-61F84BDE0891}"/>
              </a:ext>
            </a:extLst>
          </p:cNvPr>
          <p:cNvPicPr>
            <a:picLocks noChangeAspect="1"/>
          </p:cNvPicPr>
          <p:nvPr/>
        </p:nvPicPr>
        <p:blipFill rotWithShape="1">
          <a:blip r:embed="rId3"/>
          <a:srcRect l="88753" t="43150" r="1156" b="44011"/>
          <a:stretch/>
        </p:blipFill>
        <p:spPr>
          <a:xfrm>
            <a:off x="4871803" y="2208928"/>
            <a:ext cx="1384373" cy="1408960"/>
          </a:xfrm>
          <a:prstGeom prst="rect">
            <a:avLst/>
          </a:prstGeom>
        </p:spPr>
      </p:pic>
      <p:sp>
        <p:nvSpPr>
          <p:cNvPr id="6" name="Rectangle 5">
            <a:extLst>
              <a:ext uri="{FF2B5EF4-FFF2-40B4-BE49-F238E27FC236}">
                <a16:creationId xmlns:a16="http://schemas.microsoft.com/office/drawing/2014/main" id="{5EA83731-EFEB-DC3C-FC24-5921C03BDE49}"/>
              </a:ext>
            </a:extLst>
          </p:cNvPr>
          <p:cNvSpPr/>
          <p:nvPr/>
        </p:nvSpPr>
        <p:spPr>
          <a:xfrm>
            <a:off x="1596828" y="2402681"/>
            <a:ext cx="668936" cy="45684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333" b="1" dirty="0">
                <a:solidFill>
                  <a:sysClr val="windowText" lastClr="000000"/>
                </a:solidFill>
              </a:rPr>
              <a:t>100%</a:t>
            </a:r>
          </a:p>
        </p:txBody>
      </p:sp>
      <p:sp>
        <p:nvSpPr>
          <p:cNvPr id="7" name="Rectangle 6">
            <a:extLst>
              <a:ext uri="{FF2B5EF4-FFF2-40B4-BE49-F238E27FC236}">
                <a16:creationId xmlns:a16="http://schemas.microsoft.com/office/drawing/2014/main" id="{84814BCC-6771-951E-E86A-C10777DE8DA1}"/>
              </a:ext>
            </a:extLst>
          </p:cNvPr>
          <p:cNvSpPr/>
          <p:nvPr/>
        </p:nvSpPr>
        <p:spPr>
          <a:xfrm>
            <a:off x="1596828" y="4763757"/>
            <a:ext cx="668936" cy="45684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333" b="1" dirty="0">
                <a:solidFill>
                  <a:sysClr val="windowText" lastClr="000000"/>
                </a:solidFill>
              </a:rPr>
              <a:t>0%</a:t>
            </a:r>
          </a:p>
        </p:txBody>
      </p:sp>
      <p:sp>
        <p:nvSpPr>
          <p:cNvPr id="8" name="Rectangle 7">
            <a:extLst>
              <a:ext uri="{FF2B5EF4-FFF2-40B4-BE49-F238E27FC236}">
                <a16:creationId xmlns:a16="http://schemas.microsoft.com/office/drawing/2014/main" id="{A95AC2C0-FE84-2540-0720-8EADFB4621D8}"/>
              </a:ext>
            </a:extLst>
          </p:cNvPr>
          <p:cNvSpPr/>
          <p:nvPr/>
        </p:nvSpPr>
        <p:spPr>
          <a:xfrm>
            <a:off x="1596828" y="3585469"/>
            <a:ext cx="668936" cy="45684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333" b="1" dirty="0">
                <a:solidFill>
                  <a:sysClr val="windowText" lastClr="000000"/>
                </a:solidFill>
              </a:rPr>
              <a:t>50%</a:t>
            </a:r>
          </a:p>
        </p:txBody>
      </p:sp>
      <p:sp>
        <p:nvSpPr>
          <p:cNvPr id="9" name="Rectangle 8">
            <a:extLst>
              <a:ext uri="{FF2B5EF4-FFF2-40B4-BE49-F238E27FC236}">
                <a16:creationId xmlns:a16="http://schemas.microsoft.com/office/drawing/2014/main" id="{997AF675-C781-01EB-47F4-FAADF68CAB01}"/>
              </a:ext>
            </a:extLst>
          </p:cNvPr>
          <p:cNvSpPr/>
          <p:nvPr/>
        </p:nvSpPr>
        <p:spPr>
          <a:xfrm>
            <a:off x="3591065" y="5482911"/>
            <a:ext cx="1598627" cy="45684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333" b="1" dirty="0">
                <a:solidFill>
                  <a:sysClr val="windowText" lastClr="000000"/>
                </a:solidFill>
              </a:rPr>
              <a:t>Vehicle Age</a:t>
            </a:r>
          </a:p>
        </p:txBody>
      </p:sp>
      <p:sp>
        <p:nvSpPr>
          <p:cNvPr id="10" name="Rectangle 9">
            <a:extLst>
              <a:ext uri="{FF2B5EF4-FFF2-40B4-BE49-F238E27FC236}">
                <a16:creationId xmlns:a16="http://schemas.microsoft.com/office/drawing/2014/main" id="{4255F97E-F2C2-D858-0133-C47CB4EDC442}"/>
              </a:ext>
            </a:extLst>
          </p:cNvPr>
          <p:cNvSpPr/>
          <p:nvPr/>
        </p:nvSpPr>
        <p:spPr>
          <a:xfrm>
            <a:off x="2206425" y="1478991"/>
            <a:ext cx="4833643" cy="56071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cxnSp>
        <p:nvCxnSpPr>
          <p:cNvPr id="12" name="Straight Arrow Connector 11">
            <a:extLst>
              <a:ext uri="{FF2B5EF4-FFF2-40B4-BE49-F238E27FC236}">
                <a16:creationId xmlns:a16="http://schemas.microsoft.com/office/drawing/2014/main" id="{5D5F748F-345E-23B0-A4D6-029C6132A443}"/>
              </a:ext>
            </a:extLst>
          </p:cNvPr>
          <p:cNvCxnSpPr>
            <a:cxnSpLocks/>
          </p:cNvCxnSpPr>
          <p:nvPr/>
        </p:nvCxnSpPr>
        <p:spPr>
          <a:xfrm flipV="1">
            <a:off x="3128920" y="3311573"/>
            <a:ext cx="0" cy="284916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a:extLst>
              <a:ext uri="{FF2B5EF4-FFF2-40B4-BE49-F238E27FC236}">
                <a16:creationId xmlns:a16="http://schemas.microsoft.com/office/drawing/2014/main" id="{03F9C457-48F6-37EE-56BF-3DF412B81EFE}"/>
              </a:ext>
            </a:extLst>
          </p:cNvPr>
          <p:cNvSpPr/>
          <p:nvPr/>
        </p:nvSpPr>
        <p:spPr>
          <a:xfrm>
            <a:off x="101066" y="2208928"/>
            <a:ext cx="1495761" cy="301167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1" dirty="0">
                <a:solidFill>
                  <a:sysClr val="windowText" lastClr="000000"/>
                </a:solidFill>
              </a:rPr>
              <a:t>Proportion of new vehicles in the U.S. surviving to </a:t>
            </a:r>
          </a:p>
          <a:p>
            <a:pPr algn="ctr"/>
            <a:r>
              <a:rPr lang="en-US" sz="1600" b="1" dirty="0">
                <a:solidFill>
                  <a:sysClr val="windowText" lastClr="000000"/>
                </a:solidFill>
              </a:rPr>
              <a:t>age x</a:t>
            </a:r>
          </a:p>
        </p:txBody>
      </p:sp>
      <p:sp>
        <p:nvSpPr>
          <p:cNvPr id="16" name="Rectangle 15">
            <a:extLst>
              <a:ext uri="{FF2B5EF4-FFF2-40B4-BE49-F238E27FC236}">
                <a16:creationId xmlns:a16="http://schemas.microsoft.com/office/drawing/2014/main" id="{1CC1AAA4-B958-3063-7799-8ED1EB1EE63D}"/>
              </a:ext>
            </a:extLst>
          </p:cNvPr>
          <p:cNvSpPr/>
          <p:nvPr/>
        </p:nvSpPr>
        <p:spPr>
          <a:xfrm>
            <a:off x="2837608" y="5912922"/>
            <a:ext cx="3258393" cy="85824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t>~70% of new cars survive to age 10</a:t>
            </a:r>
          </a:p>
        </p:txBody>
      </p:sp>
      <p:sp>
        <p:nvSpPr>
          <p:cNvPr id="17" name="Rectangle 16">
            <a:extLst>
              <a:ext uri="{FF2B5EF4-FFF2-40B4-BE49-F238E27FC236}">
                <a16:creationId xmlns:a16="http://schemas.microsoft.com/office/drawing/2014/main" id="{6963CF3C-E230-C24B-4AF8-6B0F49301760}"/>
              </a:ext>
            </a:extLst>
          </p:cNvPr>
          <p:cNvSpPr/>
          <p:nvPr/>
        </p:nvSpPr>
        <p:spPr>
          <a:xfrm>
            <a:off x="6096001" y="5912922"/>
            <a:ext cx="3614443" cy="85824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t>30% have retired/scrapped by this age </a:t>
            </a:r>
          </a:p>
          <a:p>
            <a:pPr algn="ctr"/>
            <a:r>
              <a:rPr lang="en-US" sz="1333" dirty="0"/>
              <a:t>(or been exported out of the U.S.)</a:t>
            </a:r>
          </a:p>
        </p:txBody>
      </p:sp>
      <p:cxnSp>
        <p:nvCxnSpPr>
          <p:cNvPr id="18" name="Straight Arrow Connector 17">
            <a:extLst>
              <a:ext uri="{FF2B5EF4-FFF2-40B4-BE49-F238E27FC236}">
                <a16:creationId xmlns:a16="http://schemas.microsoft.com/office/drawing/2014/main" id="{26504C66-9C86-1C4C-6290-541EE2A75F67}"/>
              </a:ext>
            </a:extLst>
          </p:cNvPr>
          <p:cNvCxnSpPr>
            <a:cxnSpLocks/>
          </p:cNvCxnSpPr>
          <p:nvPr/>
        </p:nvCxnSpPr>
        <p:spPr>
          <a:xfrm flipH="1">
            <a:off x="3992077" y="3811640"/>
            <a:ext cx="3134304"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4" name="Rectangle 23">
            <a:extLst>
              <a:ext uri="{FF2B5EF4-FFF2-40B4-BE49-F238E27FC236}">
                <a16:creationId xmlns:a16="http://schemas.microsoft.com/office/drawing/2014/main" id="{4AB2D5A4-F9D3-D08B-874A-1B4AAFF284AA}"/>
              </a:ext>
            </a:extLst>
          </p:cNvPr>
          <p:cNvSpPr/>
          <p:nvPr/>
        </p:nvSpPr>
        <p:spPr>
          <a:xfrm>
            <a:off x="6967643" y="3391091"/>
            <a:ext cx="4310359" cy="841099"/>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t>~50% of new pickup trucks are still on the road at age 21</a:t>
            </a:r>
          </a:p>
        </p:txBody>
      </p:sp>
      <p:sp>
        <p:nvSpPr>
          <p:cNvPr id="38" name="Rectangle 37">
            <a:extLst>
              <a:ext uri="{FF2B5EF4-FFF2-40B4-BE49-F238E27FC236}">
                <a16:creationId xmlns:a16="http://schemas.microsoft.com/office/drawing/2014/main" id="{8E7F752A-8588-B5BC-D076-214975540091}"/>
              </a:ext>
            </a:extLst>
          </p:cNvPr>
          <p:cNvSpPr/>
          <p:nvPr/>
        </p:nvSpPr>
        <p:spPr>
          <a:xfrm>
            <a:off x="609600" y="1307098"/>
            <a:ext cx="10924249" cy="52834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ysClr val="windowText" lastClr="000000"/>
                </a:solidFill>
              </a:rPr>
              <a:t>Describes how the vehicle fleet “turns over” over time (i.e. as vehicles age)</a:t>
            </a:r>
          </a:p>
        </p:txBody>
      </p:sp>
    </p:spTree>
    <p:extLst>
      <p:ext uri="{BB962C8B-B14F-4D97-AF65-F5344CB8AC3E}">
        <p14:creationId xmlns:p14="http://schemas.microsoft.com/office/powerpoint/2010/main" val="30909557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8F8CF-4904-FE24-FD73-03986B1C5391}"/>
              </a:ext>
            </a:extLst>
          </p:cNvPr>
          <p:cNvSpPr>
            <a:spLocks noGrp="1"/>
          </p:cNvSpPr>
          <p:nvPr>
            <p:ph type="title"/>
          </p:nvPr>
        </p:nvSpPr>
        <p:spPr>
          <a:xfrm>
            <a:off x="609599" y="1"/>
            <a:ext cx="4555068" cy="1209524"/>
          </a:xfrm>
        </p:spPr>
        <p:txBody>
          <a:bodyPr/>
          <a:lstStyle/>
          <a:p>
            <a:r>
              <a:rPr lang="en-US" sz="3200" dirty="0"/>
              <a:t>National </a:t>
            </a:r>
            <a:br>
              <a:rPr lang="en-US" sz="3200" dirty="0"/>
            </a:br>
            <a:r>
              <a:rPr lang="en-US" sz="3200" dirty="0"/>
              <a:t>survival curves 2014-2022</a:t>
            </a:r>
          </a:p>
        </p:txBody>
      </p:sp>
      <p:sp>
        <p:nvSpPr>
          <p:cNvPr id="3" name="Text Placeholder 2">
            <a:extLst>
              <a:ext uri="{FF2B5EF4-FFF2-40B4-BE49-F238E27FC236}">
                <a16:creationId xmlns:a16="http://schemas.microsoft.com/office/drawing/2014/main" id="{45370165-0FB1-5172-6FA3-361C321E83CA}"/>
              </a:ext>
            </a:extLst>
          </p:cNvPr>
          <p:cNvSpPr>
            <a:spLocks noGrp="1"/>
          </p:cNvSpPr>
          <p:nvPr>
            <p:ph type="body" sz="quarter" idx="10"/>
          </p:nvPr>
        </p:nvSpPr>
        <p:spPr/>
        <p:txBody>
          <a:bodyPr/>
          <a:lstStyle/>
          <a:p>
            <a:endParaRPr lang="en-US"/>
          </a:p>
        </p:txBody>
      </p:sp>
      <p:pic>
        <p:nvPicPr>
          <p:cNvPr id="5" name="Picture 4" descr="A graph of different colored lines&#10;&#10;Description automatically generated">
            <a:extLst>
              <a:ext uri="{FF2B5EF4-FFF2-40B4-BE49-F238E27FC236}">
                <a16:creationId xmlns:a16="http://schemas.microsoft.com/office/drawing/2014/main" id="{2C6CCBA2-4585-6A4F-676C-6668B2289B5B}"/>
              </a:ext>
            </a:extLst>
          </p:cNvPr>
          <p:cNvPicPr>
            <a:picLocks noChangeAspect="1"/>
          </p:cNvPicPr>
          <p:nvPr/>
        </p:nvPicPr>
        <p:blipFill>
          <a:blip r:embed="rId3"/>
          <a:stretch>
            <a:fillRect/>
          </a:stretch>
        </p:blipFill>
        <p:spPr>
          <a:xfrm>
            <a:off x="1" y="1499809"/>
            <a:ext cx="6159500" cy="4927600"/>
          </a:xfrm>
          <a:prstGeom prst="rect">
            <a:avLst/>
          </a:prstGeom>
        </p:spPr>
      </p:pic>
      <p:pic>
        <p:nvPicPr>
          <p:cNvPr id="7" name="Picture 6" descr="A screenshot of a graph&#10;&#10;Description automatically generated">
            <a:extLst>
              <a:ext uri="{FF2B5EF4-FFF2-40B4-BE49-F238E27FC236}">
                <a16:creationId xmlns:a16="http://schemas.microsoft.com/office/drawing/2014/main" id="{B16000D1-012C-8D6E-4686-E268CE54E905}"/>
              </a:ext>
            </a:extLst>
          </p:cNvPr>
          <p:cNvPicPr>
            <a:picLocks noChangeAspect="1"/>
          </p:cNvPicPr>
          <p:nvPr/>
        </p:nvPicPr>
        <p:blipFill>
          <a:blip r:embed="rId4"/>
          <a:stretch>
            <a:fillRect/>
          </a:stretch>
        </p:blipFill>
        <p:spPr>
          <a:xfrm>
            <a:off x="5477027" y="1486021"/>
            <a:ext cx="6714973" cy="5371979"/>
          </a:xfrm>
          <a:prstGeom prst="rect">
            <a:avLst/>
          </a:prstGeom>
        </p:spPr>
      </p:pic>
      <p:sp>
        <p:nvSpPr>
          <p:cNvPr id="8" name="Text Placeholder 2">
            <a:extLst>
              <a:ext uri="{FF2B5EF4-FFF2-40B4-BE49-F238E27FC236}">
                <a16:creationId xmlns:a16="http://schemas.microsoft.com/office/drawing/2014/main" id="{3BABA0AD-ABE9-1F2F-D708-6D16F4FF07C5}"/>
              </a:ext>
            </a:extLst>
          </p:cNvPr>
          <p:cNvSpPr txBox="1">
            <a:spLocks/>
          </p:cNvSpPr>
          <p:nvPr/>
        </p:nvSpPr>
        <p:spPr>
          <a:xfrm>
            <a:off x="5477027" y="1210"/>
            <a:ext cx="6452507" cy="1222103"/>
          </a:xfrm>
          <a:prstGeom prst="rect">
            <a:avLst/>
          </a:prstGeom>
        </p:spPr>
        <p:txBody>
          <a:bodyPr vert="horz" lIns="121920" tIns="60960" rIns="121920" bIns="60960" rtlCol="0">
            <a:normAutofit fontScale="40000" lnSpcReduction="20000"/>
          </a:bodyPr>
          <a:lst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2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3200" dirty="0"/>
              <a:t>Noteworthy differences between states</a:t>
            </a:r>
          </a:p>
          <a:p>
            <a:r>
              <a:rPr lang="en-US" sz="3200" dirty="0"/>
              <a:t>Various patterns observed:</a:t>
            </a:r>
          </a:p>
          <a:p>
            <a:pPr lvl="1"/>
            <a:r>
              <a:rPr lang="en-US" sz="3200" dirty="0"/>
              <a:t>&gt;1 and above avg survival in early ages</a:t>
            </a:r>
          </a:p>
          <a:p>
            <a:pPr lvl="1"/>
            <a:r>
              <a:rPr lang="en-US" sz="3200" dirty="0"/>
              <a:t>Below </a:t>
            </a:r>
            <a:r>
              <a:rPr lang="en-US" sz="3200" dirty="0" err="1"/>
              <a:t>natl</a:t>
            </a:r>
            <a:r>
              <a:rPr lang="en-US" sz="3200" dirty="0"/>
              <a:t> avg in early ages</a:t>
            </a:r>
          </a:p>
          <a:p>
            <a:pPr lvl="1"/>
            <a:r>
              <a:rPr lang="en-US" sz="3200" dirty="0"/>
              <a:t>Above </a:t>
            </a:r>
            <a:r>
              <a:rPr lang="en-US" sz="3200" dirty="0" err="1"/>
              <a:t>natl</a:t>
            </a:r>
            <a:r>
              <a:rPr lang="en-US" sz="3200" dirty="0"/>
              <a:t> avg in late ages</a:t>
            </a:r>
          </a:p>
        </p:txBody>
      </p:sp>
    </p:spTree>
    <p:extLst>
      <p:ext uri="{BB962C8B-B14F-4D97-AF65-F5344CB8AC3E}">
        <p14:creationId xmlns:p14="http://schemas.microsoft.com/office/powerpoint/2010/main" val="3165691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B8847-6513-9DF4-B36A-3C3F32BBA3CE}"/>
              </a:ext>
            </a:extLst>
          </p:cNvPr>
          <p:cNvSpPr>
            <a:spLocks noGrp="1"/>
          </p:cNvSpPr>
          <p:nvPr>
            <p:ph type="title"/>
          </p:nvPr>
        </p:nvSpPr>
        <p:spPr/>
        <p:txBody>
          <a:bodyPr/>
          <a:lstStyle/>
          <a:p>
            <a:r>
              <a:rPr lang="en-US" dirty="0"/>
              <a:t>State-level survival curves, 2019</a:t>
            </a:r>
          </a:p>
        </p:txBody>
      </p:sp>
      <p:sp>
        <p:nvSpPr>
          <p:cNvPr id="3" name="Text Placeholder 2">
            <a:extLst>
              <a:ext uri="{FF2B5EF4-FFF2-40B4-BE49-F238E27FC236}">
                <a16:creationId xmlns:a16="http://schemas.microsoft.com/office/drawing/2014/main" id="{8BD3612B-D56F-E0D9-CB70-6EDC3BDBDC57}"/>
              </a:ext>
            </a:extLst>
          </p:cNvPr>
          <p:cNvSpPr>
            <a:spLocks noGrp="1"/>
          </p:cNvSpPr>
          <p:nvPr>
            <p:ph type="body" sz="quarter" idx="10"/>
          </p:nvPr>
        </p:nvSpPr>
        <p:spPr>
          <a:xfrm>
            <a:off x="7484918" y="1499810"/>
            <a:ext cx="4639349" cy="4829025"/>
          </a:xfrm>
        </p:spPr>
        <p:txBody>
          <a:bodyPr>
            <a:normAutofit fontScale="85000" lnSpcReduction="10000"/>
          </a:bodyPr>
          <a:lstStyle/>
          <a:p>
            <a:r>
              <a:rPr lang="en-US" dirty="0"/>
              <a:t>Noteworthy differences between states</a:t>
            </a:r>
          </a:p>
          <a:p>
            <a:r>
              <a:rPr lang="en-US" dirty="0"/>
              <a:t>Various patterns observed:</a:t>
            </a:r>
          </a:p>
          <a:p>
            <a:pPr lvl="1"/>
            <a:r>
              <a:rPr lang="en-US" dirty="0"/>
              <a:t>&gt;1 and above avg survival in early ages e.g. Idaho</a:t>
            </a:r>
          </a:p>
          <a:p>
            <a:pPr lvl="1"/>
            <a:r>
              <a:rPr lang="en-US" dirty="0"/>
              <a:t>Below </a:t>
            </a:r>
            <a:r>
              <a:rPr lang="en-US" dirty="0" err="1"/>
              <a:t>natl</a:t>
            </a:r>
            <a:r>
              <a:rPr lang="en-US" dirty="0"/>
              <a:t> avg in early ages e.g. New York</a:t>
            </a:r>
          </a:p>
          <a:p>
            <a:pPr lvl="1"/>
            <a:r>
              <a:rPr lang="en-US" dirty="0"/>
              <a:t>Above </a:t>
            </a:r>
            <a:r>
              <a:rPr lang="en-US" dirty="0" err="1"/>
              <a:t>natl</a:t>
            </a:r>
            <a:r>
              <a:rPr lang="en-US" dirty="0"/>
              <a:t> avg in late ages e.g. California</a:t>
            </a:r>
          </a:p>
        </p:txBody>
      </p:sp>
      <p:pic>
        <p:nvPicPr>
          <p:cNvPr id="7" name="Picture 6" descr="A screenshot of a graph&#10;&#10;Description automatically generated">
            <a:extLst>
              <a:ext uri="{FF2B5EF4-FFF2-40B4-BE49-F238E27FC236}">
                <a16:creationId xmlns:a16="http://schemas.microsoft.com/office/drawing/2014/main" id="{5502AED4-9D2D-C841-CAA5-C56F81E2AE88}"/>
              </a:ext>
            </a:extLst>
          </p:cNvPr>
          <p:cNvPicPr>
            <a:picLocks noChangeAspect="1"/>
          </p:cNvPicPr>
          <p:nvPr/>
        </p:nvPicPr>
        <p:blipFill>
          <a:blip r:embed="rId2"/>
          <a:stretch>
            <a:fillRect/>
          </a:stretch>
        </p:blipFill>
        <p:spPr>
          <a:xfrm>
            <a:off x="609599" y="1209525"/>
            <a:ext cx="6875319" cy="5500255"/>
          </a:xfrm>
          <a:prstGeom prst="rect">
            <a:avLst/>
          </a:prstGeom>
        </p:spPr>
      </p:pic>
    </p:spTree>
    <p:extLst>
      <p:ext uri="{BB962C8B-B14F-4D97-AF65-F5344CB8AC3E}">
        <p14:creationId xmlns:p14="http://schemas.microsoft.com/office/powerpoint/2010/main" val="33415367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344AE-5705-2C8E-2948-469E03073D56}"/>
              </a:ext>
            </a:extLst>
          </p:cNvPr>
          <p:cNvSpPr>
            <a:spLocks noGrp="1"/>
          </p:cNvSpPr>
          <p:nvPr>
            <p:ph type="title"/>
          </p:nvPr>
        </p:nvSpPr>
        <p:spPr/>
        <p:txBody>
          <a:bodyPr/>
          <a:lstStyle/>
          <a:p>
            <a:r>
              <a:rPr lang="en-US" dirty="0"/>
              <a:t>Variables explaining </a:t>
            </a:r>
            <a:br>
              <a:rPr lang="en-US" dirty="0"/>
            </a:br>
            <a:r>
              <a:rPr lang="en-US" dirty="0"/>
              <a:t>state-level differences in survival</a:t>
            </a:r>
          </a:p>
        </p:txBody>
      </p:sp>
      <p:sp>
        <p:nvSpPr>
          <p:cNvPr id="3" name="Text Placeholder 2">
            <a:extLst>
              <a:ext uri="{FF2B5EF4-FFF2-40B4-BE49-F238E27FC236}">
                <a16:creationId xmlns:a16="http://schemas.microsoft.com/office/drawing/2014/main" id="{69D87F21-E8DA-0CAC-371D-034347B9E464}"/>
              </a:ext>
            </a:extLst>
          </p:cNvPr>
          <p:cNvSpPr>
            <a:spLocks noGrp="1"/>
          </p:cNvSpPr>
          <p:nvPr>
            <p:ph type="body" sz="quarter" idx="10"/>
          </p:nvPr>
        </p:nvSpPr>
        <p:spPr>
          <a:xfrm>
            <a:off x="609599" y="5795852"/>
            <a:ext cx="10826751" cy="807099"/>
          </a:xfrm>
        </p:spPr>
        <p:txBody>
          <a:bodyPr>
            <a:normAutofit fontScale="77500" lnSpcReduction="20000"/>
          </a:bodyPr>
          <a:lstStyle/>
          <a:p>
            <a:r>
              <a:rPr lang="en-US" dirty="0"/>
              <a:t>Blue = higher than national = more vehicles surviving or net imported</a:t>
            </a:r>
          </a:p>
          <a:p>
            <a:r>
              <a:rPr lang="en-US" dirty="0"/>
              <a:t>Red = lower than national = more vehicles scrapped or net exported</a:t>
            </a:r>
          </a:p>
        </p:txBody>
      </p:sp>
      <p:sp>
        <p:nvSpPr>
          <p:cNvPr id="6" name="Rectangle 5">
            <a:extLst>
              <a:ext uri="{FF2B5EF4-FFF2-40B4-BE49-F238E27FC236}">
                <a16:creationId xmlns:a16="http://schemas.microsoft.com/office/drawing/2014/main" id="{1942B3B3-2F76-466C-9CF0-93319A872864}"/>
              </a:ext>
            </a:extLst>
          </p:cNvPr>
          <p:cNvSpPr/>
          <p:nvPr/>
        </p:nvSpPr>
        <p:spPr>
          <a:xfrm>
            <a:off x="10942573" y="6347901"/>
            <a:ext cx="1249428" cy="510099"/>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2400"/>
          </a:p>
        </p:txBody>
      </p:sp>
      <p:sp>
        <p:nvSpPr>
          <p:cNvPr id="8" name="Rectangle 7">
            <a:extLst>
              <a:ext uri="{FF2B5EF4-FFF2-40B4-BE49-F238E27FC236}">
                <a16:creationId xmlns:a16="http://schemas.microsoft.com/office/drawing/2014/main" id="{9B15C440-6822-1F07-820E-51737EDEDF00}"/>
              </a:ext>
            </a:extLst>
          </p:cNvPr>
          <p:cNvSpPr/>
          <p:nvPr/>
        </p:nvSpPr>
        <p:spPr>
          <a:xfrm>
            <a:off x="609598" y="1563426"/>
            <a:ext cx="9758724" cy="629508"/>
          </a:xfrm>
          <a:prstGeom prst="rect">
            <a:avLst/>
          </a:prstGeom>
        </p:spPr>
        <p:txBody>
          <a:bodyPr vert="horz" lIns="121920" tIns="60960" rIns="121920" bIns="60960" rtlCol="0">
            <a:normAutofit fontScale="70000" lnSpcReduction="20000"/>
          </a:bodyPr>
          <a:lstStyle/>
          <a:p>
            <a:pPr>
              <a:spcBef>
                <a:spcPct val="20000"/>
              </a:spcBef>
            </a:pPr>
            <a:r>
              <a:rPr lang="en-US" sz="3200" dirty="0"/>
              <a:t>Regression analysis to uncover what drives regionally-specific survival rates </a:t>
            </a:r>
          </a:p>
        </p:txBody>
      </p:sp>
      <p:pic>
        <p:nvPicPr>
          <p:cNvPr id="4" name="Picture 3">
            <a:extLst>
              <a:ext uri="{FF2B5EF4-FFF2-40B4-BE49-F238E27FC236}">
                <a16:creationId xmlns:a16="http://schemas.microsoft.com/office/drawing/2014/main" id="{69DDC4A5-6517-0545-42EC-66D1415ABAF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9599" y="2503154"/>
            <a:ext cx="10934700" cy="3016673"/>
          </a:xfrm>
          <a:prstGeom prst="rect">
            <a:avLst/>
          </a:prstGeom>
          <a:noFill/>
          <a:ln>
            <a:noFill/>
          </a:ln>
        </p:spPr>
      </p:pic>
      <p:sp>
        <p:nvSpPr>
          <p:cNvPr id="7" name="Rectangle 6">
            <a:extLst>
              <a:ext uri="{FF2B5EF4-FFF2-40B4-BE49-F238E27FC236}">
                <a16:creationId xmlns:a16="http://schemas.microsoft.com/office/drawing/2014/main" id="{79F4716E-AC92-2BCE-A7E3-324ECAEEB359}"/>
              </a:ext>
            </a:extLst>
          </p:cNvPr>
          <p:cNvSpPr/>
          <p:nvPr/>
        </p:nvSpPr>
        <p:spPr>
          <a:xfrm>
            <a:off x="9367048" y="99939"/>
            <a:ext cx="2707188" cy="130837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i="1" dirty="0"/>
              <a:t>Paper in progress: Greene et al. (2025) submitted</a:t>
            </a:r>
          </a:p>
        </p:txBody>
      </p:sp>
    </p:spTree>
    <p:extLst>
      <p:ext uri="{BB962C8B-B14F-4D97-AF65-F5344CB8AC3E}">
        <p14:creationId xmlns:p14="http://schemas.microsoft.com/office/powerpoint/2010/main" val="36892766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0EB34-6402-29BA-FF90-5113A9453D14}"/>
              </a:ext>
            </a:extLst>
          </p:cNvPr>
          <p:cNvSpPr>
            <a:spLocks noGrp="1"/>
          </p:cNvSpPr>
          <p:nvPr>
            <p:ph type="title"/>
          </p:nvPr>
        </p:nvSpPr>
        <p:spPr>
          <a:xfrm>
            <a:off x="609599" y="1"/>
            <a:ext cx="10826752" cy="1209524"/>
          </a:xfrm>
        </p:spPr>
        <p:txBody>
          <a:bodyPr/>
          <a:lstStyle/>
          <a:p>
            <a:r>
              <a:rPr lang="en-US" dirty="0"/>
              <a:t>Generalized state-level survival curves, predicted for 2022, based on 2014-2022 data</a:t>
            </a:r>
          </a:p>
        </p:txBody>
      </p:sp>
      <p:sp>
        <p:nvSpPr>
          <p:cNvPr id="3" name="Text Placeholder 2">
            <a:extLst>
              <a:ext uri="{FF2B5EF4-FFF2-40B4-BE49-F238E27FC236}">
                <a16:creationId xmlns:a16="http://schemas.microsoft.com/office/drawing/2014/main" id="{67B8506E-D957-0BAD-BE42-6C16323EAD4C}"/>
              </a:ext>
            </a:extLst>
          </p:cNvPr>
          <p:cNvSpPr>
            <a:spLocks noGrp="1"/>
          </p:cNvSpPr>
          <p:nvPr>
            <p:ph type="body" sz="quarter" idx="10"/>
          </p:nvPr>
        </p:nvSpPr>
        <p:spPr/>
        <p:txBody>
          <a:bodyPr/>
          <a:lstStyle/>
          <a:p>
            <a:endParaRPr lang="en-US"/>
          </a:p>
        </p:txBody>
      </p:sp>
      <p:sp>
        <p:nvSpPr>
          <p:cNvPr id="6" name="Rectangle 5">
            <a:extLst>
              <a:ext uri="{FF2B5EF4-FFF2-40B4-BE49-F238E27FC236}">
                <a16:creationId xmlns:a16="http://schemas.microsoft.com/office/drawing/2014/main" id="{8BC43982-59C7-F12C-567B-0F39E9E8BE18}"/>
              </a:ext>
            </a:extLst>
          </p:cNvPr>
          <p:cNvSpPr/>
          <p:nvPr/>
        </p:nvSpPr>
        <p:spPr>
          <a:xfrm>
            <a:off x="9788237" y="678730"/>
            <a:ext cx="2190090" cy="66616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i="1" dirty="0"/>
              <a:t>Greene et al. 2025 (submitted)</a:t>
            </a:r>
          </a:p>
        </p:txBody>
      </p:sp>
      <p:pic>
        <p:nvPicPr>
          <p:cNvPr id="8" name="Picture 7">
            <a:extLst>
              <a:ext uri="{FF2B5EF4-FFF2-40B4-BE49-F238E27FC236}">
                <a16:creationId xmlns:a16="http://schemas.microsoft.com/office/drawing/2014/main" id="{6DDDEFCC-47CF-F4C3-1D99-8654ED95A523}"/>
              </a:ext>
            </a:extLst>
          </p:cNvPr>
          <p:cNvPicPr>
            <a:picLocks noChangeAspect="1"/>
          </p:cNvPicPr>
          <p:nvPr/>
        </p:nvPicPr>
        <p:blipFill>
          <a:blip r:embed="rId2"/>
          <a:stretch>
            <a:fillRect/>
          </a:stretch>
        </p:blipFill>
        <p:spPr>
          <a:xfrm>
            <a:off x="8814" y="1723698"/>
            <a:ext cx="6216690" cy="4246612"/>
          </a:xfrm>
          <a:prstGeom prst="rect">
            <a:avLst/>
          </a:prstGeom>
        </p:spPr>
      </p:pic>
      <p:pic>
        <p:nvPicPr>
          <p:cNvPr id="10" name="Picture 9">
            <a:extLst>
              <a:ext uri="{FF2B5EF4-FFF2-40B4-BE49-F238E27FC236}">
                <a16:creationId xmlns:a16="http://schemas.microsoft.com/office/drawing/2014/main" id="{0EF49165-27B9-753F-2B4C-D8261EC46B92}"/>
              </a:ext>
            </a:extLst>
          </p:cNvPr>
          <p:cNvPicPr>
            <a:picLocks noChangeAspect="1"/>
          </p:cNvPicPr>
          <p:nvPr/>
        </p:nvPicPr>
        <p:blipFill>
          <a:blip r:embed="rId3"/>
          <a:stretch>
            <a:fillRect/>
          </a:stretch>
        </p:blipFill>
        <p:spPr>
          <a:xfrm>
            <a:off x="5894694" y="1723698"/>
            <a:ext cx="6361180" cy="4246612"/>
          </a:xfrm>
          <a:prstGeom prst="rect">
            <a:avLst/>
          </a:prstGeom>
        </p:spPr>
      </p:pic>
    </p:spTree>
    <p:extLst>
      <p:ext uri="{BB962C8B-B14F-4D97-AF65-F5344CB8AC3E}">
        <p14:creationId xmlns:p14="http://schemas.microsoft.com/office/powerpoint/2010/main" val="14313167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5FD32-976A-26F4-62EB-CCC356C07E8F}"/>
              </a:ext>
            </a:extLst>
          </p:cNvPr>
          <p:cNvSpPr>
            <a:spLocks noGrp="1"/>
          </p:cNvSpPr>
          <p:nvPr>
            <p:ph type="title"/>
          </p:nvPr>
        </p:nvSpPr>
        <p:spPr/>
        <p:txBody>
          <a:bodyPr/>
          <a:lstStyle/>
          <a:p>
            <a:r>
              <a:rPr lang="en-US" dirty="0"/>
              <a:t>Journal peer review - reject</a:t>
            </a:r>
          </a:p>
        </p:txBody>
      </p:sp>
      <p:sp>
        <p:nvSpPr>
          <p:cNvPr id="3" name="Text Placeholder 2">
            <a:extLst>
              <a:ext uri="{FF2B5EF4-FFF2-40B4-BE49-F238E27FC236}">
                <a16:creationId xmlns:a16="http://schemas.microsoft.com/office/drawing/2014/main" id="{6540F7E4-F2E0-04FA-D07C-010784BA95C5}"/>
              </a:ext>
            </a:extLst>
          </p:cNvPr>
          <p:cNvSpPr>
            <a:spLocks noGrp="1"/>
          </p:cNvSpPr>
          <p:nvPr>
            <p:ph type="body" sz="quarter" idx="10"/>
          </p:nvPr>
        </p:nvSpPr>
        <p:spPr/>
        <p:txBody>
          <a:bodyPr>
            <a:normAutofit fontScale="70000" lnSpcReduction="20000"/>
          </a:bodyPr>
          <a:lstStyle/>
          <a:p>
            <a:r>
              <a:rPr lang="en-US" dirty="0"/>
              <a:t>Paper released as UTK Research Report and on SSRN</a:t>
            </a:r>
          </a:p>
          <a:p>
            <a:r>
              <a:rPr lang="en-US" dirty="0"/>
              <a:t>Submitted to and returned from Transportation Research Part A: Policy and Practice with reviewer comments</a:t>
            </a:r>
          </a:p>
          <a:p>
            <a:pPr lvl="1"/>
            <a:r>
              <a:rPr lang="en-US" dirty="0"/>
              <a:t>Reviewers noted a disconnect between stated motivation and goals (informing EV transition) vs. actual results </a:t>
            </a:r>
          </a:p>
          <a:p>
            <a:pPr lvl="1"/>
            <a:r>
              <a:rPr lang="en-US" dirty="0"/>
              <a:t>Reviewers were confused about “net survival”, which combines scrappage and migration, and disputed its usefulness</a:t>
            </a:r>
          </a:p>
          <a:p>
            <a:pPr lvl="1"/>
            <a:r>
              <a:rPr lang="en-US" dirty="0"/>
              <a:t>Reviewers requested more rigorous theory and further attempts to distinguish scrappage and migration</a:t>
            </a:r>
          </a:p>
          <a:p>
            <a:pPr lvl="1"/>
            <a:r>
              <a:rPr lang="en-US" dirty="0"/>
              <a:t>Reviewers requested validation of model forecasts e.g. via out-of-sample prediction or </a:t>
            </a:r>
            <a:r>
              <a:rPr lang="en-US" dirty="0" err="1"/>
              <a:t>backcasting</a:t>
            </a:r>
            <a:r>
              <a:rPr lang="en-US" dirty="0"/>
              <a:t>/</a:t>
            </a:r>
            <a:r>
              <a:rPr lang="en-US" dirty="0" err="1"/>
              <a:t>backtesting</a:t>
            </a:r>
            <a:endParaRPr lang="en-US" dirty="0"/>
          </a:p>
          <a:p>
            <a:r>
              <a:rPr lang="en-US" dirty="0"/>
              <a:t>Responses and resubmission to another journal in progress</a:t>
            </a:r>
          </a:p>
          <a:p>
            <a:pPr lvl="1"/>
            <a:r>
              <a:rPr lang="en-US" dirty="0"/>
              <a:t>In particular, validation via out-of-sample prediction/</a:t>
            </a:r>
            <a:r>
              <a:rPr lang="en-US" dirty="0" err="1"/>
              <a:t>backcasting</a:t>
            </a:r>
            <a:r>
              <a:rPr lang="en-US" dirty="0"/>
              <a:t> via this subtask</a:t>
            </a:r>
          </a:p>
          <a:p>
            <a:pPr lvl="1"/>
            <a:endParaRPr lang="en-US" dirty="0"/>
          </a:p>
          <a:p>
            <a:endParaRPr lang="en-US" dirty="0"/>
          </a:p>
        </p:txBody>
      </p:sp>
    </p:spTree>
    <p:extLst>
      <p:ext uri="{BB962C8B-B14F-4D97-AF65-F5344CB8AC3E}">
        <p14:creationId xmlns:p14="http://schemas.microsoft.com/office/powerpoint/2010/main" val="35597108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24778-8D5F-FB92-E158-695D9220ECFC}"/>
              </a:ext>
            </a:extLst>
          </p:cNvPr>
          <p:cNvSpPr>
            <a:spLocks noGrp="1"/>
          </p:cNvSpPr>
          <p:nvPr>
            <p:ph type="title"/>
          </p:nvPr>
        </p:nvSpPr>
        <p:spPr>
          <a:xfrm>
            <a:off x="609598" y="1"/>
            <a:ext cx="10982631" cy="1209524"/>
          </a:xfrm>
        </p:spPr>
        <p:txBody>
          <a:bodyPr/>
          <a:lstStyle/>
          <a:p>
            <a:r>
              <a:rPr lang="en-US" dirty="0"/>
              <a:t>How can accurate regional vehicle turnover/sales be estimated?</a:t>
            </a:r>
          </a:p>
        </p:txBody>
      </p:sp>
      <p:graphicFrame>
        <p:nvGraphicFramePr>
          <p:cNvPr id="4" name="Table 3">
            <a:extLst>
              <a:ext uri="{FF2B5EF4-FFF2-40B4-BE49-F238E27FC236}">
                <a16:creationId xmlns:a16="http://schemas.microsoft.com/office/drawing/2014/main" id="{DF49BADA-5359-95DE-5EC0-38548221034A}"/>
              </a:ext>
            </a:extLst>
          </p:cNvPr>
          <p:cNvGraphicFramePr>
            <a:graphicFrameLocks noGrp="1"/>
          </p:cNvGraphicFramePr>
          <p:nvPr>
            <p:extLst>
              <p:ext uri="{D42A27DB-BD31-4B8C-83A1-F6EECF244321}">
                <p14:modId xmlns:p14="http://schemas.microsoft.com/office/powerpoint/2010/main" val="2798553690"/>
              </p:ext>
            </p:extLst>
          </p:nvPr>
        </p:nvGraphicFramePr>
        <p:xfrm>
          <a:off x="609597" y="1376315"/>
          <a:ext cx="10982631" cy="5285136"/>
        </p:xfrm>
        <a:graphic>
          <a:graphicData uri="http://schemas.openxmlformats.org/drawingml/2006/table">
            <a:tbl>
              <a:tblPr firstRow="1" bandRow="1">
                <a:tableStyleId>{5C22544A-7EE6-4342-B048-85BDC9FD1C3A}</a:tableStyleId>
              </a:tblPr>
              <a:tblGrid>
                <a:gridCol w="3156860">
                  <a:extLst>
                    <a:ext uri="{9D8B030D-6E8A-4147-A177-3AD203B41FA5}">
                      <a16:colId xmlns:a16="http://schemas.microsoft.com/office/drawing/2014/main" val="212268018"/>
                    </a:ext>
                  </a:extLst>
                </a:gridCol>
                <a:gridCol w="2884714">
                  <a:extLst>
                    <a:ext uri="{9D8B030D-6E8A-4147-A177-3AD203B41FA5}">
                      <a16:colId xmlns:a16="http://schemas.microsoft.com/office/drawing/2014/main" val="1026909484"/>
                    </a:ext>
                  </a:extLst>
                </a:gridCol>
                <a:gridCol w="4941057">
                  <a:extLst>
                    <a:ext uri="{9D8B030D-6E8A-4147-A177-3AD203B41FA5}">
                      <a16:colId xmlns:a16="http://schemas.microsoft.com/office/drawing/2014/main" val="455734204"/>
                    </a:ext>
                  </a:extLst>
                </a:gridCol>
              </a:tblGrid>
              <a:tr h="996648">
                <a:tc>
                  <a:txBody>
                    <a:bodyPr/>
                    <a:lstStyle/>
                    <a:p>
                      <a:r>
                        <a:rPr lang="en-US" dirty="0"/>
                        <a:t>Regional stocks paired with…</a:t>
                      </a:r>
                    </a:p>
                  </a:txBody>
                  <a:tcPr/>
                </a:tc>
                <a:tc>
                  <a:txBody>
                    <a:bodyPr/>
                    <a:lstStyle/>
                    <a:p>
                      <a:r>
                        <a:rPr lang="en-US" dirty="0"/>
                        <a:t>Pros</a:t>
                      </a:r>
                    </a:p>
                  </a:txBody>
                  <a:tcPr/>
                </a:tc>
                <a:tc>
                  <a:txBody>
                    <a:bodyPr/>
                    <a:lstStyle/>
                    <a:p>
                      <a:r>
                        <a:rPr lang="en-US" dirty="0"/>
                        <a:t>Cons</a:t>
                      </a:r>
                    </a:p>
                  </a:txBody>
                  <a:tcPr/>
                </a:tc>
                <a:extLst>
                  <a:ext uri="{0D108BD9-81ED-4DB2-BD59-A6C34878D82A}">
                    <a16:rowId xmlns:a16="http://schemas.microsoft.com/office/drawing/2014/main" val="1232509410"/>
                  </a:ext>
                </a:extLst>
              </a:tr>
              <a:tr h="691365">
                <a:tc>
                  <a:txBody>
                    <a:bodyPr/>
                    <a:lstStyle/>
                    <a:p>
                      <a:r>
                        <a:rPr lang="en-US" sz="1800" dirty="0"/>
                        <a:t>National survival</a:t>
                      </a:r>
                    </a:p>
                  </a:txBody>
                  <a:tcPr/>
                </a:tc>
                <a:tc>
                  <a:txBody>
                    <a:bodyPr/>
                    <a:lstStyle/>
                    <a:p>
                      <a:r>
                        <a:rPr lang="en-US" sz="1800" dirty="0"/>
                        <a:t>Simple, well-studied, validated</a:t>
                      </a:r>
                    </a:p>
                  </a:txBody>
                  <a:tcPr/>
                </a:tc>
                <a:tc>
                  <a:txBody>
                    <a:bodyPr/>
                    <a:lstStyle/>
                    <a:p>
                      <a:r>
                        <a:rPr lang="en-US" sz="1800" dirty="0"/>
                        <a:t>Regional stock age converge to national stock age.</a:t>
                      </a:r>
                    </a:p>
                    <a:p>
                      <a:r>
                        <a:rPr lang="en-US" sz="1800" dirty="0"/>
                        <a:t>Only approximate scrappage is captured; no representation of used market/internal transfers.</a:t>
                      </a:r>
                    </a:p>
                  </a:txBody>
                  <a:tcPr/>
                </a:tc>
                <a:extLst>
                  <a:ext uri="{0D108BD9-81ED-4DB2-BD59-A6C34878D82A}">
                    <a16:rowId xmlns:a16="http://schemas.microsoft.com/office/drawing/2014/main" val="3449179957"/>
                  </a:ext>
                </a:extLst>
              </a:tr>
              <a:tr h="751114">
                <a:tc>
                  <a:txBody>
                    <a:bodyPr/>
                    <a:lstStyle/>
                    <a:p>
                      <a:r>
                        <a:rPr lang="en-US" sz="1800" dirty="0"/>
                        <a:t>Regional sales fixed at historical turnover, assuming FIFO</a:t>
                      </a:r>
                    </a:p>
                  </a:txBody>
                  <a:tcPr/>
                </a:tc>
                <a:tc>
                  <a:txBody>
                    <a:bodyPr/>
                    <a:lstStyle/>
                    <a:p>
                      <a:r>
                        <a:rPr lang="en-US" sz="1800" dirty="0"/>
                        <a:t>Simple, preserves regional average ages</a:t>
                      </a:r>
                    </a:p>
                  </a:txBody>
                  <a:tcPr/>
                </a:tc>
                <a:tc>
                  <a:txBody>
                    <a:bodyPr/>
                    <a:lstStyle/>
                    <a:p>
                      <a:r>
                        <a:rPr lang="en-US" sz="1800" dirty="0"/>
                        <a:t>Regional average ages are only approximated; regional age distributions are lost. </a:t>
                      </a:r>
                    </a:p>
                    <a:p>
                      <a:r>
                        <a:rPr lang="en-US" sz="1800" dirty="0"/>
                        <a:t>No representation of transfers.</a:t>
                      </a:r>
                    </a:p>
                  </a:txBody>
                  <a:tcPr/>
                </a:tc>
                <a:extLst>
                  <a:ext uri="{0D108BD9-81ED-4DB2-BD59-A6C34878D82A}">
                    <a16:rowId xmlns:a16="http://schemas.microsoft.com/office/drawing/2014/main" val="625281467"/>
                  </a:ext>
                </a:extLst>
              </a:tr>
              <a:tr h="996648">
                <a:tc>
                  <a:txBody>
                    <a:bodyPr/>
                    <a:lstStyle/>
                    <a:p>
                      <a:r>
                        <a:rPr lang="en-US" sz="1800" dirty="0"/>
                        <a:t>Regional “net survival”</a:t>
                      </a:r>
                    </a:p>
                  </a:txBody>
                  <a:tcPr/>
                </a:tc>
                <a:tc>
                  <a:txBody>
                    <a:bodyPr/>
                    <a:lstStyle/>
                    <a:p>
                      <a:r>
                        <a:rPr lang="en-US" sz="1800" dirty="0"/>
                        <a:t>Potentially better representation of regional dynamics</a:t>
                      </a:r>
                    </a:p>
                  </a:txBody>
                  <a:tcPr/>
                </a:tc>
                <a:tc>
                  <a:txBody>
                    <a:bodyPr/>
                    <a:lstStyle/>
                    <a:p>
                      <a:r>
                        <a:rPr lang="en-US" sz="1800" dirty="0"/>
                        <a:t>Potential discrepancies with national turnover</a:t>
                      </a:r>
                    </a:p>
                    <a:p>
                      <a:r>
                        <a:rPr lang="en-US" sz="1800" dirty="0"/>
                        <a:t>Negative net survival (imports) may not draw from available stock</a:t>
                      </a:r>
                    </a:p>
                    <a:p>
                      <a:r>
                        <a:rPr lang="en-US" sz="1800" dirty="0"/>
                        <a:t>General net survival rates may under/overestimate changes to technology-specific vehicle stock</a:t>
                      </a:r>
                    </a:p>
                  </a:txBody>
                  <a:tcPr/>
                </a:tc>
                <a:extLst>
                  <a:ext uri="{0D108BD9-81ED-4DB2-BD59-A6C34878D82A}">
                    <a16:rowId xmlns:a16="http://schemas.microsoft.com/office/drawing/2014/main" val="2723171169"/>
                  </a:ext>
                </a:extLst>
              </a:tr>
              <a:tr h="996648">
                <a:tc>
                  <a:txBody>
                    <a:bodyPr/>
                    <a:lstStyle/>
                    <a:p>
                      <a:r>
                        <a:rPr lang="en-US" sz="1800" dirty="0"/>
                        <a:t>Full model of used market and transfers between regions</a:t>
                      </a:r>
                    </a:p>
                  </a:txBody>
                  <a:tcPr/>
                </a:tc>
                <a:tc>
                  <a:txBody>
                    <a:bodyPr/>
                    <a:lstStyle/>
                    <a:p>
                      <a:endParaRPr lang="en-US" sz="1800" dirty="0"/>
                    </a:p>
                  </a:txBody>
                  <a:tcPr/>
                </a:tc>
                <a:tc>
                  <a:txBody>
                    <a:bodyPr/>
                    <a:lstStyle/>
                    <a:p>
                      <a:r>
                        <a:rPr lang="en-US" sz="1800" dirty="0"/>
                        <a:t>Lack of data/model/theory</a:t>
                      </a:r>
                    </a:p>
                    <a:p>
                      <a:r>
                        <a:rPr lang="en-US" sz="1800" dirty="0"/>
                        <a:t>Complex – regions can’t be run independently</a:t>
                      </a:r>
                    </a:p>
                    <a:p>
                      <a:r>
                        <a:rPr lang="en-US" sz="1800" dirty="0"/>
                        <a:t>Embeds current patterns</a:t>
                      </a:r>
                    </a:p>
                  </a:txBody>
                  <a:tcPr/>
                </a:tc>
                <a:extLst>
                  <a:ext uri="{0D108BD9-81ED-4DB2-BD59-A6C34878D82A}">
                    <a16:rowId xmlns:a16="http://schemas.microsoft.com/office/drawing/2014/main" val="384306770"/>
                  </a:ext>
                </a:extLst>
              </a:tr>
            </a:tbl>
          </a:graphicData>
        </a:graphic>
      </p:graphicFrame>
    </p:spTree>
    <p:extLst>
      <p:ext uri="{BB962C8B-B14F-4D97-AF65-F5344CB8AC3E}">
        <p14:creationId xmlns:p14="http://schemas.microsoft.com/office/powerpoint/2010/main" val="11543631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2DB5A-5DCC-6B6F-917E-CBAA82644E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0B123D-7B22-90B8-2605-A4C108DDFFE5}"/>
              </a:ext>
            </a:extLst>
          </p:cNvPr>
          <p:cNvSpPr>
            <a:spLocks noGrp="1"/>
          </p:cNvSpPr>
          <p:nvPr>
            <p:ph type="title"/>
          </p:nvPr>
        </p:nvSpPr>
        <p:spPr>
          <a:xfrm>
            <a:off x="609599" y="1"/>
            <a:ext cx="11005458" cy="1209524"/>
          </a:xfrm>
        </p:spPr>
        <p:txBody>
          <a:bodyPr/>
          <a:lstStyle/>
          <a:p>
            <a:r>
              <a:rPr lang="en-US" dirty="0"/>
              <a:t>The age distribution of vehicle stock differs varies across the US</a:t>
            </a:r>
          </a:p>
        </p:txBody>
      </p:sp>
      <p:pic>
        <p:nvPicPr>
          <p:cNvPr id="6" name="Picture 5">
            <a:extLst>
              <a:ext uri="{FF2B5EF4-FFF2-40B4-BE49-F238E27FC236}">
                <a16:creationId xmlns:a16="http://schemas.microsoft.com/office/drawing/2014/main" id="{EA4A9A96-7C22-3DB9-25AB-A4B11177C54A}"/>
              </a:ext>
            </a:extLst>
          </p:cNvPr>
          <p:cNvPicPr>
            <a:picLocks noChangeAspect="1"/>
          </p:cNvPicPr>
          <p:nvPr/>
        </p:nvPicPr>
        <p:blipFill>
          <a:blip r:embed="rId2"/>
          <a:stretch>
            <a:fillRect/>
          </a:stretch>
        </p:blipFill>
        <p:spPr>
          <a:xfrm>
            <a:off x="2210625" y="1323698"/>
            <a:ext cx="7803405" cy="5461565"/>
          </a:xfrm>
          <a:prstGeom prst="rect">
            <a:avLst/>
          </a:prstGeom>
        </p:spPr>
      </p:pic>
    </p:spTree>
    <p:extLst>
      <p:ext uri="{BB962C8B-B14F-4D97-AF65-F5344CB8AC3E}">
        <p14:creationId xmlns:p14="http://schemas.microsoft.com/office/powerpoint/2010/main" val="29183453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A9A3E9-D37E-2607-AE9A-EF41061074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C1996F-4DFA-D095-19B6-9EC08B60A85A}"/>
              </a:ext>
            </a:extLst>
          </p:cNvPr>
          <p:cNvSpPr>
            <a:spLocks noGrp="1"/>
          </p:cNvSpPr>
          <p:nvPr>
            <p:ph type="title"/>
          </p:nvPr>
        </p:nvSpPr>
        <p:spPr>
          <a:xfrm>
            <a:off x="609599" y="1"/>
            <a:ext cx="11005458" cy="1209524"/>
          </a:xfrm>
        </p:spPr>
        <p:txBody>
          <a:bodyPr/>
          <a:lstStyle/>
          <a:p>
            <a:r>
              <a:rPr lang="en-US" dirty="0"/>
              <a:t>Differences in age distribution are starker at the county level</a:t>
            </a:r>
          </a:p>
        </p:txBody>
      </p:sp>
      <p:pic>
        <p:nvPicPr>
          <p:cNvPr id="4" name="Picture 3" descr="Map&#10;&#10;Description automatically generated">
            <a:extLst>
              <a:ext uri="{FF2B5EF4-FFF2-40B4-BE49-F238E27FC236}">
                <a16:creationId xmlns:a16="http://schemas.microsoft.com/office/drawing/2014/main" id="{691E0FE2-6EF2-7F82-51C9-9BAD93D89169}"/>
              </a:ext>
            </a:extLst>
          </p:cNvPr>
          <p:cNvPicPr>
            <a:picLocks noChangeAspect="1"/>
          </p:cNvPicPr>
          <p:nvPr/>
        </p:nvPicPr>
        <p:blipFill>
          <a:blip r:embed="rId2"/>
          <a:stretch>
            <a:fillRect/>
          </a:stretch>
        </p:blipFill>
        <p:spPr>
          <a:xfrm>
            <a:off x="2578110" y="2253858"/>
            <a:ext cx="5413066" cy="3341399"/>
          </a:xfrm>
          <a:prstGeom prst="rect">
            <a:avLst/>
          </a:prstGeom>
        </p:spPr>
      </p:pic>
      <p:pic>
        <p:nvPicPr>
          <p:cNvPr id="5" name="Picture 4">
            <a:extLst>
              <a:ext uri="{FF2B5EF4-FFF2-40B4-BE49-F238E27FC236}">
                <a16:creationId xmlns:a16="http://schemas.microsoft.com/office/drawing/2014/main" id="{B3BE67F3-DCB3-538E-56AE-1C7D88C89F1F}"/>
              </a:ext>
            </a:extLst>
          </p:cNvPr>
          <p:cNvPicPr>
            <a:picLocks noChangeAspect="1"/>
          </p:cNvPicPr>
          <p:nvPr/>
        </p:nvPicPr>
        <p:blipFill>
          <a:blip r:embed="rId3"/>
          <a:stretch>
            <a:fillRect/>
          </a:stretch>
        </p:blipFill>
        <p:spPr>
          <a:xfrm>
            <a:off x="567391" y="1493775"/>
            <a:ext cx="1409897" cy="1209844"/>
          </a:xfrm>
          <a:prstGeom prst="rect">
            <a:avLst/>
          </a:prstGeom>
        </p:spPr>
      </p:pic>
      <p:pic>
        <p:nvPicPr>
          <p:cNvPr id="7" name="Picture 6">
            <a:extLst>
              <a:ext uri="{FF2B5EF4-FFF2-40B4-BE49-F238E27FC236}">
                <a16:creationId xmlns:a16="http://schemas.microsoft.com/office/drawing/2014/main" id="{AD1464AA-4A90-627A-1F3C-13A45EB2BD4D}"/>
              </a:ext>
            </a:extLst>
          </p:cNvPr>
          <p:cNvPicPr>
            <a:picLocks noChangeAspect="1"/>
          </p:cNvPicPr>
          <p:nvPr/>
        </p:nvPicPr>
        <p:blipFill>
          <a:blip r:embed="rId4"/>
          <a:stretch>
            <a:fillRect/>
          </a:stretch>
        </p:blipFill>
        <p:spPr>
          <a:xfrm>
            <a:off x="558073" y="2770852"/>
            <a:ext cx="1381318" cy="1171739"/>
          </a:xfrm>
          <a:prstGeom prst="rect">
            <a:avLst/>
          </a:prstGeom>
        </p:spPr>
      </p:pic>
      <p:pic>
        <p:nvPicPr>
          <p:cNvPr id="9" name="Picture 8">
            <a:extLst>
              <a:ext uri="{FF2B5EF4-FFF2-40B4-BE49-F238E27FC236}">
                <a16:creationId xmlns:a16="http://schemas.microsoft.com/office/drawing/2014/main" id="{AB7D4A04-133F-4A71-E4D2-87AEF7135FBE}"/>
              </a:ext>
            </a:extLst>
          </p:cNvPr>
          <p:cNvPicPr>
            <a:picLocks noChangeAspect="1"/>
          </p:cNvPicPr>
          <p:nvPr/>
        </p:nvPicPr>
        <p:blipFill>
          <a:blip r:embed="rId5"/>
          <a:stretch>
            <a:fillRect/>
          </a:stretch>
        </p:blipFill>
        <p:spPr>
          <a:xfrm>
            <a:off x="581680" y="4009824"/>
            <a:ext cx="1381318" cy="1219370"/>
          </a:xfrm>
          <a:prstGeom prst="rect">
            <a:avLst/>
          </a:prstGeom>
        </p:spPr>
      </p:pic>
      <p:pic>
        <p:nvPicPr>
          <p:cNvPr id="14" name="Picture 13">
            <a:extLst>
              <a:ext uri="{FF2B5EF4-FFF2-40B4-BE49-F238E27FC236}">
                <a16:creationId xmlns:a16="http://schemas.microsoft.com/office/drawing/2014/main" id="{CE6C6398-FE93-5D21-0E2A-B18DCAD030F7}"/>
              </a:ext>
            </a:extLst>
          </p:cNvPr>
          <p:cNvPicPr>
            <a:picLocks noChangeAspect="1"/>
          </p:cNvPicPr>
          <p:nvPr/>
        </p:nvPicPr>
        <p:blipFill>
          <a:blip r:embed="rId6"/>
          <a:stretch>
            <a:fillRect/>
          </a:stretch>
        </p:blipFill>
        <p:spPr>
          <a:xfrm>
            <a:off x="3429339" y="1271216"/>
            <a:ext cx="1343212" cy="1162212"/>
          </a:xfrm>
          <a:prstGeom prst="rect">
            <a:avLst/>
          </a:prstGeom>
        </p:spPr>
      </p:pic>
      <p:pic>
        <p:nvPicPr>
          <p:cNvPr id="18" name="Picture 17">
            <a:extLst>
              <a:ext uri="{FF2B5EF4-FFF2-40B4-BE49-F238E27FC236}">
                <a16:creationId xmlns:a16="http://schemas.microsoft.com/office/drawing/2014/main" id="{E4D71DE9-A059-EE90-1BC1-EFAA1959C845}"/>
              </a:ext>
            </a:extLst>
          </p:cNvPr>
          <p:cNvPicPr>
            <a:picLocks noChangeAspect="1"/>
          </p:cNvPicPr>
          <p:nvPr/>
        </p:nvPicPr>
        <p:blipFill>
          <a:blip r:embed="rId7"/>
          <a:stretch>
            <a:fillRect/>
          </a:stretch>
        </p:blipFill>
        <p:spPr>
          <a:xfrm>
            <a:off x="4904802" y="1271216"/>
            <a:ext cx="1343212" cy="1171739"/>
          </a:xfrm>
          <a:prstGeom prst="rect">
            <a:avLst/>
          </a:prstGeom>
        </p:spPr>
      </p:pic>
      <p:pic>
        <p:nvPicPr>
          <p:cNvPr id="22" name="Picture 21">
            <a:extLst>
              <a:ext uri="{FF2B5EF4-FFF2-40B4-BE49-F238E27FC236}">
                <a16:creationId xmlns:a16="http://schemas.microsoft.com/office/drawing/2014/main" id="{FBA4F09C-6CB6-D85A-3BDE-BC3D83E199D5}"/>
              </a:ext>
            </a:extLst>
          </p:cNvPr>
          <p:cNvPicPr>
            <a:picLocks noChangeAspect="1"/>
          </p:cNvPicPr>
          <p:nvPr/>
        </p:nvPicPr>
        <p:blipFill>
          <a:blip r:embed="rId8"/>
          <a:stretch>
            <a:fillRect/>
          </a:stretch>
        </p:blipFill>
        <p:spPr>
          <a:xfrm>
            <a:off x="6283164" y="1289861"/>
            <a:ext cx="1343212" cy="1143160"/>
          </a:xfrm>
          <a:prstGeom prst="rect">
            <a:avLst/>
          </a:prstGeom>
        </p:spPr>
      </p:pic>
      <p:pic>
        <p:nvPicPr>
          <p:cNvPr id="26" name="Picture 25">
            <a:extLst>
              <a:ext uri="{FF2B5EF4-FFF2-40B4-BE49-F238E27FC236}">
                <a16:creationId xmlns:a16="http://schemas.microsoft.com/office/drawing/2014/main" id="{BF5D77DE-299E-5FFC-AC6B-72A13F0AB4CE}"/>
              </a:ext>
            </a:extLst>
          </p:cNvPr>
          <p:cNvPicPr>
            <a:picLocks noChangeAspect="1"/>
          </p:cNvPicPr>
          <p:nvPr/>
        </p:nvPicPr>
        <p:blipFill>
          <a:blip r:embed="rId9"/>
          <a:stretch>
            <a:fillRect/>
          </a:stretch>
        </p:blipFill>
        <p:spPr>
          <a:xfrm>
            <a:off x="10786014" y="2098697"/>
            <a:ext cx="1362265" cy="1181265"/>
          </a:xfrm>
          <a:prstGeom prst="rect">
            <a:avLst/>
          </a:prstGeom>
        </p:spPr>
      </p:pic>
      <p:pic>
        <p:nvPicPr>
          <p:cNvPr id="30" name="Picture 29">
            <a:extLst>
              <a:ext uri="{FF2B5EF4-FFF2-40B4-BE49-F238E27FC236}">
                <a16:creationId xmlns:a16="http://schemas.microsoft.com/office/drawing/2014/main" id="{C6736ED8-ABD1-C917-1204-239A087EC654}"/>
              </a:ext>
            </a:extLst>
          </p:cNvPr>
          <p:cNvPicPr>
            <a:picLocks noChangeAspect="1"/>
          </p:cNvPicPr>
          <p:nvPr/>
        </p:nvPicPr>
        <p:blipFill>
          <a:blip r:embed="rId10"/>
          <a:stretch>
            <a:fillRect/>
          </a:stretch>
        </p:blipFill>
        <p:spPr>
          <a:xfrm>
            <a:off x="7975747" y="2084583"/>
            <a:ext cx="2810267" cy="1190791"/>
          </a:xfrm>
          <a:prstGeom prst="rect">
            <a:avLst/>
          </a:prstGeom>
        </p:spPr>
      </p:pic>
      <p:pic>
        <p:nvPicPr>
          <p:cNvPr id="34" name="Picture 33">
            <a:extLst>
              <a:ext uri="{FF2B5EF4-FFF2-40B4-BE49-F238E27FC236}">
                <a16:creationId xmlns:a16="http://schemas.microsoft.com/office/drawing/2014/main" id="{A3CDB7F6-6F89-4C4C-4398-4E04E9BE0F85}"/>
              </a:ext>
            </a:extLst>
          </p:cNvPr>
          <p:cNvPicPr>
            <a:picLocks noChangeAspect="1"/>
          </p:cNvPicPr>
          <p:nvPr/>
        </p:nvPicPr>
        <p:blipFill>
          <a:blip r:embed="rId11"/>
          <a:stretch>
            <a:fillRect/>
          </a:stretch>
        </p:blipFill>
        <p:spPr>
          <a:xfrm>
            <a:off x="8025426" y="3423954"/>
            <a:ext cx="1381318" cy="1171739"/>
          </a:xfrm>
          <a:prstGeom prst="rect">
            <a:avLst/>
          </a:prstGeom>
        </p:spPr>
      </p:pic>
      <p:pic>
        <p:nvPicPr>
          <p:cNvPr id="38" name="Picture 37">
            <a:extLst>
              <a:ext uri="{FF2B5EF4-FFF2-40B4-BE49-F238E27FC236}">
                <a16:creationId xmlns:a16="http://schemas.microsoft.com/office/drawing/2014/main" id="{86575975-577D-406B-4580-A412966A32B5}"/>
              </a:ext>
            </a:extLst>
          </p:cNvPr>
          <p:cNvPicPr>
            <a:picLocks noChangeAspect="1"/>
          </p:cNvPicPr>
          <p:nvPr/>
        </p:nvPicPr>
        <p:blipFill>
          <a:blip r:embed="rId12"/>
          <a:stretch>
            <a:fillRect/>
          </a:stretch>
        </p:blipFill>
        <p:spPr>
          <a:xfrm>
            <a:off x="9409821" y="3403629"/>
            <a:ext cx="1371791" cy="1209844"/>
          </a:xfrm>
          <a:prstGeom prst="rect">
            <a:avLst/>
          </a:prstGeom>
        </p:spPr>
      </p:pic>
      <p:pic>
        <p:nvPicPr>
          <p:cNvPr id="40" name="Picture 39">
            <a:extLst>
              <a:ext uri="{FF2B5EF4-FFF2-40B4-BE49-F238E27FC236}">
                <a16:creationId xmlns:a16="http://schemas.microsoft.com/office/drawing/2014/main" id="{7D8B11E9-C4B5-A093-F45B-CFEF7A6A6350}"/>
              </a:ext>
            </a:extLst>
          </p:cNvPr>
          <p:cNvPicPr>
            <a:picLocks noChangeAspect="1"/>
          </p:cNvPicPr>
          <p:nvPr/>
        </p:nvPicPr>
        <p:blipFill>
          <a:blip r:embed="rId13"/>
          <a:stretch>
            <a:fillRect/>
          </a:stretch>
        </p:blipFill>
        <p:spPr>
          <a:xfrm>
            <a:off x="10801061" y="4852589"/>
            <a:ext cx="1381318" cy="1190791"/>
          </a:xfrm>
          <a:prstGeom prst="rect">
            <a:avLst/>
          </a:prstGeom>
        </p:spPr>
      </p:pic>
      <p:pic>
        <p:nvPicPr>
          <p:cNvPr id="42" name="Picture 41">
            <a:extLst>
              <a:ext uri="{FF2B5EF4-FFF2-40B4-BE49-F238E27FC236}">
                <a16:creationId xmlns:a16="http://schemas.microsoft.com/office/drawing/2014/main" id="{CBEAE87B-D42C-F874-897C-D0BFCA5F7EDF}"/>
              </a:ext>
            </a:extLst>
          </p:cNvPr>
          <p:cNvPicPr>
            <a:picLocks noChangeAspect="1"/>
          </p:cNvPicPr>
          <p:nvPr/>
        </p:nvPicPr>
        <p:blipFill>
          <a:blip r:embed="rId14"/>
          <a:stretch>
            <a:fillRect/>
          </a:stretch>
        </p:blipFill>
        <p:spPr>
          <a:xfrm>
            <a:off x="9413589" y="4877454"/>
            <a:ext cx="1371791" cy="1181265"/>
          </a:xfrm>
          <a:prstGeom prst="rect">
            <a:avLst/>
          </a:prstGeom>
        </p:spPr>
      </p:pic>
      <p:pic>
        <p:nvPicPr>
          <p:cNvPr id="44" name="Picture 43">
            <a:extLst>
              <a:ext uri="{FF2B5EF4-FFF2-40B4-BE49-F238E27FC236}">
                <a16:creationId xmlns:a16="http://schemas.microsoft.com/office/drawing/2014/main" id="{DC357940-D5DC-725E-AE65-A22714C764C7}"/>
              </a:ext>
            </a:extLst>
          </p:cNvPr>
          <p:cNvPicPr>
            <a:picLocks noChangeAspect="1"/>
          </p:cNvPicPr>
          <p:nvPr/>
        </p:nvPicPr>
        <p:blipFill>
          <a:blip r:embed="rId15"/>
          <a:stretch>
            <a:fillRect/>
          </a:stretch>
        </p:blipFill>
        <p:spPr>
          <a:xfrm>
            <a:off x="250040" y="5248796"/>
            <a:ext cx="1724266" cy="1609950"/>
          </a:xfrm>
          <a:prstGeom prst="rect">
            <a:avLst/>
          </a:prstGeom>
        </p:spPr>
      </p:pic>
      <p:pic>
        <p:nvPicPr>
          <p:cNvPr id="46" name="Picture 45">
            <a:extLst>
              <a:ext uri="{FF2B5EF4-FFF2-40B4-BE49-F238E27FC236}">
                <a16:creationId xmlns:a16="http://schemas.microsoft.com/office/drawing/2014/main" id="{1B05970C-0EF1-8D0E-A679-9AB1941FCF99}"/>
              </a:ext>
            </a:extLst>
          </p:cNvPr>
          <p:cNvPicPr>
            <a:picLocks noChangeAspect="1"/>
          </p:cNvPicPr>
          <p:nvPr/>
        </p:nvPicPr>
        <p:blipFill>
          <a:blip r:embed="rId16"/>
          <a:stretch>
            <a:fillRect/>
          </a:stretch>
        </p:blipFill>
        <p:spPr>
          <a:xfrm>
            <a:off x="2111882" y="5300751"/>
            <a:ext cx="1371791" cy="1181265"/>
          </a:xfrm>
          <a:prstGeom prst="rect">
            <a:avLst/>
          </a:prstGeom>
        </p:spPr>
      </p:pic>
      <p:pic>
        <p:nvPicPr>
          <p:cNvPr id="48" name="Picture 47">
            <a:extLst>
              <a:ext uri="{FF2B5EF4-FFF2-40B4-BE49-F238E27FC236}">
                <a16:creationId xmlns:a16="http://schemas.microsoft.com/office/drawing/2014/main" id="{24D8B5D7-B92A-715E-5738-E15AEB84267A}"/>
              </a:ext>
            </a:extLst>
          </p:cNvPr>
          <p:cNvPicPr>
            <a:picLocks noChangeAspect="1"/>
          </p:cNvPicPr>
          <p:nvPr/>
        </p:nvPicPr>
        <p:blipFill>
          <a:blip r:embed="rId17"/>
          <a:stretch>
            <a:fillRect/>
          </a:stretch>
        </p:blipFill>
        <p:spPr>
          <a:xfrm>
            <a:off x="3541782" y="5319803"/>
            <a:ext cx="1381318" cy="1143160"/>
          </a:xfrm>
          <a:prstGeom prst="rect">
            <a:avLst/>
          </a:prstGeom>
        </p:spPr>
      </p:pic>
      <p:pic>
        <p:nvPicPr>
          <p:cNvPr id="50" name="Picture 49">
            <a:extLst>
              <a:ext uri="{FF2B5EF4-FFF2-40B4-BE49-F238E27FC236}">
                <a16:creationId xmlns:a16="http://schemas.microsoft.com/office/drawing/2014/main" id="{C61147FB-B882-E1E0-980B-09DEA3DEFACB}"/>
              </a:ext>
            </a:extLst>
          </p:cNvPr>
          <p:cNvPicPr>
            <a:picLocks noChangeAspect="1"/>
          </p:cNvPicPr>
          <p:nvPr/>
        </p:nvPicPr>
        <p:blipFill>
          <a:blip r:embed="rId18"/>
          <a:stretch>
            <a:fillRect/>
          </a:stretch>
        </p:blipFill>
        <p:spPr>
          <a:xfrm>
            <a:off x="4981209" y="5315040"/>
            <a:ext cx="1362265" cy="1152686"/>
          </a:xfrm>
          <a:prstGeom prst="rect">
            <a:avLst/>
          </a:prstGeom>
        </p:spPr>
      </p:pic>
      <p:pic>
        <p:nvPicPr>
          <p:cNvPr id="52" name="Picture 51">
            <a:extLst>
              <a:ext uri="{FF2B5EF4-FFF2-40B4-BE49-F238E27FC236}">
                <a16:creationId xmlns:a16="http://schemas.microsoft.com/office/drawing/2014/main" id="{ABD42307-A896-9768-C99E-2AB2B0BA2A67}"/>
              </a:ext>
            </a:extLst>
          </p:cNvPr>
          <p:cNvPicPr>
            <a:picLocks noChangeAspect="1"/>
          </p:cNvPicPr>
          <p:nvPr/>
        </p:nvPicPr>
        <p:blipFill>
          <a:blip r:embed="rId19"/>
          <a:stretch>
            <a:fillRect/>
          </a:stretch>
        </p:blipFill>
        <p:spPr>
          <a:xfrm>
            <a:off x="6399321" y="5300751"/>
            <a:ext cx="1371791" cy="1181265"/>
          </a:xfrm>
          <a:prstGeom prst="rect">
            <a:avLst/>
          </a:prstGeom>
        </p:spPr>
      </p:pic>
      <p:pic>
        <p:nvPicPr>
          <p:cNvPr id="54" name="Picture 53">
            <a:extLst>
              <a:ext uri="{FF2B5EF4-FFF2-40B4-BE49-F238E27FC236}">
                <a16:creationId xmlns:a16="http://schemas.microsoft.com/office/drawing/2014/main" id="{CF0E9469-FDB1-2D7D-1568-3F686B0CE18D}"/>
              </a:ext>
            </a:extLst>
          </p:cNvPr>
          <p:cNvPicPr>
            <a:picLocks noChangeAspect="1"/>
          </p:cNvPicPr>
          <p:nvPr/>
        </p:nvPicPr>
        <p:blipFill>
          <a:blip r:embed="rId20"/>
          <a:stretch>
            <a:fillRect/>
          </a:stretch>
        </p:blipFill>
        <p:spPr>
          <a:xfrm>
            <a:off x="8034952" y="4849283"/>
            <a:ext cx="1362265" cy="1162212"/>
          </a:xfrm>
          <a:prstGeom prst="rect">
            <a:avLst/>
          </a:prstGeom>
        </p:spPr>
      </p:pic>
      <p:pic>
        <p:nvPicPr>
          <p:cNvPr id="55" name="Picture 54">
            <a:extLst>
              <a:ext uri="{FF2B5EF4-FFF2-40B4-BE49-F238E27FC236}">
                <a16:creationId xmlns:a16="http://schemas.microsoft.com/office/drawing/2014/main" id="{FA15DED5-F692-4712-E047-93530CC93B12}"/>
              </a:ext>
            </a:extLst>
          </p:cNvPr>
          <p:cNvPicPr>
            <a:picLocks noChangeAspect="1"/>
          </p:cNvPicPr>
          <p:nvPr/>
        </p:nvPicPr>
        <p:blipFill>
          <a:blip r:embed="rId21"/>
          <a:stretch>
            <a:fillRect/>
          </a:stretch>
        </p:blipFill>
        <p:spPr>
          <a:xfrm>
            <a:off x="4100945" y="3178441"/>
            <a:ext cx="1381318" cy="1103067"/>
          </a:xfrm>
          <a:prstGeom prst="rect">
            <a:avLst/>
          </a:prstGeom>
        </p:spPr>
      </p:pic>
    </p:spTree>
    <p:extLst>
      <p:ext uri="{BB962C8B-B14F-4D97-AF65-F5344CB8AC3E}">
        <p14:creationId xmlns:p14="http://schemas.microsoft.com/office/powerpoint/2010/main" val="18102252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8577E1-2290-B0FC-8215-4D68541BEB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06E857-E6FB-D0A8-4CE9-56248B990878}"/>
              </a:ext>
            </a:extLst>
          </p:cNvPr>
          <p:cNvSpPr>
            <a:spLocks noGrp="1"/>
          </p:cNvSpPr>
          <p:nvPr>
            <p:ph type="title"/>
          </p:nvPr>
        </p:nvSpPr>
        <p:spPr>
          <a:xfrm>
            <a:off x="609599" y="1"/>
            <a:ext cx="11005458" cy="1209524"/>
          </a:xfrm>
        </p:spPr>
        <p:txBody>
          <a:bodyPr/>
          <a:lstStyle/>
          <a:p>
            <a:r>
              <a:rPr lang="en-US" dirty="0"/>
              <a:t>Applying the national survival to 2050 produces the expected steady-state stock, same in every county</a:t>
            </a:r>
          </a:p>
        </p:txBody>
      </p:sp>
      <p:pic>
        <p:nvPicPr>
          <p:cNvPr id="4" name="Picture 3" descr="Map&#10;&#10;Description automatically generated">
            <a:extLst>
              <a:ext uri="{FF2B5EF4-FFF2-40B4-BE49-F238E27FC236}">
                <a16:creationId xmlns:a16="http://schemas.microsoft.com/office/drawing/2014/main" id="{A3EEE878-D5A8-C5D7-5037-C758A23827EF}"/>
              </a:ext>
            </a:extLst>
          </p:cNvPr>
          <p:cNvPicPr>
            <a:picLocks noChangeAspect="1"/>
          </p:cNvPicPr>
          <p:nvPr/>
        </p:nvPicPr>
        <p:blipFill>
          <a:blip r:embed="rId2"/>
          <a:stretch>
            <a:fillRect/>
          </a:stretch>
        </p:blipFill>
        <p:spPr>
          <a:xfrm>
            <a:off x="2578110" y="2253858"/>
            <a:ext cx="5413066" cy="3341399"/>
          </a:xfrm>
          <a:prstGeom prst="rect">
            <a:avLst/>
          </a:prstGeom>
        </p:spPr>
      </p:pic>
      <p:pic>
        <p:nvPicPr>
          <p:cNvPr id="12" name="Picture 11">
            <a:extLst>
              <a:ext uri="{FF2B5EF4-FFF2-40B4-BE49-F238E27FC236}">
                <a16:creationId xmlns:a16="http://schemas.microsoft.com/office/drawing/2014/main" id="{20A6C74B-B89B-255D-33EE-89B4CFBB734C}"/>
              </a:ext>
            </a:extLst>
          </p:cNvPr>
          <p:cNvPicPr>
            <a:picLocks noChangeAspect="1"/>
          </p:cNvPicPr>
          <p:nvPr/>
        </p:nvPicPr>
        <p:blipFill>
          <a:blip r:embed="rId3"/>
          <a:stretch>
            <a:fillRect/>
          </a:stretch>
        </p:blipFill>
        <p:spPr>
          <a:xfrm>
            <a:off x="2628596" y="2342197"/>
            <a:ext cx="4601977" cy="3035346"/>
          </a:xfrm>
          <a:prstGeom prst="rect">
            <a:avLst/>
          </a:prstGeom>
        </p:spPr>
      </p:pic>
      <p:pic>
        <p:nvPicPr>
          <p:cNvPr id="14" name="Picture 13">
            <a:extLst>
              <a:ext uri="{FF2B5EF4-FFF2-40B4-BE49-F238E27FC236}">
                <a16:creationId xmlns:a16="http://schemas.microsoft.com/office/drawing/2014/main" id="{CE125F75-4738-EE73-CE93-32C832A53F6E}"/>
              </a:ext>
            </a:extLst>
          </p:cNvPr>
          <p:cNvPicPr>
            <a:picLocks noChangeAspect="1"/>
          </p:cNvPicPr>
          <p:nvPr/>
        </p:nvPicPr>
        <p:blipFill>
          <a:blip r:embed="rId4"/>
          <a:stretch>
            <a:fillRect/>
          </a:stretch>
        </p:blipFill>
        <p:spPr>
          <a:xfrm>
            <a:off x="4180919" y="3366655"/>
            <a:ext cx="998699" cy="797522"/>
          </a:xfrm>
          <a:prstGeom prst="rect">
            <a:avLst/>
          </a:prstGeom>
        </p:spPr>
      </p:pic>
      <p:pic>
        <p:nvPicPr>
          <p:cNvPr id="15" name="Picture 14">
            <a:extLst>
              <a:ext uri="{FF2B5EF4-FFF2-40B4-BE49-F238E27FC236}">
                <a16:creationId xmlns:a16="http://schemas.microsoft.com/office/drawing/2014/main" id="{275E1932-430D-024D-005C-0B92131EBCCF}"/>
              </a:ext>
            </a:extLst>
          </p:cNvPr>
          <p:cNvPicPr>
            <a:picLocks noChangeAspect="1"/>
          </p:cNvPicPr>
          <p:nvPr/>
        </p:nvPicPr>
        <p:blipFill>
          <a:blip r:embed="rId4"/>
          <a:stretch>
            <a:fillRect/>
          </a:stretch>
        </p:blipFill>
        <p:spPr>
          <a:xfrm>
            <a:off x="609599" y="1579096"/>
            <a:ext cx="1689945" cy="1349524"/>
          </a:xfrm>
          <a:prstGeom prst="rect">
            <a:avLst/>
          </a:prstGeom>
        </p:spPr>
      </p:pic>
      <p:pic>
        <p:nvPicPr>
          <p:cNvPr id="16" name="Picture 15">
            <a:extLst>
              <a:ext uri="{FF2B5EF4-FFF2-40B4-BE49-F238E27FC236}">
                <a16:creationId xmlns:a16="http://schemas.microsoft.com/office/drawing/2014/main" id="{FD3CBFF2-31C7-0768-8FB6-6652D712C2C5}"/>
              </a:ext>
            </a:extLst>
          </p:cNvPr>
          <p:cNvPicPr>
            <a:picLocks noChangeAspect="1"/>
          </p:cNvPicPr>
          <p:nvPr/>
        </p:nvPicPr>
        <p:blipFill>
          <a:blip r:embed="rId4"/>
          <a:stretch>
            <a:fillRect/>
          </a:stretch>
        </p:blipFill>
        <p:spPr>
          <a:xfrm>
            <a:off x="888165" y="4604142"/>
            <a:ext cx="1689945" cy="1349524"/>
          </a:xfrm>
          <a:prstGeom prst="rect">
            <a:avLst/>
          </a:prstGeom>
        </p:spPr>
      </p:pic>
      <p:pic>
        <p:nvPicPr>
          <p:cNvPr id="17" name="Picture 16">
            <a:extLst>
              <a:ext uri="{FF2B5EF4-FFF2-40B4-BE49-F238E27FC236}">
                <a16:creationId xmlns:a16="http://schemas.microsoft.com/office/drawing/2014/main" id="{B2E55384-8D1C-4F18-EDCF-C69790194DC2}"/>
              </a:ext>
            </a:extLst>
          </p:cNvPr>
          <p:cNvPicPr>
            <a:picLocks noChangeAspect="1"/>
          </p:cNvPicPr>
          <p:nvPr/>
        </p:nvPicPr>
        <p:blipFill>
          <a:blip r:embed="rId4"/>
          <a:stretch>
            <a:fillRect/>
          </a:stretch>
        </p:blipFill>
        <p:spPr>
          <a:xfrm>
            <a:off x="4422383" y="5439552"/>
            <a:ext cx="1689945" cy="1349524"/>
          </a:xfrm>
          <a:prstGeom prst="rect">
            <a:avLst/>
          </a:prstGeom>
        </p:spPr>
      </p:pic>
      <p:pic>
        <p:nvPicPr>
          <p:cNvPr id="18" name="Picture 17">
            <a:extLst>
              <a:ext uri="{FF2B5EF4-FFF2-40B4-BE49-F238E27FC236}">
                <a16:creationId xmlns:a16="http://schemas.microsoft.com/office/drawing/2014/main" id="{2E5360F3-D349-3B18-9ADD-A790722B7572}"/>
              </a:ext>
            </a:extLst>
          </p:cNvPr>
          <p:cNvPicPr>
            <a:picLocks noChangeAspect="1"/>
          </p:cNvPicPr>
          <p:nvPr/>
        </p:nvPicPr>
        <p:blipFill>
          <a:blip r:embed="rId4"/>
          <a:stretch>
            <a:fillRect/>
          </a:stretch>
        </p:blipFill>
        <p:spPr>
          <a:xfrm>
            <a:off x="8836148" y="1707981"/>
            <a:ext cx="1689945" cy="1349524"/>
          </a:xfrm>
          <a:prstGeom prst="rect">
            <a:avLst/>
          </a:prstGeom>
        </p:spPr>
      </p:pic>
      <p:pic>
        <p:nvPicPr>
          <p:cNvPr id="19" name="Picture 18">
            <a:extLst>
              <a:ext uri="{FF2B5EF4-FFF2-40B4-BE49-F238E27FC236}">
                <a16:creationId xmlns:a16="http://schemas.microsoft.com/office/drawing/2014/main" id="{0E6A4264-F8A3-2A87-2A97-8E3CA4271D3C}"/>
              </a:ext>
            </a:extLst>
          </p:cNvPr>
          <p:cNvPicPr>
            <a:picLocks noChangeAspect="1"/>
          </p:cNvPicPr>
          <p:nvPr/>
        </p:nvPicPr>
        <p:blipFill>
          <a:blip r:embed="rId4"/>
          <a:stretch>
            <a:fillRect/>
          </a:stretch>
        </p:blipFill>
        <p:spPr>
          <a:xfrm>
            <a:off x="8836147" y="4245733"/>
            <a:ext cx="1689945" cy="1349524"/>
          </a:xfrm>
          <a:prstGeom prst="rect">
            <a:avLst/>
          </a:prstGeom>
        </p:spPr>
      </p:pic>
    </p:spTree>
    <p:extLst>
      <p:ext uri="{BB962C8B-B14F-4D97-AF65-F5344CB8AC3E}">
        <p14:creationId xmlns:p14="http://schemas.microsoft.com/office/powerpoint/2010/main" val="36216796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9A692-70CE-143D-7F5D-65AF504FB1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574F52-52B9-6248-4533-0609DB36C201}"/>
              </a:ext>
            </a:extLst>
          </p:cNvPr>
          <p:cNvSpPr>
            <a:spLocks noGrp="1"/>
          </p:cNvSpPr>
          <p:nvPr>
            <p:ph type="title"/>
          </p:nvPr>
        </p:nvSpPr>
        <p:spPr>
          <a:xfrm>
            <a:off x="609599" y="1"/>
            <a:ext cx="11005458" cy="1530214"/>
          </a:xfrm>
        </p:spPr>
        <p:txBody>
          <a:bodyPr/>
          <a:lstStyle/>
          <a:p>
            <a:r>
              <a:rPr lang="en-US" dirty="0"/>
              <a:t>Applying fixed regional turnover to 2050 helps maintain average age in every county, but veers away from original distributions</a:t>
            </a:r>
          </a:p>
        </p:txBody>
      </p:sp>
      <p:pic>
        <p:nvPicPr>
          <p:cNvPr id="4" name="Picture 3" descr="Map&#10;&#10;Description automatically generated">
            <a:extLst>
              <a:ext uri="{FF2B5EF4-FFF2-40B4-BE49-F238E27FC236}">
                <a16:creationId xmlns:a16="http://schemas.microsoft.com/office/drawing/2014/main" id="{5A588E21-D7AA-5BBB-6BAD-B247897DC54C}"/>
              </a:ext>
            </a:extLst>
          </p:cNvPr>
          <p:cNvPicPr>
            <a:picLocks noChangeAspect="1"/>
          </p:cNvPicPr>
          <p:nvPr/>
        </p:nvPicPr>
        <p:blipFill>
          <a:blip r:embed="rId2"/>
          <a:stretch>
            <a:fillRect/>
          </a:stretch>
        </p:blipFill>
        <p:spPr>
          <a:xfrm>
            <a:off x="2578110" y="2253858"/>
            <a:ext cx="5413066" cy="3341399"/>
          </a:xfrm>
          <a:prstGeom prst="rect">
            <a:avLst/>
          </a:prstGeom>
        </p:spPr>
      </p:pic>
      <p:sp>
        <p:nvSpPr>
          <p:cNvPr id="5" name="Rectangle 4">
            <a:extLst>
              <a:ext uri="{FF2B5EF4-FFF2-40B4-BE49-F238E27FC236}">
                <a16:creationId xmlns:a16="http://schemas.microsoft.com/office/drawing/2014/main" id="{D98DE905-4E00-E526-F42B-DB1F8ABB8FC8}"/>
              </a:ext>
            </a:extLst>
          </p:cNvPr>
          <p:cNvSpPr/>
          <p:nvPr/>
        </p:nvSpPr>
        <p:spPr>
          <a:xfrm>
            <a:off x="1066800" y="1676400"/>
            <a:ext cx="1197429" cy="97971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D48608C-C797-5D2D-D70B-D683BC7620E9}"/>
              </a:ext>
            </a:extLst>
          </p:cNvPr>
          <p:cNvSpPr/>
          <p:nvPr/>
        </p:nvSpPr>
        <p:spPr>
          <a:xfrm>
            <a:off x="1066800" y="4691743"/>
            <a:ext cx="1197429" cy="97971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F966C07-72D7-BE0E-6E28-FB648190F6CA}"/>
              </a:ext>
            </a:extLst>
          </p:cNvPr>
          <p:cNvSpPr/>
          <p:nvPr/>
        </p:nvSpPr>
        <p:spPr>
          <a:xfrm>
            <a:off x="5159828" y="5671457"/>
            <a:ext cx="1197429" cy="97971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1EBE417-E058-1443-04A9-5DB7D59A4024}"/>
              </a:ext>
            </a:extLst>
          </p:cNvPr>
          <p:cNvSpPr/>
          <p:nvPr/>
        </p:nvSpPr>
        <p:spPr>
          <a:xfrm>
            <a:off x="9015175" y="1567543"/>
            <a:ext cx="1197429" cy="97971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D0DD04F-8CB4-2465-A1D3-A80A6D162E27}"/>
              </a:ext>
            </a:extLst>
          </p:cNvPr>
          <p:cNvSpPr/>
          <p:nvPr/>
        </p:nvSpPr>
        <p:spPr>
          <a:xfrm>
            <a:off x="2912459" y="5377543"/>
            <a:ext cx="1197429" cy="97971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ABA0C89-2A81-1413-77B4-FD6047495011}"/>
              </a:ext>
            </a:extLst>
          </p:cNvPr>
          <p:cNvSpPr/>
          <p:nvPr/>
        </p:nvSpPr>
        <p:spPr>
          <a:xfrm>
            <a:off x="8937172" y="3434700"/>
            <a:ext cx="1197429" cy="97971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F7D2204-D51A-338C-044D-D329AF7337CD}"/>
              </a:ext>
            </a:extLst>
          </p:cNvPr>
          <p:cNvSpPr/>
          <p:nvPr/>
        </p:nvSpPr>
        <p:spPr>
          <a:xfrm>
            <a:off x="8305057" y="5138057"/>
            <a:ext cx="1197429" cy="97971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6AB926A1-49CA-21DE-EC20-EF6A969167E8}"/>
              </a:ext>
            </a:extLst>
          </p:cNvPr>
          <p:cNvSpPr/>
          <p:nvPr/>
        </p:nvSpPr>
        <p:spPr>
          <a:xfrm>
            <a:off x="1808018" y="3543557"/>
            <a:ext cx="7471064" cy="690491"/>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dirty="0"/>
              <a:t>Results in progress</a:t>
            </a:r>
          </a:p>
        </p:txBody>
      </p:sp>
    </p:spTree>
    <p:extLst>
      <p:ext uri="{BB962C8B-B14F-4D97-AF65-F5344CB8AC3E}">
        <p14:creationId xmlns:p14="http://schemas.microsoft.com/office/powerpoint/2010/main" val="2240928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1846E-E737-72CF-576B-D60E20CBFB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431CFD-DF9C-2F08-F546-FC343F80C024}"/>
              </a:ext>
            </a:extLst>
          </p:cNvPr>
          <p:cNvSpPr>
            <a:spLocks noGrp="1"/>
          </p:cNvSpPr>
          <p:nvPr>
            <p:ph type="title"/>
          </p:nvPr>
        </p:nvSpPr>
        <p:spPr>
          <a:xfrm>
            <a:off x="609599" y="1"/>
            <a:ext cx="11005458" cy="1209524"/>
          </a:xfrm>
        </p:spPr>
        <p:txBody>
          <a:bodyPr/>
          <a:lstStyle/>
          <a:p>
            <a:r>
              <a:rPr lang="en-US" dirty="0"/>
              <a:t>How would regional stocks evolve if we used our newly derived state-level net survival curves?</a:t>
            </a:r>
          </a:p>
        </p:txBody>
      </p:sp>
      <p:pic>
        <p:nvPicPr>
          <p:cNvPr id="6" name="Picture 5">
            <a:extLst>
              <a:ext uri="{FF2B5EF4-FFF2-40B4-BE49-F238E27FC236}">
                <a16:creationId xmlns:a16="http://schemas.microsoft.com/office/drawing/2014/main" id="{294BA628-B9AA-A690-BD5B-A48C6D0F9EA8}"/>
              </a:ext>
            </a:extLst>
          </p:cNvPr>
          <p:cNvPicPr>
            <a:picLocks noChangeAspect="1"/>
          </p:cNvPicPr>
          <p:nvPr/>
        </p:nvPicPr>
        <p:blipFill>
          <a:blip r:embed="rId2"/>
          <a:stretch>
            <a:fillRect/>
          </a:stretch>
        </p:blipFill>
        <p:spPr>
          <a:xfrm>
            <a:off x="766994" y="1996069"/>
            <a:ext cx="3659533" cy="2561289"/>
          </a:xfrm>
          <a:prstGeom prst="rect">
            <a:avLst/>
          </a:prstGeom>
        </p:spPr>
      </p:pic>
      <p:sp>
        <p:nvSpPr>
          <p:cNvPr id="10" name="Rectangle 9">
            <a:extLst>
              <a:ext uri="{FF2B5EF4-FFF2-40B4-BE49-F238E27FC236}">
                <a16:creationId xmlns:a16="http://schemas.microsoft.com/office/drawing/2014/main" id="{6AA8D5AF-A147-1F65-83FE-AD11E2599AEA}"/>
              </a:ext>
            </a:extLst>
          </p:cNvPr>
          <p:cNvSpPr/>
          <p:nvPr/>
        </p:nvSpPr>
        <p:spPr>
          <a:xfrm>
            <a:off x="950466" y="1361209"/>
            <a:ext cx="3096491" cy="48317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Current age distribution of regional vehicle stocks</a:t>
            </a:r>
          </a:p>
        </p:txBody>
      </p:sp>
      <p:sp>
        <p:nvSpPr>
          <p:cNvPr id="11" name="Rectangle 10">
            <a:extLst>
              <a:ext uri="{FF2B5EF4-FFF2-40B4-BE49-F238E27FC236}">
                <a16:creationId xmlns:a16="http://schemas.microsoft.com/office/drawing/2014/main" id="{FAA31AD3-E3F5-9546-5F83-FC0106789D16}"/>
              </a:ext>
            </a:extLst>
          </p:cNvPr>
          <p:cNvSpPr/>
          <p:nvPr/>
        </p:nvSpPr>
        <p:spPr>
          <a:xfrm>
            <a:off x="5048554" y="1361209"/>
            <a:ext cx="3096491" cy="48317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State-level net survival curves </a:t>
            </a:r>
          </a:p>
          <a:p>
            <a:pPr algn="ctr"/>
            <a:r>
              <a:rPr lang="en-US" dirty="0"/>
              <a:t>(Greene et al. 2025, submitted)</a:t>
            </a:r>
          </a:p>
        </p:txBody>
      </p:sp>
      <p:pic>
        <p:nvPicPr>
          <p:cNvPr id="12" name="Picture 11">
            <a:extLst>
              <a:ext uri="{FF2B5EF4-FFF2-40B4-BE49-F238E27FC236}">
                <a16:creationId xmlns:a16="http://schemas.microsoft.com/office/drawing/2014/main" id="{ADF67895-21BE-C9B7-985C-7A4354C7483C}"/>
              </a:ext>
            </a:extLst>
          </p:cNvPr>
          <p:cNvPicPr>
            <a:picLocks noChangeAspect="1"/>
          </p:cNvPicPr>
          <p:nvPr/>
        </p:nvPicPr>
        <p:blipFill>
          <a:blip r:embed="rId2"/>
          <a:stretch>
            <a:fillRect/>
          </a:stretch>
        </p:blipFill>
        <p:spPr>
          <a:xfrm>
            <a:off x="9498621" y="4093661"/>
            <a:ext cx="2416188" cy="1691078"/>
          </a:xfrm>
          <a:prstGeom prst="rect">
            <a:avLst/>
          </a:prstGeom>
        </p:spPr>
      </p:pic>
      <p:sp>
        <p:nvSpPr>
          <p:cNvPr id="13" name="Text Placeholder 2">
            <a:extLst>
              <a:ext uri="{FF2B5EF4-FFF2-40B4-BE49-F238E27FC236}">
                <a16:creationId xmlns:a16="http://schemas.microsoft.com/office/drawing/2014/main" id="{733AC1E2-5535-EB2E-D9A0-A4F7E925C4A0}"/>
              </a:ext>
            </a:extLst>
          </p:cNvPr>
          <p:cNvSpPr>
            <a:spLocks noGrp="1"/>
          </p:cNvSpPr>
          <p:nvPr>
            <p:ph type="body" sz="quarter" idx="10"/>
          </p:nvPr>
        </p:nvSpPr>
        <p:spPr>
          <a:xfrm>
            <a:off x="4324735" y="1293006"/>
            <a:ext cx="554181" cy="703063"/>
          </a:xfrm>
        </p:spPr>
        <p:txBody>
          <a:bodyPr>
            <a:normAutofit/>
          </a:bodyPr>
          <a:lstStyle/>
          <a:p>
            <a:pPr marL="0" indent="0">
              <a:buNone/>
            </a:pPr>
            <a:r>
              <a:rPr lang="en-US" dirty="0"/>
              <a:t>+</a:t>
            </a:r>
          </a:p>
        </p:txBody>
      </p:sp>
      <p:sp>
        <p:nvSpPr>
          <p:cNvPr id="15" name="Rectangle 14">
            <a:extLst>
              <a:ext uri="{FF2B5EF4-FFF2-40B4-BE49-F238E27FC236}">
                <a16:creationId xmlns:a16="http://schemas.microsoft.com/office/drawing/2014/main" id="{3550A692-BEF7-95E9-90E8-3EB1D021466C}"/>
              </a:ext>
            </a:extLst>
          </p:cNvPr>
          <p:cNvSpPr/>
          <p:nvPr/>
        </p:nvSpPr>
        <p:spPr>
          <a:xfrm>
            <a:off x="9633703" y="1361209"/>
            <a:ext cx="1981354" cy="100791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25 simulation years in TEMPO</a:t>
            </a:r>
          </a:p>
        </p:txBody>
      </p:sp>
      <p:cxnSp>
        <p:nvCxnSpPr>
          <p:cNvPr id="17" name="Straight Arrow Connector 16">
            <a:extLst>
              <a:ext uri="{FF2B5EF4-FFF2-40B4-BE49-F238E27FC236}">
                <a16:creationId xmlns:a16="http://schemas.microsoft.com/office/drawing/2014/main" id="{42D56440-FB53-C3DD-B3E2-FAC87A673812}"/>
              </a:ext>
            </a:extLst>
          </p:cNvPr>
          <p:cNvCxnSpPr/>
          <p:nvPr/>
        </p:nvCxnSpPr>
        <p:spPr>
          <a:xfrm>
            <a:off x="8427795" y="1602797"/>
            <a:ext cx="778550" cy="0"/>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18" name="Straight Arrow Connector 17">
            <a:extLst>
              <a:ext uri="{FF2B5EF4-FFF2-40B4-BE49-F238E27FC236}">
                <a16:creationId xmlns:a16="http://schemas.microsoft.com/office/drawing/2014/main" id="{CFE2C6FA-C421-A7FA-F048-7291AF1C0C33}"/>
              </a:ext>
            </a:extLst>
          </p:cNvPr>
          <p:cNvCxnSpPr>
            <a:cxnSpLocks/>
          </p:cNvCxnSpPr>
          <p:nvPr/>
        </p:nvCxnSpPr>
        <p:spPr>
          <a:xfrm>
            <a:off x="10619509" y="2836719"/>
            <a:ext cx="0" cy="1028700"/>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sp>
        <p:nvSpPr>
          <p:cNvPr id="22" name="Rectangle 21">
            <a:extLst>
              <a:ext uri="{FF2B5EF4-FFF2-40B4-BE49-F238E27FC236}">
                <a16:creationId xmlns:a16="http://schemas.microsoft.com/office/drawing/2014/main" id="{3F9CDEF2-4B1E-B157-5564-D8D98114342B}"/>
              </a:ext>
            </a:extLst>
          </p:cNvPr>
          <p:cNvSpPr/>
          <p:nvPr/>
        </p:nvSpPr>
        <p:spPr>
          <a:xfrm>
            <a:off x="10181281" y="4547175"/>
            <a:ext cx="751763" cy="67635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a:t>
            </a:r>
          </a:p>
        </p:txBody>
      </p:sp>
      <p:sp>
        <p:nvSpPr>
          <p:cNvPr id="23" name="Rectangle 22">
            <a:extLst>
              <a:ext uri="{FF2B5EF4-FFF2-40B4-BE49-F238E27FC236}">
                <a16:creationId xmlns:a16="http://schemas.microsoft.com/office/drawing/2014/main" id="{9B4A4A25-E440-B20A-1D8A-29316AD8094A}"/>
              </a:ext>
            </a:extLst>
          </p:cNvPr>
          <p:cNvSpPr/>
          <p:nvPr/>
        </p:nvSpPr>
        <p:spPr>
          <a:xfrm>
            <a:off x="10237160" y="2434562"/>
            <a:ext cx="743918" cy="77615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4" name="Picture 23">
            <a:extLst>
              <a:ext uri="{FF2B5EF4-FFF2-40B4-BE49-F238E27FC236}">
                <a16:creationId xmlns:a16="http://schemas.microsoft.com/office/drawing/2014/main" id="{25FB5283-19BD-195D-7C3A-7C1F35A76DA3}"/>
              </a:ext>
            </a:extLst>
          </p:cNvPr>
          <p:cNvPicPr>
            <a:picLocks noChangeAspect="1"/>
          </p:cNvPicPr>
          <p:nvPr/>
        </p:nvPicPr>
        <p:blipFill>
          <a:blip r:embed="rId3"/>
          <a:stretch>
            <a:fillRect/>
          </a:stretch>
        </p:blipFill>
        <p:spPr>
          <a:xfrm>
            <a:off x="10338424" y="2450416"/>
            <a:ext cx="544419" cy="713925"/>
          </a:xfrm>
          <a:prstGeom prst="rect">
            <a:avLst/>
          </a:prstGeom>
        </p:spPr>
      </p:pic>
      <p:pic>
        <p:nvPicPr>
          <p:cNvPr id="3" name="Picture 2">
            <a:extLst>
              <a:ext uri="{FF2B5EF4-FFF2-40B4-BE49-F238E27FC236}">
                <a16:creationId xmlns:a16="http://schemas.microsoft.com/office/drawing/2014/main" id="{EF209682-93A6-86B0-C4B0-45C66F0808AA}"/>
              </a:ext>
            </a:extLst>
          </p:cNvPr>
          <p:cNvPicPr>
            <a:picLocks noChangeAspect="1"/>
          </p:cNvPicPr>
          <p:nvPr/>
        </p:nvPicPr>
        <p:blipFill>
          <a:blip r:embed="rId4"/>
          <a:stretch>
            <a:fillRect/>
          </a:stretch>
        </p:blipFill>
        <p:spPr>
          <a:xfrm>
            <a:off x="4601825" y="1925124"/>
            <a:ext cx="4229406" cy="2823477"/>
          </a:xfrm>
          <a:prstGeom prst="rect">
            <a:avLst/>
          </a:prstGeom>
        </p:spPr>
      </p:pic>
    </p:spTree>
    <p:extLst>
      <p:ext uri="{BB962C8B-B14F-4D97-AF65-F5344CB8AC3E}">
        <p14:creationId xmlns:p14="http://schemas.microsoft.com/office/powerpoint/2010/main" val="34120854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65021-BBA5-F5AC-6E8C-E7E6DBFABF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4F98FC-D0A3-420F-1ACB-882AA82791FF}"/>
              </a:ext>
            </a:extLst>
          </p:cNvPr>
          <p:cNvSpPr>
            <a:spLocks noGrp="1"/>
          </p:cNvSpPr>
          <p:nvPr>
            <p:ph type="title"/>
          </p:nvPr>
        </p:nvSpPr>
        <p:spPr>
          <a:xfrm>
            <a:off x="609599" y="1"/>
            <a:ext cx="11005458" cy="1891144"/>
          </a:xfrm>
        </p:spPr>
        <p:txBody>
          <a:bodyPr/>
          <a:lstStyle/>
          <a:p>
            <a:r>
              <a:rPr lang="en-US" dirty="0"/>
              <a:t>Applying regional net survival to 2050 helps maintain age distribution shapes in every county, but sums may not match national, especially technology-specific sums</a:t>
            </a:r>
          </a:p>
        </p:txBody>
      </p:sp>
      <p:pic>
        <p:nvPicPr>
          <p:cNvPr id="4" name="Picture 3" descr="Map&#10;&#10;Description automatically generated">
            <a:extLst>
              <a:ext uri="{FF2B5EF4-FFF2-40B4-BE49-F238E27FC236}">
                <a16:creationId xmlns:a16="http://schemas.microsoft.com/office/drawing/2014/main" id="{41045EDE-A86C-5DC7-37F6-6C18B8F0199B}"/>
              </a:ext>
            </a:extLst>
          </p:cNvPr>
          <p:cNvPicPr>
            <a:picLocks noChangeAspect="1"/>
          </p:cNvPicPr>
          <p:nvPr/>
        </p:nvPicPr>
        <p:blipFill>
          <a:blip r:embed="rId2"/>
          <a:stretch>
            <a:fillRect/>
          </a:stretch>
        </p:blipFill>
        <p:spPr>
          <a:xfrm>
            <a:off x="2578110" y="2253858"/>
            <a:ext cx="5413066" cy="3341399"/>
          </a:xfrm>
          <a:prstGeom prst="rect">
            <a:avLst/>
          </a:prstGeom>
        </p:spPr>
      </p:pic>
      <p:sp>
        <p:nvSpPr>
          <p:cNvPr id="5" name="Rectangle 4">
            <a:extLst>
              <a:ext uri="{FF2B5EF4-FFF2-40B4-BE49-F238E27FC236}">
                <a16:creationId xmlns:a16="http://schemas.microsoft.com/office/drawing/2014/main" id="{AB733E50-6B95-0ECB-5493-2EEA6157133E}"/>
              </a:ext>
            </a:extLst>
          </p:cNvPr>
          <p:cNvSpPr/>
          <p:nvPr/>
        </p:nvSpPr>
        <p:spPr>
          <a:xfrm>
            <a:off x="868681" y="2201130"/>
            <a:ext cx="1197429" cy="97971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9D448CBB-E8B7-EEBA-DB84-F588EC4840F9}"/>
              </a:ext>
            </a:extLst>
          </p:cNvPr>
          <p:cNvSpPr/>
          <p:nvPr/>
        </p:nvSpPr>
        <p:spPr>
          <a:xfrm>
            <a:off x="1066800" y="4691743"/>
            <a:ext cx="1197429" cy="97971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95E3E092-F698-F87E-4AAA-CBA8B53CA024}"/>
              </a:ext>
            </a:extLst>
          </p:cNvPr>
          <p:cNvSpPr/>
          <p:nvPr/>
        </p:nvSpPr>
        <p:spPr>
          <a:xfrm>
            <a:off x="5159828" y="5671457"/>
            <a:ext cx="1197429" cy="97971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5471FA8-2F4E-6C3B-89EA-6A21DAC6B69F}"/>
              </a:ext>
            </a:extLst>
          </p:cNvPr>
          <p:cNvSpPr/>
          <p:nvPr/>
        </p:nvSpPr>
        <p:spPr>
          <a:xfrm>
            <a:off x="9191820" y="2040834"/>
            <a:ext cx="1197429" cy="97971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0B372335-3AC9-239B-41E8-134B7C4F6421}"/>
              </a:ext>
            </a:extLst>
          </p:cNvPr>
          <p:cNvSpPr/>
          <p:nvPr/>
        </p:nvSpPr>
        <p:spPr>
          <a:xfrm>
            <a:off x="2912459" y="5377543"/>
            <a:ext cx="1197429" cy="97971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4176102-7987-B482-AA03-109BF73B1240}"/>
              </a:ext>
            </a:extLst>
          </p:cNvPr>
          <p:cNvSpPr/>
          <p:nvPr/>
        </p:nvSpPr>
        <p:spPr>
          <a:xfrm>
            <a:off x="8937172" y="3434700"/>
            <a:ext cx="1197429" cy="97971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FAEB1F0-38DD-8F1D-762E-A09C640FF0FD}"/>
              </a:ext>
            </a:extLst>
          </p:cNvPr>
          <p:cNvSpPr/>
          <p:nvPr/>
        </p:nvSpPr>
        <p:spPr>
          <a:xfrm>
            <a:off x="8305057" y="5138057"/>
            <a:ext cx="1197429" cy="97971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911AF3A5-23FC-1598-715E-678550BB11DB}"/>
              </a:ext>
            </a:extLst>
          </p:cNvPr>
          <p:cNvSpPr/>
          <p:nvPr/>
        </p:nvSpPr>
        <p:spPr>
          <a:xfrm>
            <a:off x="1808018" y="3543557"/>
            <a:ext cx="7471064" cy="690491"/>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dirty="0"/>
              <a:t>Results in progress</a:t>
            </a:r>
          </a:p>
        </p:txBody>
      </p:sp>
    </p:spTree>
    <p:extLst>
      <p:ext uri="{BB962C8B-B14F-4D97-AF65-F5344CB8AC3E}">
        <p14:creationId xmlns:p14="http://schemas.microsoft.com/office/powerpoint/2010/main" val="33602486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54502-D254-FE66-4A4E-399F5C06B3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4CF294-0342-0340-85A8-768760BB4B8E}"/>
              </a:ext>
            </a:extLst>
          </p:cNvPr>
          <p:cNvSpPr>
            <a:spLocks noGrp="1"/>
          </p:cNvSpPr>
          <p:nvPr>
            <p:ph type="title"/>
          </p:nvPr>
        </p:nvSpPr>
        <p:spPr/>
        <p:txBody>
          <a:bodyPr/>
          <a:lstStyle/>
          <a:p>
            <a:r>
              <a:rPr lang="en-US" dirty="0"/>
              <a:t>Next steps </a:t>
            </a:r>
            <a:br>
              <a:rPr lang="en-US" dirty="0"/>
            </a:br>
            <a:r>
              <a:rPr lang="en-US" dirty="0"/>
              <a:t>(with limited remaining budget)</a:t>
            </a:r>
          </a:p>
        </p:txBody>
      </p:sp>
      <p:sp>
        <p:nvSpPr>
          <p:cNvPr id="3" name="Text Placeholder 2">
            <a:extLst>
              <a:ext uri="{FF2B5EF4-FFF2-40B4-BE49-F238E27FC236}">
                <a16:creationId xmlns:a16="http://schemas.microsoft.com/office/drawing/2014/main" id="{A881F891-7F5E-DF66-A404-E99E7BBED434}"/>
              </a:ext>
            </a:extLst>
          </p:cNvPr>
          <p:cNvSpPr>
            <a:spLocks noGrp="1"/>
          </p:cNvSpPr>
          <p:nvPr>
            <p:ph type="body" sz="quarter" idx="10"/>
          </p:nvPr>
        </p:nvSpPr>
        <p:spPr/>
        <p:txBody>
          <a:bodyPr>
            <a:normAutofit/>
          </a:bodyPr>
          <a:lstStyle/>
          <a:p>
            <a:r>
              <a:rPr lang="en-US" dirty="0"/>
              <a:t>Complete resubmission of peer-reviewed paper</a:t>
            </a:r>
          </a:p>
          <a:p>
            <a:r>
              <a:rPr lang="en-US" dirty="0"/>
              <a:t>Complete interpretation of simulation results (which could be part of additional validation for above)</a:t>
            </a:r>
          </a:p>
          <a:p>
            <a:r>
              <a:rPr lang="en-US" dirty="0"/>
              <a:t>Document with choropleths and highlighted regional results</a:t>
            </a:r>
          </a:p>
          <a:p>
            <a:r>
              <a:rPr lang="en-US" dirty="0"/>
              <a:t>Assess and discuss alignment with national results, specifically with stock of new technologies</a:t>
            </a:r>
          </a:p>
          <a:p>
            <a:endParaRPr lang="en-US" dirty="0"/>
          </a:p>
          <a:p>
            <a:endParaRPr lang="en-US" dirty="0"/>
          </a:p>
          <a:p>
            <a:endParaRPr lang="en-US" dirty="0"/>
          </a:p>
        </p:txBody>
      </p:sp>
    </p:spTree>
    <p:extLst>
      <p:ext uri="{BB962C8B-B14F-4D97-AF65-F5344CB8AC3E}">
        <p14:creationId xmlns:p14="http://schemas.microsoft.com/office/powerpoint/2010/main" val="3381893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28A2CA-BAC0-9607-EE82-0BF640AFEE66}"/>
              </a:ext>
            </a:extLst>
          </p:cNvPr>
          <p:cNvSpPr>
            <a:spLocks noGrp="1"/>
          </p:cNvSpPr>
          <p:nvPr>
            <p:ph type="title"/>
          </p:nvPr>
        </p:nvSpPr>
        <p:spPr/>
        <p:txBody>
          <a:bodyPr/>
          <a:lstStyle/>
          <a:p>
            <a:r>
              <a:rPr lang="en-US" dirty="0"/>
              <a:t>Future steps</a:t>
            </a:r>
          </a:p>
        </p:txBody>
      </p:sp>
      <p:sp>
        <p:nvSpPr>
          <p:cNvPr id="3" name="Text Placeholder 2">
            <a:extLst>
              <a:ext uri="{FF2B5EF4-FFF2-40B4-BE49-F238E27FC236}">
                <a16:creationId xmlns:a16="http://schemas.microsoft.com/office/drawing/2014/main" id="{1B48CFD1-AC53-E3A3-CA25-5692577A6519}"/>
              </a:ext>
            </a:extLst>
          </p:cNvPr>
          <p:cNvSpPr>
            <a:spLocks noGrp="1"/>
          </p:cNvSpPr>
          <p:nvPr>
            <p:ph type="body" sz="quarter" idx="10"/>
          </p:nvPr>
        </p:nvSpPr>
        <p:spPr/>
        <p:txBody>
          <a:bodyPr>
            <a:normAutofit fontScale="92500" lnSpcReduction="20000"/>
          </a:bodyPr>
          <a:lstStyle/>
          <a:p>
            <a:r>
              <a:rPr lang="en-US" dirty="0"/>
              <a:t>Connect survival curves to the age distribution and average age of stock</a:t>
            </a:r>
          </a:p>
          <a:p>
            <a:pPr lvl="1"/>
            <a:r>
              <a:rPr lang="en-US" dirty="0"/>
              <a:t>Does simulating any stock on a certain survival curve end up at a predictable age distribution at steady-state?</a:t>
            </a:r>
          </a:p>
          <a:p>
            <a:pPr lvl="1"/>
            <a:r>
              <a:rPr lang="en-US" dirty="0"/>
              <a:t>Does the age at which 50% of vehicles are expected to have cumulatively survived equal the expected median age at steady-state? What about expected age vs. life?</a:t>
            </a:r>
          </a:p>
          <a:p>
            <a:pPr lvl="1"/>
            <a:r>
              <a:rPr lang="en-US" dirty="0"/>
              <a:t>Would this be applicable to net survival curves, and would ages with negative net survival be able to be accounted?</a:t>
            </a:r>
          </a:p>
          <a:p>
            <a:r>
              <a:rPr lang="en-US" dirty="0"/>
              <a:t>Is census region, state, or county the appropriate level of analysis? County clusters?</a:t>
            </a:r>
          </a:p>
        </p:txBody>
      </p:sp>
    </p:spTree>
    <p:extLst>
      <p:ext uri="{BB962C8B-B14F-4D97-AF65-F5344CB8AC3E}">
        <p14:creationId xmlns:p14="http://schemas.microsoft.com/office/powerpoint/2010/main" val="21718171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547EA9D-7469-7D67-E847-3E8F0116A423}"/>
              </a:ext>
            </a:extLst>
          </p:cNvPr>
          <p:cNvSpPr>
            <a:spLocks noGrp="1"/>
          </p:cNvSpPr>
          <p:nvPr>
            <p:ph type="body" sz="quarter" idx="10"/>
          </p:nvPr>
        </p:nvSpPr>
        <p:spPr/>
        <p:txBody>
          <a:bodyPr/>
          <a:lstStyle/>
          <a:p>
            <a:endParaRPr lang="en-US"/>
          </a:p>
        </p:txBody>
      </p:sp>
      <p:sp>
        <p:nvSpPr>
          <p:cNvPr id="3" name="Text Placeholder 2">
            <a:extLst>
              <a:ext uri="{FF2B5EF4-FFF2-40B4-BE49-F238E27FC236}">
                <a16:creationId xmlns:a16="http://schemas.microsoft.com/office/drawing/2014/main" id="{1B5B358D-4817-AD30-BDCE-FBEE9AEA23AB}"/>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40924517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F0994A-4DDC-15E8-3F9A-428065C5A9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1AA595-795D-4810-7802-C438159F4574}"/>
              </a:ext>
            </a:extLst>
          </p:cNvPr>
          <p:cNvSpPr>
            <a:spLocks noGrp="1"/>
          </p:cNvSpPr>
          <p:nvPr>
            <p:ph type="title"/>
          </p:nvPr>
        </p:nvSpPr>
        <p:spPr>
          <a:xfrm>
            <a:off x="609599" y="1"/>
            <a:ext cx="10912511" cy="1209524"/>
          </a:xfrm>
        </p:spPr>
        <p:txBody>
          <a:bodyPr/>
          <a:lstStyle/>
          <a:p>
            <a:r>
              <a:rPr lang="en-US" dirty="0"/>
              <a:t>Objectives and Status</a:t>
            </a:r>
          </a:p>
        </p:txBody>
      </p:sp>
      <p:sp>
        <p:nvSpPr>
          <p:cNvPr id="4" name="Text Placeholder 2">
            <a:extLst>
              <a:ext uri="{FF2B5EF4-FFF2-40B4-BE49-F238E27FC236}">
                <a16:creationId xmlns:a16="http://schemas.microsoft.com/office/drawing/2014/main" id="{927D177F-2F8E-A4AE-3162-6A2EAC78E483}"/>
              </a:ext>
            </a:extLst>
          </p:cNvPr>
          <p:cNvSpPr>
            <a:spLocks noGrp="1"/>
          </p:cNvSpPr>
          <p:nvPr>
            <p:ph type="body" sz="quarter" idx="10"/>
          </p:nvPr>
        </p:nvSpPr>
        <p:spPr>
          <a:xfrm>
            <a:off x="609601" y="1499810"/>
            <a:ext cx="10826751" cy="4829025"/>
          </a:xfrm>
        </p:spPr>
        <p:txBody>
          <a:bodyPr>
            <a:normAutofit fontScale="85000" lnSpcReduction="10000"/>
          </a:bodyPr>
          <a:lstStyle/>
          <a:p>
            <a:r>
              <a:rPr lang="en-US" dirty="0"/>
              <a:t>Supporting contributions of survival data/analysis/paper complete</a:t>
            </a:r>
          </a:p>
          <a:p>
            <a:pPr lvl="1"/>
            <a:r>
              <a:rPr lang="en-US" sz="2133" dirty="0"/>
              <a:t>UTK Research Report published, journal manuscript about to be submitted</a:t>
            </a:r>
          </a:p>
          <a:p>
            <a:pPr lvl="1"/>
            <a:r>
              <a:rPr lang="en-US" sz="2133" dirty="0"/>
              <a:t>Team has proposed research extensions (unfunded)</a:t>
            </a:r>
          </a:p>
          <a:p>
            <a:pPr lvl="1"/>
            <a:r>
              <a:rPr lang="en-US" sz="2133" dirty="0"/>
              <a:t>Some additional analyses and preliminary results on vehicle ages and sales also available</a:t>
            </a:r>
          </a:p>
          <a:p>
            <a:r>
              <a:rPr lang="en-US" dirty="0"/>
              <a:t>Remaining objective:</a:t>
            </a:r>
          </a:p>
          <a:p>
            <a:pPr lvl="1"/>
            <a:r>
              <a:rPr lang="en-US" dirty="0"/>
              <a:t>Implement new theory and data on regional LDV survival curves to better represent the used vehicle market and overall stock at a granular level in TEMPO</a:t>
            </a:r>
          </a:p>
          <a:p>
            <a:r>
              <a:rPr lang="en-US" dirty="0"/>
              <a:t>Milestone: </a:t>
            </a:r>
          </a:p>
          <a:p>
            <a:pPr lvl="1"/>
            <a:r>
              <a:rPr lang="en-US" dirty="0"/>
              <a:t>Explain implications of modeling enhancements on national and subnational stock modeling, result consistency, and future applicable analyses e.g. new technology adoption.</a:t>
            </a:r>
          </a:p>
        </p:txBody>
      </p:sp>
    </p:spTree>
    <p:extLst>
      <p:ext uri="{BB962C8B-B14F-4D97-AF65-F5344CB8AC3E}">
        <p14:creationId xmlns:p14="http://schemas.microsoft.com/office/powerpoint/2010/main" val="11151884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9BD7E-56EB-B9FF-2B0C-45831C28DE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685978-F9C1-6646-6666-D3D71F1E266F}"/>
              </a:ext>
            </a:extLst>
          </p:cNvPr>
          <p:cNvSpPr>
            <a:spLocks noGrp="1"/>
          </p:cNvSpPr>
          <p:nvPr>
            <p:ph type="title"/>
          </p:nvPr>
        </p:nvSpPr>
        <p:spPr>
          <a:xfrm>
            <a:off x="609599" y="1"/>
            <a:ext cx="10912511" cy="1209524"/>
          </a:xfrm>
        </p:spPr>
        <p:txBody>
          <a:bodyPr/>
          <a:lstStyle/>
          <a:p>
            <a:r>
              <a:rPr lang="en-US" dirty="0"/>
              <a:t>Advancing the state of the art</a:t>
            </a:r>
          </a:p>
        </p:txBody>
      </p:sp>
      <p:sp>
        <p:nvSpPr>
          <p:cNvPr id="7" name="Text Placeholder 2">
            <a:extLst>
              <a:ext uri="{FF2B5EF4-FFF2-40B4-BE49-F238E27FC236}">
                <a16:creationId xmlns:a16="http://schemas.microsoft.com/office/drawing/2014/main" id="{5C49AA97-C948-2FB0-AB51-129D11F69608}"/>
              </a:ext>
            </a:extLst>
          </p:cNvPr>
          <p:cNvSpPr txBox="1">
            <a:spLocks/>
          </p:cNvSpPr>
          <p:nvPr/>
        </p:nvSpPr>
        <p:spPr>
          <a:xfrm>
            <a:off x="609601" y="1499810"/>
            <a:ext cx="10826751" cy="5358191"/>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base"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ysClr val="windowText" lastClr="000000"/>
                </a:solidFill>
                <a:effectLst/>
                <a:uLnTx/>
                <a:uFillTx/>
                <a:latin typeface="+mj-lt"/>
                <a:ea typeface="+mn-ea"/>
                <a:cs typeface="+mn-cs"/>
              </a:rPr>
              <a:t>Current state of the art: </a:t>
            </a:r>
          </a:p>
          <a:p>
            <a:pPr marL="685800" marR="0" lvl="1" indent="-228600" algn="l" defTabSz="914400" rtl="0" eaLnBrk="1" fontAlgn="base"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ysClr val="windowText" lastClr="000000"/>
                </a:solidFill>
                <a:effectLst/>
                <a:uLnTx/>
                <a:uFillTx/>
                <a:latin typeface="+mj-lt"/>
                <a:ea typeface="+mn-ea"/>
                <a:cs typeface="+mn-cs"/>
              </a:rPr>
              <a:t>Survival is exclusively modeled nationally in peer-reviewed literature and energy-economy models*</a:t>
            </a:r>
          </a:p>
          <a:p>
            <a:pPr marL="685800" marR="0" lvl="1" indent="-228600" algn="l" defTabSz="914400" rtl="0" eaLnBrk="1" fontAlgn="base"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ysClr val="windowText" lastClr="000000"/>
                </a:solidFill>
                <a:effectLst/>
                <a:uLnTx/>
                <a:uFillTx/>
                <a:latin typeface="+mj-lt"/>
                <a:ea typeface="+mn-ea"/>
                <a:cs typeface="+mn-cs"/>
              </a:rPr>
              <a:t>* In the latest EIA NEMS model and AEO 2025, EIA derived and implemented regional survival curves, but without documentation and without vetting of theory and data</a:t>
            </a:r>
          </a:p>
          <a:p>
            <a:pPr marL="228600" marR="0" lvl="0" indent="-228600" algn="l" defTabSz="914400" rtl="0" eaLnBrk="1" fontAlgn="base" latinLnBrk="0" hangingPunct="1">
              <a:lnSpc>
                <a:spcPct val="90000"/>
              </a:lnSpc>
              <a:spcBef>
                <a:spcPts val="1000"/>
              </a:spcBef>
              <a:spcAft>
                <a:spcPts val="0"/>
              </a:spcAft>
              <a:buClrTx/>
              <a:buSzTx/>
              <a:buFont typeface="Arial" panose="020B0604020202020204" pitchFamily="34" charset="0"/>
              <a:buChar char="•"/>
              <a:tabLst/>
              <a:defRPr/>
            </a:pPr>
            <a:endParaRPr kumimoji="0" lang="en-US" sz="2800" b="0" i="0" u="none" strike="noStrike" kern="1200" cap="none" spc="0" normalizeH="0" baseline="0" noProof="0" dirty="0">
              <a:ln>
                <a:noFill/>
              </a:ln>
              <a:solidFill>
                <a:sysClr val="windowText" lastClr="000000"/>
              </a:solidFill>
              <a:effectLst/>
              <a:uLnTx/>
              <a:uFillTx/>
              <a:latin typeface="+mj-lt"/>
              <a:ea typeface="+mn-ea"/>
              <a:cs typeface="+mn-cs"/>
            </a:endParaRPr>
          </a:p>
          <a:p>
            <a:pPr marL="228600" marR="0" lvl="0" indent="-228600" algn="l" defTabSz="914400" rtl="0" eaLnBrk="1" fontAlgn="base"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ysClr val="windowText" lastClr="000000"/>
                </a:solidFill>
                <a:effectLst/>
                <a:uLnTx/>
                <a:uFillTx/>
                <a:latin typeface="+mj-lt"/>
                <a:ea typeface="+mn-ea"/>
                <a:cs typeface="+mn-cs"/>
              </a:rPr>
              <a:t>Anticipated &amp; desired improvements in modeling results: </a:t>
            </a:r>
          </a:p>
          <a:p>
            <a:pPr marL="685800" marR="0" lvl="1" indent="-228600" algn="l" defTabSz="914400" rtl="0" eaLnBrk="1" fontAlgn="base"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ysClr val="windowText" lastClr="000000"/>
                </a:solidFill>
                <a:effectLst/>
                <a:uLnTx/>
                <a:uFillTx/>
                <a:latin typeface="+mj-lt"/>
                <a:ea typeface="+mn-ea"/>
                <a:cs typeface="+mn-cs"/>
              </a:rPr>
              <a:t>Represent &amp; maintain existing vehicle age distributions within subnational regions</a:t>
            </a:r>
          </a:p>
          <a:p>
            <a:pPr marL="685800" marR="0" lvl="1" indent="-228600" algn="l" defTabSz="914400" rtl="0" eaLnBrk="1" fontAlgn="base"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ysClr val="windowText" lastClr="000000"/>
                </a:solidFill>
                <a:effectLst/>
                <a:uLnTx/>
                <a:uFillTx/>
                <a:latin typeface="+mj-lt"/>
                <a:ea typeface="+mn-ea"/>
                <a:cs typeface="+mn-cs"/>
              </a:rPr>
              <a:t>Predict regional vehicle survival and sales, with implications on technology adoption</a:t>
            </a:r>
          </a:p>
          <a:p>
            <a:pPr marL="228600" marR="0" lvl="0" indent="-228600" algn="l" defTabSz="914400" rtl="0" eaLnBrk="1" fontAlgn="base" latinLnBrk="0" hangingPunct="1">
              <a:lnSpc>
                <a:spcPct val="90000"/>
              </a:lnSpc>
              <a:spcBef>
                <a:spcPts val="1000"/>
              </a:spcBef>
              <a:spcAft>
                <a:spcPts val="0"/>
              </a:spcAft>
              <a:buClrTx/>
              <a:buSzTx/>
              <a:buFont typeface="Arial" panose="020B0604020202020204" pitchFamily="34" charset="0"/>
              <a:buChar char="•"/>
              <a:tabLst/>
              <a:defRPr/>
            </a:pPr>
            <a:endParaRPr kumimoji="0" lang="en-US" sz="2800" b="0" i="0" u="none" strike="noStrike" kern="1200" cap="none" spc="0" normalizeH="0" baseline="0" noProof="0" dirty="0">
              <a:ln>
                <a:noFill/>
              </a:ln>
              <a:solidFill>
                <a:sysClr val="windowText" lastClr="000000"/>
              </a:solidFill>
              <a:effectLst/>
              <a:uLnTx/>
              <a:uFillTx/>
              <a:latin typeface="+mj-lt"/>
              <a:ea typeface="+mn-ea"/>
              <a:cs typeface="+mn-cs"/>
            </a:endParaRPr>
          </a:p>
          <a:p>
            <a:pPr marL="228600" marR="0" lvl="0" indent="-228600" algn="l" defTabSz="914400" rtl="0" eaLnBrk="1" fontAlgn="base"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ysClr val="windowText" lastClr="000000"/>
                </a:solidFill>
                <a:effectLst/>
                <a:uLnTx/>
                <a:uFillTx/>
                <a:latin typeface="+mj-lt"/>
                <a:ea typeface="+mn-ea"/>
                <a:cs typeface="+mn-cs"/>
              </a:rPr>
              <a:t>Anticipated issues &amp; risks: </a:t>
            </a:r>
          </a:p>
          <a:p>
            <a:pPr marL="685800" marR="0" lvl="1" indent="-228600" algn="l" defTabSz="914400" rtl="0" eaLnBrk="1" fontAlgn="base"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ysClr val="windowText" lastClr="000000"/>
                </a:solidFill>
                <a:effectLst/>
                <a:uLnTx/>
                <a:uFillTx/>
                <a:latin typeface="+mj-lt"/>
                <a:ea typeface="+mn-ea"/>
                <a:cs typeface="+mn-cs"/>
              </a:rPr>
              <a:t>Potential inconsistencies in national &amp; subnational vehicle stock totals</a:t>
            </a:r>
          </a:p>
          <a:p>
            <a:pPr marL="1143000" marR="0" lvl="2" indent="-228600" algn="l" defTabSz="914400" rtl="0" eaLnBrk="1" fontAlgn="base" latinLnBrk="0" hangingPunct="1">
              <a:lnSpc>
                <a:spcPct val="90000"/>
              </a:lnSpc>
              <a:spcBef>
                <a:spcPts val="5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ysClr val="windowText" lastClr="000000"/>
                </a:solidFill>
                <a:effectLst/>
                <a:uLnTx/>
                <a:uFillTx/>
                <a:latin typeface="+mj-lt"/>
                <a:ea typeface="+mn-ea"/>
                <a:cs typeface="+mn-cs"/>
              </a:rPr>
              <a:t>In the case of negative survival, vehicles start appearing into the stock (rather than disappear from fixed tracked quantities)</a:t>
            </a:r>
          </a:p>
          <a:p>
            <a:pPr marL="685800" marR="0" lvl="1" indent="-228600" algn="l" defTabSz="914400" rtl="0" eaLnBrk="1" fontAlgn="base"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ysClr val="windowText" lastClr="000000"/>
                </a:solidFill>
                <a:effectLst/>
                <a:uLnTx/>
                <a:uFillTx/>
                <a:latin typeface="+mj-lt"/>
                <a:ea typeface="+mn-ea"/>
                <a:cs typeface="+mn-cs"/>
              </a:rPr>
              <a:t>Scarce data on EV-specific survival/movement; risk of inappropriate application</a:t>
            </a:r>
          </a:p>
          <a:p>
            <a:pPr marL="685800" marR="0" lvl="1" indent="-228600" algn="l" defTabSz="914400" rtl="0" eaLnBrk="1" fontAlgn="base"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ysClr val="windowText" lastClr="000000"/>
                </a:solidFill>
                <a:effectLst/>
                <a:uLnTx/>
                <a:uFillTx/>
                <a:latin typeface="+mj-lt"/>
                <a:ea typeface="+mn-ea"/>
                <a:cs typeface="+mn-cs"/>
              </a:rPr>
              <a:t>Inability to distinguish vehicle movements vs. true scrappage variation between areas, which could lead to inappropriate extrapolation of temporary trends</a:t>
            </a:r>
          </a:p>
          <a:p>
            <a:pPr marL="1143000" marR="0" lvl="2" indent="-228600" algn="l" defTabSz="914400" rtl="0" eaLnBrk="1" fontAlgn="base" latinLnBrk="0" hangingPunct="1">
              <a:lnSpc>
                <a:spcPct val="90000"/>
              </a:lnSpc>
              <a:spcBef>
                <a:spcPts val="5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ysClr val="windowText" lastClr="000000"/>
                </a:solidFill>
                <a:effectLst/>
                <a:uLnTx/>
                <a:uFillTx/>
                <a:latin typeface="+mj-lt"/>
                <a:ea typeface="+mn-ea"/>
                <a:cs typeface="+mn-cs"/>
              </a:rPr>
              <a:t>No data and theory available to model vehicle movements/transfers between regions</a:t>
            </a:r>
          </a:p>
          <a:p>
            <a:pPr marL="685800" marR="0" lvl="1" indent="-228600" algn="l" defTabSz="914400" rtl="0" eaLnBrk="1" fontAlgn="base" latinLnBrk="0" hangingPunct="1">
              <a:lnSpc>
                <a:spcPct val="90000"/>
              </a:lnSpc>
              <a:spcBef>
                <a:spcPts val="50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sysClr val="windowText" lastClr="000000"/>
              </a:solidFill>
              <a:effectLst/>
              <a:uLnTx/>
              <a:uFillTx/>
              <a:latin typeface="+mj-lt"/>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800" b="0" i="0" u="none" strike="noStrike" kern="1200" cap="none" spc="0" normalizeH="0" baseline="0" noProof="0" dirty="0">
              <a:ln>
                <a:noFill/>
              </a:ln>
              <a:solidFill>
                <a:sysClr val="windowText" lastClr="000000"/>
              </a:solidFill>
              <a:effectLst/>
              <a:uLnTx/>
              <a:uFillTx/>
              <a:latin typeface="+mj-lt"/>
              <a:ea typeface="+mn-ea"/>
              <a:cs typeface="+mn-cs"/>
            </a:endParaRPr>
          </a:p>
        </p:txBody>
      </p:sp>
    </p:spTree>
    <p:extLst>
      <p:ext uri="{BB962C8B-B14F-4D97-AF65-F5344CB8AC3E}">
        <p14:creationId xmlns:p14="http://schemas.microsoft.com/office/powerpoint/2010/main" val="19149814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BCF1B-6093-DBCB-7C61-A1688CD9CD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CFE9DA-134F-895E-DA3F-7CAA5E18C34D}"/>
              </a:ext>
            </a:extLst>
          </p:cNvPr>
          <p:cNvSpPr>
            <a:spLocks noGrp="1"/>
          </p:cNvSpPr>
          <p:nvPr>
            <p:ph type="title"/>
          </p:nvPr>
        </p:nvSpPr>
        <p:spPr>
          <a:xfrm>
            <a:off x="609599" y="1"/>
            <a:ext cx="10912511" cy="1209524"/>
          </a:xfrm>
        </p:spPr>
        <p:txBody>
          <a:bodyPr/>
          <a:lstStyle/>
          <a:p>
            <a:r>
              <a:rPr lang="en-US" dirty="0"/>
              <a:t>With remaining budget, plan is to…</a:t>
            </a:r>
          </a:p>
        </p:txBody>
      </p:sp>
      <p:sp>
        <p:nvSpPr>
          <p:cNvPr id="4" name="Text Placeholder 2">
            <a:extLst>
              <a:ext uri="{FF2B5EF4-FFF2-40B4-BE49-F238E27FC236}">
                <a16:creationId xmlns:a16="http://schemas.microsoft.com/office/drawing/2014/main" id="{413E29EF-892D-6D55-A0F4-FE75126187BC}"/>
              </a:ext>
            </a:extLst>
          </p:cNvPr>
          <p:cNvSpPr>
            <a:spLocks noGrp="1"/>
          </p:cNvSpPr>
          <p:nvPr>
            <p:ph type="body" sz="quarter" idx="10"/>
          </p:nvPr>
        </p:nvSpPr>
        <p:spPr>
          <a:xfrm>
            <a:off x="609601" y="1499810"/>
            <a:ext cx="10826751" cy="4829025"/>
          </a:xfrm>
        </p:spPr>
        <p:txBody>
          <a:bodyPr>
            <a:normAutofit fontScale="77500" lnSpcReduction="20000"/>
          </a:bodyPr>
          <a:lstStyle/>
          <a:p>
            <a:pPr marL="0" indent="0">
              <a:buNone/>
            </a:pPr>
            <a:r>
              <a:rPr lang="en-US" dirty="0"/>
              <a:t>First-cut application of regional survival curves</a:t>
            </a:r>
          </a:p>
          <a:p>
            <a:r>
              <a:rPr lang="en-US" dirty="0"/>
              <a:t>Run TEMPO for 50 states or ~3000 counties, with regional initial stocks and with national and regional survival curves</a:t>
            </a:r>
          </a:p>
          <a:p>
            <a:pPr lvl="1"/>
            <a:r>
              <a:rPr lang="en-US" dirty="0"/>
              <a:t>Reduce or increase vehicle stocks by age according to regional survival curve (including negative net survival)</a:t>
            </a:r>
          </a:p>
          <a:p>
            <a:pPr lvl="2"/>
            <a:r>
              <a:rPr lang="en-US" dirty="0"/>
              <a:t>Naïvely reduce/increase uniformly across powertrain types</a:t>
            </a:r>
          </a:p>
          <a:p>
            <a:pPr lvl="2"/>
            <a:r>
              <a:rPr lang="en-US" dirty="0"/>
              <a:t>Assume BEVs follow same survival rates</a:t>
            </a:r>
          </a:p>
          <a:p>
            <a:r>
              <a:rPr lang="en-US" dirty="0"/>
              <a:t>Observe regional and aggregate sales and stock-age distributions; compare with TEMPO national run results</a:t>
            </a:r>
          </a:p>
          <a:p>
            <a:r>
              <a:rPr lang="en-US" dirty="0"/>
              <a:t>Compare with EIA NEMS implementation</a:t>
            </a:r>
          </a:p>
          <a:p>
            <a:r>
              <a:rPr lang="en-US" dirty="0"/>
              <a:t>Describe results, assess progress, explain limitations &amp; future applicability</a:t>
            </a:r>
          </a:p>
          <a:p>
            <a:r>
              <a:rPr lang="en-US" dirty="0"/>
              <a:t>Propose alternative data structures, parameterization, and assumptions to address limitations</a:t>
            </a:r>
          </a:p>
          <a:p>
            <a:endParaRPr lang="en-US" dirty="0"/>
          </a:p>
        </p:txBody>
      </p:sp>
    </p:spTree>
    <p:extLst>
      <p:ext uri="{BB962C8B-B14F-4D97-AF65-F5344CB8AC3E}">
        <p14:creationId xmlns:p14="http://schemas.microsoft.com/office/powerpoint/2010/main" val="16093432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77F79-B069-6CC1-E713-C8E7470D94D9}"/>
              </a:ext>
            </a:extLst>
          </p:cNvPr>
          <p:cNvSpPr>
            <a:spLocks noGrp="1"/>
          </p:cNvSpPr>
          <p:nvPr>
            <p:ph type="title"/>
          </p:nvPr>
        </p:nvSpPr>
        <p:spPr>
          <a:xfrm>
            <a:off x="609600" y="1"/>
            <a:ext cx="10972801" cy="1209524"/>
          </a:xfrm>
        </p:spPr>
        <p:txBody>
          <a:bodyPr/>
          <a:lstStyle/>
          <a:p>
            <a:r>
              <a:rPr lang="en-US" dirty="0"/>
              <a:t>Regional survival curves to help TEMPO reflect vehicle age heterogeneity and impact on EV roll-out</a:t>
            </a:r>
          </a:p>
        </p:txBody>
      </p:sp>
      <p:sp>
        <p:nvSpPr>
          <p:cNvPr id="4" name="Text Placeholder 2">
            <a:extLst>
              <a:ext uri="{FF2B5EF4-FFF2-40B4-BE49-F238E27FC236}">
                <a16:creationId xmlns:a16="http://schemas.microsoft.com/office/drawing/2014/main" id="{E30CE75C-7E61-EFE9-9935-716869179A44}"/>
              </a:ext>
            </a:extLst>
          </p:cNvPr>
          <p:cNvSpPr txBox="1">
            <a:spLocks noGrp="1"/>
          </p:cNvSpPr>
          <p:nvPr>
            <p:ph type="body" sz="quarter" idx="10"/>
          </p:nvPr>
        </p:nvSpPr>
        <p:spPr>
          <a:xfrm>
            <a:off x="609601" y="1348517"/>
            <a:ext cx="10826751" cy="5509483"/>
          </a:xfrm>
          <a:prstGeom prst="rect">
            <a:avLst/>
          </a:prstGeom>
        </p:spPr>
        <p:txBody>
          <a:bodyPr vert="horz" lIns="121920" tIns="60960" rIns="121920" bIns="60960" rtlCol="0">
            <a:noAutofit/>
          </a:bodyPr>
          <a:lst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2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1867" dirty="0">
                <a:latin typeface="-apple-system"/>
              </a:rPr>
              <a:t>In lieu of explicitly modeling used vehicle sales and transfers, we will apply regionalized “survival” curves to TEMPO that can approximate used vehicle transfers and slower turnover.</a:t>
            </a:r>
          </a:p>
          <a:p>
            <a:pPr marL="0" indent="0">
              <a:buNone/>
            </a:pPr>
            <a:endParaRPr lang="en-US" sz="1867" dirty="0">
              <a:latin typeface="-apple-system"/>
            </a:endParaRPr>
          </a:p>
          <a:p>
            <a:pPr marL="0" indent="0">
              <a:buNone/>
            </a:pPr>
            <a:endParaRPr lang="en-US" sz="1867" dirty="0">
              <a:latin typeface="-apple-system"/>
            </a:endParaRPr>
          </a:p>
          <a:p>
            <a:pPr marL="0" indent="0">
              <a:buNone/>
            </a:pPr>
            <a:endParaRPr lang="en-US" sz="1867" dirty="0">
              <a:latin typeface="-apple-system"/>
            </a:endParaRPr>
          </a:p>
          <a:p>
            <a:pPr marL="0" indent="0">
              <a:buNone/>
            </a:pPr>
            <a:endParaRPr lang="en-US" sz="1867" dirty="0">
              <a:latin typeface="-apple-system"/>
            </a:endParaRPr>
          </a:p>
          <a:p>
            <a:pPr marL="0" indent="0">
              <a:buNone/>
            </a:pPr>
            <a:endParaRPr lang="en-US" sz="1867" dirty="0">
              <a:latin typeface="-apple-system"/>
            </a:endParaRPr>
          </a:p>
          <a:p>
            <a:pPr marL="0" indent="0">
              <a:buNone/>
            </a:pPr>
            <a:endParaRPr lang="en-US" sz="1867" dirty="0">
              <a:latin typeface="-apple-system"/>
            </a:endParaRPr>
          </a:p>
          <a:p>
            <a:pPr marL="0" indent="0">
              <a:buNone/>
            </a:pPr>
            <a:endParaRPr lang="en-US" sz="1867" dirty="0">
              <a:latin typeface="-apple-system"/>
            </a:endParaRPr>
          </a:p>
          <a:p>
            <a:pPr marL="0" indent="0">
              <a:buNone/>
            </a:pPr>
            <a:endParaRPr lang="en-US" sz="1867" dirty="0">
              <a:latin typeface="-apple-system"/>
            </a:endParaRPr>
          </a:p>
          <a:p>
            <a:pPr marL="0" indent="0">
              <a:buNone/>
            </a:pPr>
            <a:endParaRPr lang="en-US" sz="1867" dirty="0">
              <a:latin typeface="-apple-system"/>
            </a:endParaRPr>
          </a:p>
          <a:p>
            <a:pPr marL="0" indent="0">
              <a:buNone/>
            </a:pPr>
            <a:endParaRPr lang="en-US" sz="1867" dirty="0">
              <a:latin typeface="-apple-system"/>
            </a:endParaRPr>
          </a:p>
          <a:p>
            <a:pPr marL="0" indent="0">
              <a:buNone/>
            </a:pPr>
            <a:r>
              <a:rPr lang="en-US" sz="1867" dirty="0">
                <a:latin typeface="-apple-system"/>
              </a:rPr>
              <a:t>In addition to regional survival either from EIA or from analysis of Experian vehicle registration data, we will make assumptions about the EV share of transferred vehicles and true scrappage from national survival data. </a:t>
            </a:r>
          </a:p>
          <a:p>
            <a:pPr marL="0" indent="0">
              <a:buNone/>
            </a:pPr>
            <a:r>
              <a:rPr lang="en-US" sz="1867" dirty="0">
                <a:latin typeface="-apple-system"/>
              </a:rPr>
              <a:t>Overall, this will enable TEMPO to more accurately reflect the nature of new vs. used sales by county and improve its projections of EV roll-out.</a:t>
            </a:r>
          </a:p>
          <a:p>
            <a:pPr marL="0" indent="0">
              <a:buNone/>
            </a:pPr>
            <a:endParaRPr lang="en-US" sz="1867" dirty="0">
              <a:latin typeface="-apple-system"/>
            </a:endParaRPr>
          </a:p>
          <a:p>
            <a:pPr marL="0" indent="0">
              <a:buNone/>
            </a:pPr>
            <a:endParaRPr lang="en-US" sz="1867" dirty="0">
              <a:latin typeface="-apple-system"/>
            </a:endParaRPr>
          </a:p>
          <a:p>
            <a:pPr marL="0" indent="0">
              <a:buNone/>
            </a:pPr>
            <a:endParaRPr lang="en-US" sz="1867" dirty="0"/>
          </a:p>
        </p:txBody>
      </p:sp>
      <p:pic>
        <p:nvPicPr>
          <p:cNvPr id="6" name="Picture 5">
            <a:extLst>
              <a:ext uri="{FF2B5EF4-FFF2-40B4-BE49-F238E27FC236}">
                <a16:creationId xmlns:a16="http://schemas.microsoft.com/office/drawing/2014/main" id="{BEE8849F-36F0-BF1B-7CAC-0544018C1FBD}"/>
              </a:ext>
            </a:extLst>
          </p:cNvPr>
          <p:cNvPicPr>
            <a:picLocks noChangeAspect="1"/>
          </p:cNvPicPr>
          <p:nvPr/>
        </p:nvPicPr>
        <p:blipFill>
          <a:blip r:embed="rId3"/>
          <a:stretch>
            <a:fillRect/>
          </a:stretch>
        </p:blipFill>
        <p:spPr>
          <a:xfrm>
            <a:off x="609600" y="2014133"/>
            <a:ext cx="6967243" cy="3376668"/>
          </a:xfrm>
          <a:prstGeom prst="rect">
            <a:avLst/>
          </a:prstGeom>
        </p:spPr>
      </p:pic>
      <p:sp>
        <p:nvSpPr>
          <p:cNvPr id="7" name="TextBox 6">
            <a:extLst>
              <a:ext uri="{FF2B5EF4-FFF2-40B4-BE49-F238E27FC236}">
                <a16:creationId xmlns:a16="http://schemas.microsoft.com/office/drawing/2014/main" id="{DD4875DC-38C0-3B4F-DF93-82BB747FFC0E}"/>
              </a:ext>
            </a:extLst>
          </p:cNvPr>
          <p:cNvSpPr txBox="1"/>
          <p:nvPr/>
        </p:nvSpPr>
        <p:spPr>
          <a:xfrm>
            <a:off x="7768354" y="2138879"/>
            <a:ext cx="3814047" cy="3622210"/>
          </a:xfrm>
          <a:prstGeom prst="rect">
            <a:avLst/>
          </a:prstGeom>
          <a:noFill/>
        </p:spPr>
        <p:txBody>
          <a:bodyPr wrap="square" rtlCol="0">
            <a:spAutoFit/>
          </a:bodyPr>
          <a:lstStyle/>
          <a:p>
            <a:r>
              <a:rPr lang="en-US" sz="1867" dirty="0">
                <a:latin typeface="-apple-system"/>
              </a:rPr>
              <a:t>New to AEO 2023, EIA started using regionalized survival curves. Note region 6 where light trucks of age 10 have 140% survival i.e. more age 10 vehicles appear in this region than the previous year’s age 9 vehicles. </a:t>
            </a:r>
          </a:p>
          <a:p>
            <a:endParaRPr lang="en-US" sz="1867" dirty="0">
              <a:latin typeface="-apple-system"/>
            </a:endParaRPr>
          </a:p>
          <a:p>
            <a:r>
              <a:rPr lang="en-US" sz="1867" dirty="0">
                <a:latin typeface="-apple-system"/>
              </a:rPr>
              <a:t>This can be attributable to used vehicle transfers, likely from regions such as 2 and 7 where these vehicles are disproportionately disappearing.</a:t>
            </a:r>
          </a:p>
          <a:p>
            <a:endParaRPr lang="en-US" sz="2400" dirty="0"/>
          </a:p>
        </p:txBody>
      </p:sp>
    </p:spTree>
    <p:extLst>
      <p:ext uri="{BB962C8B-B14F-4D97-AF65-F5344CB8AC3E}">
        <p14:creationId xmlns:p14="http://schemas.microsoft.com/office/powerpoint/2010/main" val="37877310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4AEE0-4257-A1B8-8312-615EBE8F7AAA}"/>
              </a:ext>
            </a:extLst>
          </p:cNvPr>
          <p:cNvSpPr>
            <a:spLocks noGrp="1"/>
          </p:cNvSpPr>
          <p:nvPr>
            <p:ph type="title"/>
          </p:nvPr>
        </p:nvSpPr>
        <p:spPr/>
        <p:txBody>
          <a:bodyPr/>
          <a:lstStyle/>
          <a:p>
            <a:r>
              <a:rPr lang="en-US" dirty="0"/>
              <a:t>Remaining uncertainty</a:t>
            </a:r>
          </a:p>
        </p:txBody>
      </p:sp>
      <p:sp>
        <p:nvSpPr>
          <p:cNvPr id="3" name="Text Placeholder 2">
            <a:extLst>
              <a:ext uri="{FF2B5EF4-FFF2-40B4-BE49-F238E27FC236}">
                <a16:creationId xmlns:a16="http://schemas.microsoft.com/office/drawing/2014/main" id="{EE582AED-A823-18D3-0D16-2A9B4AA50ABA}"/>
              </a:ext>
            </a:extLst>
          </p:cNvPr>
          <p:cNvSpPr>
            <a:spLocks noGrp="1"/>
          </p:cNvSpPr>
          <p:nvPr>
            <p:ph type="body" sz="quarter" idx="10"/>
          </p:nvPr>
        </p:nvSpPr>
        <p:spPr/>
        <p:txBody>
          <a:bodyPr>
            <a:normAutofit lnSpcReduction="10000"/>
          </a:bodyPr>
          <a:lstStyle/>
          <a:p>
            <a:r>
              <a:rPr lang="en-US" dirty="0"/>
              <a:t>When a region retires and exports vehicles, we assume it retires/exports a mix of ages and powertrains of the composition of the region’s stock</a:t>
            </a:r>
          </a:p>
          <a:p>
            <a:r>
              <a:rPr lang="en-US" dirty="0"/>
              <a:t>When a region imports vehicles, we do not have visibility into the mix of powertrains. This may be particularly relevant if a region has low or no new sales or EVs, but does begin to import used EVs.</a:t>
            </a:r>
          </a:p>
          <a:p>
            <a:pPr lvl="1"/>
            <a:r>
              <a:rPr lang="en-US" dirty="0"/>
              <a:t>We will need to establish assumptions and a calibration procedure such that the sum of regional vehicle stocks do not fall out of alignment of nationwide stock and survival.</a:t>
            </a:r>
          </a:p>
        </p:txBody>
      </p:sp>
    </p:spTree>
    <p:extLst>
      <p:ext uri="{BB962C8B-B14F-4D97-AF65-F5344CB8AC3E}">
        <p14:creationId xmlns:p14="http://schemas.microsoft.com/office/powerpoint/2010/main" val="20372187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Custom 10">
      <a:dk1>
        <a:srgbClr val="333333"/>
      </a:dk1>
      <a:lt1>
        <a:srgbClr val="FFFFFF"/>
      </a:lt1>
      <a:dk2>
        <a:srgbClr val="FFC425"/>
      </a:dk2>
      <a:lt2>
        <a:srgbClr val="8DC63F"/>
      </a:lt2>
      <a:accent1>
        <a:srgbClr val="0079C1"/>
      </a:accent1>
      <a:accent2>
        <a:srgbClr val="00A4E4"/>
      </a:accent2>
      <a:accent3>
        <a:srgbClr val="F6A01A"/>
      </a:accent3>
      <a:accent4>
        <a:srgbClr val="5E9732"/>
      </a:accent4>
      <a:accent5>
        <a:srgbClr val="933C06"/>
      </a:accent5>
      <a:accent6>
        <a:srgbClr val="6A737B"/>
      </a:accent6>
      <a:hlink>
        <a:srgbClr val="0079C1"/>
      </a:hlink>
      <a:folHlink>
        <a:srgbClr val="00A4E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16-9-presentation-2019" id="{E8A68D52-70D5-1F45-9E2B-50DC26CDF849}" vid="{0CCD6724-4B42-BC4D-AA89-F63B9FDE5D3F}"/>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95965d95-ecc0-4720-b759-1f33c42ed7da}" enabled="1" method="Standard" siteId="{a0f29d7e-28cd-4f54-8442-7885aee7c080}" removed="0"/>
</clbl:labelList>
</file>

<file path=docProps/app.xml><?xml version="1.0" encoding="utf-8"?>
<Properties xmlns="http://schemas.openxmlformats.org/officeDocument/2006/extended-properties" xmlns:vt="http://schemas.openxmlformats.org/officeDocument/2006/docPropsVTypes">
  <TotalTime>16178</TotalTime>
  <Words>2703</Words>
  <Application>Microsoft Office PowerPoint</Application>
  <PresentationFormat>Widescreen</PresentationFormat>
  <Paragraphs>242</Paragraphs>
  <Slides>28</Slides>
  <Notes>12</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28</vt:i4>
      </vt:variant>
    </vt:vector>
  </HeadingPairs>
  <TitlesOfParts>
    <vt:vector size="37" baseType="lpstr">
      <vt:lpstr>-apple-system</vt:lpstr>
      <vt:lpstr>Aptos</vt:lpstr>
      <vt:lpstr>Aptos Display</vt:lpstr>
      <vt:lpstr>Arial</vt:lpstr>
      <vt:lpstr>Calibri</vt:lpstr>
      <vt:lpstr>Segoe UI</vt:lpstr>
      <vt:lpstr>Times New Roman</vt:lpstr>
      <vt:lpstr>Office Theme</vt:lpstr>
      <vt:lpstr>1_Office Theme</vt:lpstr>
      <vt:lpstr>PowerPoint Presentation</vt:lpstr>
      <vt:lpstr>Regional differences in vehicle age, survival, and stock modeling have been underlooked</vt:lpstr>
      <vt:lpstr>Disproportionate ownership of new vehicles and EVs by high-income households</vt:lpstr>
      <vt:lpstr>EV diffusion depends on both  sales share and new sales</vt:lpstr>
      <vt:lpstr>EV sales share and age have been somewhat  anti-correlated so far</vt:lpstr>
      <vt:lpstr>Not just important for EVs/environment</vt:lpstr>
      <vt:lpstr>This work seeks to enhance modeling of  regional vehicle stocks, sales, and turnover</vt:lpstr>
      <vt:lpstr>National-level vehicle fleet  survival curve</vt:lpstr>
      <vt:lpstr>National  survival curves 2014-2022</vt:lpstr>
      <vt:lpstr>State-level survival curves, 2019</vt:lpstr>
      <vt:lpstr>Variables explaining  state-level differences in survival</vt:lpstr>
      <vt:lpstr>Generalized state-level survival curves, predicted for 2022, based on 2014-2022 data</vt:lpstr>
      <vt:lpstr>Journal peer review - reject</vt:lpstr>
      <vt:lpstr>How can accurate regional vehicle turnover/sales be estimated?</vt:lpstr>
      <vt:lpstr>The age distribution of vehicle stock differs varies across the US</vt:lpstr>
      <vt:lpstr>Differences in age distribution are starker at the county level</vt:lpstr>
      <vt:lpstr>Applying the national survival to 2050 produces the expected steady-state stock, same in every county</vt:lpstr>
      <vt:lpstr>Applying fixed regional turnover to 2050 helps maintain average age in every county, but veers away from original distributions</vt:lpstr>
      <vt:lpstr>How would regional stocks evolve if we used our newly derived state-level net survival curves?</vt:lpstr>
      <vt:lpstr>Applying regional net survival to 2050 helps maintain age distribution shapes in every county, but sums may not match national, especially technology-specific sums</vt:lpstr>
      <vt:lpstr>Next steps  (with limited remaining budget)</vt:lpstr>
      <vt:lpstr>Future steps</vt:lpstr>
      <vt:lpstr>PowerPoint Presentation</vt:lpstr>
      <vt:lpstr>Objectives and Status</vt:lpstr>
      <vt:lpstr>Advancing the state of the art</vt:lpstr>
      <vt:lpstr>With remaining budget, plan is to…</vt:lpstr>
      <vt:lpstr>Regional survival curves to help TEMPO reflect vehicle age heterogeneity and impact on EV roll-out</vt:lpstr>
      <vt:lpstr>Remaining uncertainty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Yip, Arthur</dc:creator>
  <cp:lastModifiedBy>Yip, Arthur</cp:lastModifiedBy>
  <cp:revision>2</cp:revision>
  <dcterms:created xsi:type="dcterms:W3CDTF">2025-06-27T16:51:39Z</dcterms:created>
  <dcterms:modified xsi:type="dcterms:W3CDTF">2025-11-06T20:33:08Z</dcterms:modified>
</cp:coreProperties>
</file>