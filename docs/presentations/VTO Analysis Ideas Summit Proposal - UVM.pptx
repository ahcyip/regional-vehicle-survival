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7971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3E4F8-489C-4424-A812-ACC9EB20A630}" v="89" dt="2025-01-15T19:23:31.827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4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p, Arthur" userId="449abbf6-f4cb-4fa5-ac32-cf7a55bef8bf" providerId="ADAL" clId="{9D83E4F8-489C-4424-A812-ACC9EB20A630}"/>
    <pc:docChg chg="undo custSel modSld">
      <pc:chgData name="Yip, Arthur" userId="449abbf6-f4cb-4fa5-ac32-cf7a55bef8bf" providerId="ADAL" clId="{9D83E4F8-489C-4424-A812-ACC9EB20A630}" dt="2025-01-15T19:23:31.826" v="5987" actId="1076"/>
      <pc:docMkLst>
        <pc:docMk/>
      </pc:docMkLst>
      <pc:sldChg chg="addSp delSp modSp mod modNotesTx">
        <pc:chgData name="Yip, Arthur" userId="449abbf6-f4cb-4fa5-ac32-cf7a55bef8bf" providerId="ADAL" clId="{9D83E4F8-489C-4424-A812-ACC9EB20A630}" dt="2025-01-15T19:23:31.826" v="5987" actId="1076"/>
        <pc:sldMkLst>
          <pc:docMk/>
          <pc:sldMk cId="1172384212" sldId="2147479710"/>
        </pc:sldMkLst>
        <pc:spChg chg="add del mod">
          <ac:chgData name="Yip, Arthur" userId="449abbf6-f4cb-4fa5-ac32-cf7a55bef8bf" providerId="ADAL" clId="{9D83E4F8-489C-4424-A812-ACC9EB20A630}" dt="2025-01-15T18:48:02.081" v="3665" actId="478"/>
          <ac:spMkLst>
            <pc:docMk/>
            <pc:sldMk cId="1172384212" sldId="2147479710"/>
            <ac:spMk id="8" creationId="{4229FC8C-5D99-638C-71F5-CA05194A2D1E}"/>
          </ac:spMkLst>
        </pc:spChg>
        <pc:spChg chg="mod">
          <ac:chgData name="Yip, Arthur" userId="449abbf6-f4cb-4fa5-ac32-cf7a55bef8bf" providerId="ADAL" clId="{9D83E4F8-489C-4424-A812-ACC9EB20A630}" dt="2025-01-15T16:55:45.499" v="218" actId="20577"/>
          <ac:spMkLst>
            <pc:docMk/>
            <pc:sldMk cId="1172384212" sldId="2147479710"/>
            <ac:spMk id="34" creationId="{258B9499-2916-D2D1-F0C0-E2E46AEAA304}"/>
          </ac:spMkLst>
        </pc:spChg>
        <pc:graphicFrameChg chg="mod modGraphic">
          <ac:chgData name="Yip, Arthur" userId="449abbf6-f4cb-4fa5-ac32-cf7a55bef8bf" providerId="ADAL" clId="{9D83E4F8-489C-4424-A812-ACC9EB20A630}" dt="2025-01-15T17:28:13.699" v="1040" actId="20577"/>
          <ac:graphicFrameMkLst>
            <pc:docMk/>
            <pc:sldMk cId="1172384212" sldId="2147479710"/>
            <ac:graphicFrameMk id="4" creationId="{B41630FB-61A4-E799-A00F-E42993FE2347}"/>
          </ac:graphicFrameMkLst>
        </pc:graphicFrameChg>
        <pc:graphicFrameChg chg="mod modGraphic">
          <ac:chgData name="Yip, Arthur" userId="449abbf6-f4cb-4fa5-ac32-cf7a55bef8bf" providerId="ADAL" clId="{9D83E4F8-489C-4424-A812-ACC9EB20A630}" dt="2025-01-15T19:05:20.908" v="4771"/>
          <ac:graphicFrameMkLst>
            <pc:docMk/>
            <pc:sldMk cId="1172384212" sldId="2147479710"/>
            <ac:graphicFrameMk id="9" creationId="{5809598A-BD3B-25F7-E989-56AC7F7840F2}"/>
          </ac:graphicFrameMkLst>
        </pc:graphicFrameChg>
        <pc:graphicFrameChg chg="mod modGraphic">
          <ac:chgData name="Yip, Arthur" userId="449abbf6-f4cb-4fa5-ac32-cf7a55bef8bf" providerId="ADAL" clId="{9D83E4F8-489C-4424-A812-ACC9EB20A630}" dt="2025-01-15T19:17:36.127" v="5719" actId="6549"/>
          <ac:graphicFrameMkLst>
            <pc:docMk/>
            <pc:sldMk cId="1172384212" sldId="2147479710"/>
            <ac:graphicFrameMk id="10" creationId="{16FD8489-06A3-4FB7-BD3C-5754BDFB9F1E}"/>
          </ac:graphicFrameMkLst>
        </pc:graphicFrameChg>
        <pc:graphicFrameChg chg="mod modGraphic">
          <ac:chgData name="Yip, Arthur" userId="449abbf6-f4cb-4fa5-ac32-cf7a55bef8bf" providerId="ADAL" clId="{9D83E4F8-489C-4424-A812-ACC9EB20A630}" dt="2025-01-15T19:21:01.872" v="5917"/>
          <ac:graphicFrameMkLst>
            <pc:docMk/>
            <pc:sldMk cId="1172384212" sldId="2147479710"/>
            <ac:graphicFrameMk id="11" creationId="{2012A3EE-4EFE-A46D-E18B-140903D62A80}"/>
          </ac:graphicFrameMkLst>
        </pc:graphicFrameChg>
        <pc:graphicFrameChg chg="mod modGraphic">
          <ac:chgData name="Yip, Arthur" userId="449abbf6-f4cb-4fa5-ac32-cf7a55bef8bf" providerId="ADAL" clId="{9D83E4F8-489C-4424-A812-ACC9EB20A630}" dt="2025-01-15T19:23:09.271" v="5986" actId="20577"/>
          <ac:graphicFrameMkLst>
            <pc:docMk/>
            <pc:sldMk cId="1172384212" sldId="2147479710"/>
            <ac:graphicFrameMk id="12" creationId="{86241C09-B9D4-493A-EE6F-4902C14C155E}"/>
          </ac:graphicFrameMkLst>
        </pc:graphicFrameChg>
        <pc:picChg chg="add mod">
          <ac:chgData name="Yip, Arthur" userId="449abbf6-f4cb-4fa5-ac32-cf7a55bef8bf" providerId="ADAL" clId="{9D83E4F8-489C-4424-A812-ACC9EB20A630}" dt="2025-01-15T19:19:57.657" v="5911" actId="1076"/>
          <ac:picMkLst>
            <pc:docMk/>
            <pc:sldMk cId="1172384212" sldId="2147479710"/>
            <ac:picMk id="3" creationId="{5EE900D4-67DC-176F-7758-4C981E757C48}"/>
          </ac:picMkLst>
        </pc:picChg>
        <pc:picChg chg="add mod">
          <ac:chgData name="Yip, Arthur" userId="449abbf6-f4cb-4fa5-ac32-cf7a55bef8bf" providerId="ADAL" clId="{9D83E4F8-489C-4424-A812-ACC9EB20A630}" dt="2025-01-15T19:19:49.497" v="5908" actId="1076"/>
          <ac:picMkLst>
            <pc:docMk/>
            <pc:sldMk cId="1172384212" sldId="2147479710"/>
            <ac:picMk id="6" creationId="{49A1EDCA-018A-3F16-2AFC-B1658B48D057}"/>
          </ac:picMkLst>
        </pc:picChg>
        <pc:picChg chg="add mod">
          <ac:chgData name="Yip, Arthur" userId="449abbf6-f4cb-4fa5-ac32-cf7a55bef8bf" providerId="ADAL" clId="{9D83E4F8-489C-4424-A812-ACC9EB20A630}" dt="2025-01-15T19:19:43.284" v="5905" actId="1076"/>
          <ac:picMkLst>
            <pc:docMk/>
            <pc:sldMk cId="1172384212" sldId="2147479710"/>
            <ac:picMk id="7" creationId="{44D66E0F-A061-AACE-4899-3F16ED967217}"/>
          </ac:picMkLst>
        </pc:picChg>
        <pc:picChg chg="add mod">
          <ac:chgData name="Yip, Arthur" userId="449abbf6-f4cb-4fa5-ac32-cf7a55bef8bf" providerId="ADAL" clId="{9D83E4F8-489C-4424-A812-ACC9EB20A630}" dt="2025-01-15T19:23:31.826" v="5987" actId="1076"/>
          <ac:picMkLst>
            <pc:docMk/>
            <pc:sldMk cId="1172384212" sldId="2147479710"/>
            <ac:picMk id="1026" creationId="{74EA9D70-C1A4-CC6C-9FA2-F4474EB29D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D2B5F-449B-4137-ABC6-15CE2C8D5459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F1224-A00D-4D47-8198-2305F6D21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17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As the EV market expands beyond early adopters, there is a need to understand EV proliferation and where new and used EV are available, affordable, and adopted, across the US, at a fine spatial and demographic resolution and with up-to-date data. This project would fuse several proprietary data sources on vehicle markets to produce a publicly available, high-resolution, frequently updated dataset for modelers and analysts. Key metrics include sales shares, stock shares, turnover, age, dealership access, make-model availability, prices/depreciation, estimated vehicle expenditures, providing up-to-date insight on hyper-local vehicle preferences and adoption patterns. Rural/EV deserts of particular focus.</a:t>
            </a:r>
          </a:p>
          <a:p>
            <a:pPr algn="ctr"/>
            <a:endParaRPr lang="en-US" dirty="0"/>
          </a:p>
          <a:p>
            <a:pPr algn="l"/>
            <a:r>
              <a:rPr lang="en-US" dirty="0"/>
              <a:t>The project will further look into trends and correlations of where and how the EVs (and EVSEs) are getting adopted (and deployed) geographically and demographically.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F1224-A00D-4D47-8198-2305F6D21B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20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-Dark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8CF9-7F25-2BDF-F499-D72D7E9B68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5070" y="3331923"/>
            <a:ext cx="5503101" cy="1643585"/>
          </a:xfrm>
        </p:spPr>
        <p:txBody>
          <a:bodyPr anchor="b">
            <a:normAutofit/>
          </a:bodyPr>
          <a:lstStyle>
            <a:lvl1pPr algn="l">
              <a:defRPr sz="4500" b="1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688E7-800E-C994-44AD-60D4E0A9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69" y="5004954"/>
            <a:ext cx="5514035" cy="85722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C37841A-9B5E-3943-19BE-D33D4B675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1701" y="0"/>
            <a:ext cx="5210299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7E8142E-9F83-F0BD-BE59-659D1EE843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074" y="685782"/>
            <a:ext cx="4878847" cy="54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24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-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8CF9-7F25-2BDF-F499-D72D7E9B68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5070" y="3331923"/>
            <a:ext cx="5503101" cy="1643585"/>
          </a:xfrm>
        </p:spPr>
        <p:txBody>
          <a:bodyPr anchor="b">
            <a:normAutofit/>
          </a:bodyPr>
          <a:lstStyle>
            <a:lvl1pPr algn="l">
              <a:defRPr sz="45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688E7-800E-C994-44AD-60D4E0A9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69" y="5004954"/>
            <a:ext cx="5514035" cy="85722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D8BC4E6-7F6F-DF1E-8E92-E01EF719C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074" y="685784"/>
            <a:ext cx="4878847" cy="545201"/>
          </a:xfrm>
          <a:prstGeom prst="rect">
            <a:avLst/>
          </a:prstGeom>
        </p:spPr>
      </p:pic>
      <p:grpSp>
        <p:nvGrpSpPr>
          <p:cNvPr id="42" name="Graphic 14">
            <a:extLst>
              <a:ext uri="{FF2B5EF4-FFF2-40B4-BE49-F238E27FC236}">
                <a16:creationId xmlns:a16="http://schemas.microsoft.com/office/drawing/2014/main" id="{696FCDAF-642F-37D4-2FD5-92A9C6E3933F}"/>
              </a:ext>
            </a:extLst>
          </p:cNvPr>
          <p:cNvGrpSpPr/>
          <p:nvPr/>
        </p:nvGrpSpPr>
        <p:grpSpPr>
          <a:xfrm>
            <a:off x="6992633" y="8908"/>
            <a:ext cx="5214307" cy="6849093"/>
            <a:chOff x="6981700" y="0"/>
            <a:chExt cx="5214306" cy="6849093"/>
          </a:xfrm>
          <a:solidFill>
            <a:srgbClr val="020079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0322578-5702-C5FD-2E81-C4D32CB81BBC}"/>
                </a:ext>
              </a:extLst>
            </p:cNvPr>
            <p:cNvSpPr/>
            <p:nvPr/>
          </p:nvSpPr>
          <p:spPr>
            <a:xfrm>
              <a:off x="8879228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8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8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FC169BF-7CDA-D986-23B3-94B132A07AB4}"/>
                </a:ext>
              </a:extLst>
            </p:cNvPr>
            <p:cNvSpPr/>
            <p:nvPr/>
          </p:nvSpPr>
          <p:spPr>
            <a:xfrm>
              <a:off x="8608025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8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8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D75D942-758C-6411-7DE0-C22807C69196}"/>
                </a:ext>
              </a:extLst>
            </p:cNvPr>
            <p:cNvSpPr/>
            <p:nvPr/>
          </p:nvSpPr>
          <p:spPr>
            <a:xfrm>
              <a:off x="8336823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9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9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7FE902E-EFCA-F565-AA82-EC7E3B3EDEC4}"/>
                </a:ext>
              </a:extLst>
            </p:cNvPr>
            <p:cNvSpPr/>
            <p:nvPr/>
          </p:nvSpPr>
          <p:spPr>
            <a:xfrm>
              <a:off x="8066065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9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9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642E593-073E-8A55-05CF-1DBF34817B36}"/>
                </a:ext>
              </a:extLst>
            </p:cNvPr>
            <p:cNvSpPr/>
            <p:nvPr/>
          </p:nvSpPr>
          <p:spPr>
            <a:xfrm>
              <a:off x="7794862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8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8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B8131E7-246E-9380-DE13-BB7A84DE3607}"/>
                </a:ext>
              </a:extLst>
            </p:cNvPr>
            <p:cNvSpPr/>
            <p:nvPr/>
          </p:nvSpPr>
          <p:spPr>
            <a:xfrm>
              <a:off x="7523660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9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9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F17313F-897F-2F9E-70DB-23230193F798}"/>
                </a:ext>
              </a:extLst>
            </p:cNvPr>
            <p:cNvSpPr/>
            <p:nvPr/>
          </p:nvSpPr>
          <p:spPr>
            <a:xfrm>
              <a:off x="7252902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8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8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65D0E4A-ABDC-06F5-A549-F27885452840}"/>
                </a:ext>
              </a:extLst>
            </p:cNvPr>
            <p:cNvSpPr/>
            <p:nvPr/>
          </p:nvSpPr>
          <p:spPr>
            <a:xfrm>
              <a:off x="6981700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9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9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/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6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-Ligh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8CF9-7F25-2BDF-F499-D72D7E9B68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5069" y="3331923"/>
            <a:ext cx="4565571" cy="1643585"/>
          </a:xfrm>
        </p:spPr>
        <p:txBody>
          <a:bodyPr anchor="b">
            <a:normAutofit/>
          </a:bodyPr>
          <a:lstStyle>
            <a:lvl1pPr algn="l">
              <a:defRPr sz="4500" b="1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688E7-800E-C994-44AD-60D4E0A9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72" y="5004954"/>
            <a:ext cx="4574641" cy="85722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B0807E05-19FE-27C7-5A0D-C28E786820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42697" y="0"/>
            <a:ext cx="6780105" cy="6872309"/>
          </a:xfrm>
          <a:custGeom>
            <a:avLst/>
            <a:gdLst>
              <a:gd name="connsiteX0" fmla="*/ 0 w 4421904"/>
              <a:gd name="connsiteY0" fmla="*/ 6858000 h 6858000"/>
              <a:gd name="connsiteX1" fmla="*/ 1547799 w 4421904"/>
              <a:gd name="connsiteY1" fmla="*/ 0 h 6858000"/>
              <a:gd name="connsiteX2" fmla="*/ 4421904 w 4421904"/>
              <a:gd name="connsiteY2" fmla="*/ 0 h 6858000"/>
              <a:gd name="connsiteX3" fmla="*/ 2874105 w 4421904"/>
              <a:gd name="connsiteY3" fmla="*/ 6858000 h 6858000"/>
              <a:gd name="connsiteX4" fmla="*/ 0 w 4421904"/>
              <a:gd name="connsiteY4" fmla="*/ 6858000 h 6858000"/>
              <a:gd name="connsiteX0" fmla="*/ 0 w 5234704"/>
              <a:gd name="connsiteY0" fmla="*/ 6858000 h 6858000"/>
              <a:gd name="connsiteX1" fmla="*/ 1547799 w 5234704"/>
              <a:gd name="connsiteY1" fmla="*/ 0 h 6858000"/>
              <a:gd name="connsiteX2" fmla="*/ 5234704 w 5234704"/>
              <a:gd name="connsiteY2" fmla="*/ 0 h 6858000"/>
              <a:gd name="connsiteX3" fmla="*/ 2874105 w 5234704"/>
              <a:gd name="connsiteY3" fmla="*/ 6858000 h 6858000"/>
              <a:gd name="connsiteX4" fmla="*/ 0 w 5234704"/>
              <a:gd name="connsiteY4" fmla="*/ 6858000 h 6858000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04772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2507355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69308 h 6869308"/>
              <a:gd name="connsiteX1" fmla="*/ 2507355 w 5234704"/>
              <a:gd name="connsiteY1" fmla="*/ 0 h 6869308"/>
              <a:gd name="connsiteX2" fmla="*/ 5234704 w 5234704"/>
              <a:gd name="connsiteY2" fmla="*/ 0 h 6869308"/>
              <a:gd name="connsiteX3" fmla="*/ 2761216 w 5234704"/>
              <a:gd name="connsiteY3" fmla="*/ 6869288 h 6869308"/>
              <a:gd name="connsiteX4" fmla="*/ 0 w 5234704"/>
              <a:gd name="connsiteY4" fmla="*/ 6869308 h 6869308"/>
              <a:gd name="connsiteX0" fmla="*/ 0 w 5449017"/>
              <a:gd name="connsiteY0" fmla="*/ 6869308 h 6869308"/>
              <a:gd name="connsiteX1" fmla="*/ 2507355 w 5449017"/>
              <a:gd name="connsiteY1" fmla="*/ 0 h 6869308"/>
              <a:gd name="connsiteX2" fmla="*/ 5449017 w 5449017"/>
              <a:gd name="connsiteY2" fmla="*/ 0 h 6869308"/>
              <a:gd name="connsiteX3" fmla="*/ 2761216 w 5449017"/>
              <a:gd name="connsiteY3" fmla="*/ 6869288 h 6869308"/>
              <a:gd name="connsiteX4" fmla="*/ 0 w 5449017"/>
              <a:gd name="connsiteY4" fmla="*/ 6869308 h 6869308"/>
              <a:gd name="connsiteX0" fmla="*/ 0 w 5449017"/>
              <a:gd name="connsiteY0" fmla="*/ 6869308 h 6869308"/>
              <a:gd name="connsiteX1" fmla="*/ 1349887 w 5449017"/>
              <a:gd name="connsiteY1" fmla="*/ 0 h 6869308"/>
              <a:gd name="connsiteX2" fmla="*/ 5449017 w 5449017"/>
              <a:gd name="connsiteY2" fmla="*/ 0 h 6869308"/>
              <a:gd name="connsiteX3" fmla="*/ 2761216 w 5449017"/>
              <a:gd name="connsiteY3" fmla="*/ 6869288 h 6869308"/>
              <a:gd name="connsiteX4" fmla="*/ 0 w 5449017"/>
              <a:gd name="connsiteY4" fmla="*/ 6869308 h 6869308"/>
              <a:gd name="connsiteX0" fmla="*/ 0 w 6756956"/>
              <a:gd name="connsiteY0" fmla="*/ 6846169 h 6869288"/>
              <a:gd name="connsiteX1" fmla="*/ 2657826 w 6756956"/>
              <a:gd name="connsiteY1" fmla="*/ 0 h 6869288"/>
              <a:gd name="connsiteX2" fmla="*/ 6756956 w 6756956"/>
              <a:gd name="connsiteY2" fmla="*/ 0 h 6869288"/>
              <a:gd name="connsiteX3" fmla="*/ 4069155 w 6756956"/>
              <a:gd name="connsiteY3" fmla="*/ 6869288 h 6869288"/>
              <a:gd name="connsiteX4" fmla="*/ 0 w 6756956"/>
              <a:gd name="connsiteY4" fmla="*/ 6846169 h 6869288"/>
              <a:gd name="connsiteX0" fmla="*/ 0 w 6780105"/>
              <a:gd name="connsiteY0" fmla="*/ 6869309 h 6869309"/>
              <a:gd name="connsiteX1" fmla="*/ 2680975 w 6780105"/>
              <a:gd name="connsiteY1" fmla="*/ 0 h 6869309"/>
              <a:gd name="connsiteX2" fmla="*/ 6780105 w 6780105"/>
              <a:gd name="connsiteY2" fmla="*/ 0 h 6869309"/>
              <a:gd name="connsiteX3" fmla="*/ 4092304 w 6780105"/>
              <a:gd name="connsiteY3" fmla="*/ 6869288 h 6869309"/>
              <a:gd name="connsiteX4" fmla="*/ 0 w 6780105"/>
              <a:gd name="connsiteY4" fmla="*/ 6869309 h 6869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0105" h="6869309">
                <a:moveTo>
                  <a:pt x="0" y="6869309"/>
                </a:moveTo>
                <a:lnTo>
                  <a:pt x="2680975" y="0"/>
                </a:lnTo>
                <a:lnTo>
                  <a:pt x="6780105" y="0"/>
                </a:lnTo>
                <a:lnTo>
                  <a:pt x="4092304" y="6869288"/>
                </a:lnTo>
                <a:lnTo>
                  <a:pt x="0" y="686930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photo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1DA910-0A48-6903-697B-8C2798F0B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7005" y="-28694"/>
            <a:ext cx="2684995" cy="690427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3A7A25C-3D68-8D37-B85F-BF1C373C1D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074" y="685782"/>
            <a:ext cx="4878847" cy="54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04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-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8CF9-7F25-2BDF-F499-D72D7E9B68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5069" y="3331923"/>
            <a:ext cx="4577147" cy="1643585"/>
          </a:xfrm>
        </p:spPr>
        <p:txBody>
          <a:bodyPr anchor="b">
            <a:normAutofit/>
          </a:bodyPr>
          <a:lstStyle>
            <a:lvl1pPr algn="l">
              <a:defRPr sz="45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688E7-800E-C994-44AD-60D4E0A9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71" y="5004954"/>
            <a:ext cx="4586239" cy="85722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D8BC4E6-7F6F-DF1E-8E92-E01EF719C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074" y="685784"/>
            <a:ext cx="4878847" cy="545201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AE4ED24-C284-70C3-0C86-975C57C603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42697" y="0"/>
            <a:ext cx="6780105" cy="6872309"/>
          </a:xfrm>
          <a:custGeom>
            <a:avLst/>
            <a:gdLst>
              <a:gd name="connsiteX0" fmla="*/ 0 w 4421904"/>
              <a:gd name="connsiteY0" fmla="*/ 6858000 h 6858000"/>
              <a:gd name="connsiteX1" fmla="*/ 1547799 w 4421904"/>
              <a:gd name="connsiteY1" fmla="*/ 0 h 6858000"/>
              <a:gd name="connsiteX2" fmla="*/ 4421904 w 4421904"/>
              <a:gd name="connsiteY2" fmla="*/ 0 h 6858000"/>
              <a:gd name="connsiteX3" fmla="*/ 2874105 w 4421904"/>
              <a:gd name="connsiteY3" fmla="*/ 6858000 h 6858000"/>
              <a:gd name="connsiteX4" fmla="*/ 0 w 4421904"/>
              <a:gd name="connsiteY4" fmla="*/ 6858000 h 6858000"/>
              <a:gd name="connsiteX0" fmla="*/ 0 w 5234704"/>
              <a:gd name="connsiteY0" fmla="*/ 6858000 h 6858000"/>
              <a:gd name="connsiteX1" fmla="*/ 1547799 w 5234704"/>
              <a:gd name="connsiteY1" fmla="*/ 0 h 6858000"/>
              <a:gd name="connsiteX2" fmla="*/ 5234704 w 5234704"/>
              <a:gd name="connsiteY2" fmla="*/ 0 h 6858000"/>
              <a:gd name="connsiteX3" fmla="*/ 2874105 w 5234704"/>
              <a:gd name="connsiteY3" fmla="*/ 6858000 h 6858000"/>
              <a:gd name="connsiteX4" fmla="*/ 0 w 5234704"/>
              <a:gd name="connsiteY4" fmla="*/ 6858000 h 6858000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04772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2507355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69308 h 6869308"/>
              <a:gd name="connsiteX1" fmla="*/ 2507355 w 5234704"/>
              <a:gd name="connsiteY1" fmla="*/ 0 h 6869308"/>
              <a:gd name="connsiteX2" fmla="*/ 5234704 w 5234704"/>
              <a:gd name="connsiteY2" fmla="*/ 0 h 6869308"/>
              <a:gd name="connsiteX3" fmla="*/ 2761216 w 5234704"/>
              <a:gd name="connsiteY3" fmla="*/ 6869288 h 6869308"/>
              <a:gd name="connsiteX4" fmla="*/ 0 w 5234704"/>
              <a:gd name="connsiteY4" fmla="*/ 6869308 h 6869308"/>
              <a:gd name="connsiteX0" fmla="*/ 0 w 5449017"/>
              <a:gd name="connsiteY0" fmla="*/ 6869308 h 6869308"/>
              <a:gd name="connsiteX1" fmla="*/ 2507355 w 5449017"/>
              <a:gd name="connsiteY1" fmla="*/ 0 h 6869308"/>
              <a:gd name="connsiteX2" fmla="*/ 5449017 w 5449017"/>
              <a:gd name="connsiteY2" fmla="*/ 0 h 6869308"/>
              <a:gd name="connsiteX3" fmla="*/ 2761216 w 5449017"/>
              <a:gd name="connsiteY3" fmla="*/ 6869288 h 6869308"/>
              <a:gd name="connsiteX4" fmla="*/ 0 w 5449017"/>
              <a:gd name="connsiteY4" fmla="*/ 6869308 h 6869308"/>
              <a:gd name="connsiteX0" fmla="*/ 0 w 5449017"/>
              <a:gd name="connsiteY0" fmla="*/ 6869308 h 6869308"/>
              <a:gd name="connsiteX1" fmla="*/ 1349887 w 5449017"/>
              <a:gd name="connsiteY1" fmla="*/ 0 h 6869308"/>
              <a:gd name="connsiteX2" fmla="*/ 5449017 w 5449017"/>
              <a:gd name="connsiteY2" fmla="*/ 0 h 6869308"/>
              <a:gd name="connsiteX3" fmla="*/ 2761216 w 5449017"/>
              <a:gd name="connsiteY3" fmla="*/ 6869288 h 6869308"/>
              <a:gd name="connsiteX4" fmla="*/ 0 w 5449017"/>
              <a:gd name="connsiteY4" fmla="*/ 6869308 h 6869308"/>
              <a:gd name="connsiteX0" fmla="*/ 0 w 6756956"/>
              <a:gd name="connsiteY0" fmla="*/ 6846169 h 6869288"/>
              <a:gd name="connsiteX1" fmla="*/ 2657826 w 6756956"/>
              <a:gd name="connsiteY1" fmla="*/ 0 h 6869288"/>
              <a:gd name="connsiteX2" fmla="*/ 6756956 w 6756956"/>
              <a:gd name="connsiteY2" fmla="*/ 0 h 6869288"/>
              <a:gd name="connsiteX3" fmla="*/ 4069155 w 6756956"/>
              <a:gd name="connsiteY3" fmla="*/ 6869288 h 6869288"/>
              <a:gd name="connsiteX4" fmla="*/ 0 w 6756956"/>
              <a:gd name="connsiteY4" fmla="*/ 6846169 h 6869288"/>
              <a:gd name="connsiteX0" fmla="*/ 0 w 6780105"/>
              <a:gd name="connsiteY0" fmla="*/ 6869309 h 6869309"/>
              <a:gd name="connsiteX1" fmla="*/ 2680975 w 6780105"/>
              <a:gd name="connsiteY1" fmla="*/ 0 h 6869309"/>
              <a:gd name="connsiteX2" fmla="*/ 6780105 w 6780105"/>
              <a:gd name="connsiteY2" fmla="*/ 0 h 6869309"/>
              <a:gd name="connsiteX3" fmla="*/ 4092304 w 6780105"/>
              <a:gd name="connsiteY3" fmla="*/ 6869288 h 6869309"/>
              <a:gd name="connsiteX4" fmla="*/ 0 w 6780105"/>
              <a:gd name="connsiteY4" fmla="*/ 6869309 h 6869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0105" h="6869309">
                <a:moveTo>
                  <a:pt x="0" y="6869309"/>
                </a:moveTo>
                <a:lnTo>
                  <a:pt x="2680975" y="0"/>
                </a:lnTo>
                <a:lnTo>
                  <a:pt x="6780105" y="0"/>
                </a:lnTo>
                <a:lnTo>
                  <a:pt x="4092304" y="6869288"/>
                </a:lnTo>
                <a:lnTo>
                  <a:pt x="0" y="686930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photo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5C4EFE6-49CA-ECA3-711C-841F62BE6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7005" y="-28694"/>
            <a:ext cx="2684995" cy="69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51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58CDD193-09A2-D92E-2434-278020AB1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4138" y="-67476"/>
            <a:ext cx="2192343" cy="6994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845365-82D2-BE3E-FB98-E2194F3ED8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747166"/>
            <a:ext cx="9513711" cy="538293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F2CA-B85B-EA8C-C452-FFA4F3D71C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650262"/>
            <a:ext cx="9492575" cy="4036556"/>
          </a:xfrm>
        </p:spPr>
        <p:txBody>
          <a:bodyPr>
            <a:noAutofit/>
          </a:bodyPr>
          <a:lstStyle>
            <a:lvl1pPr>
              <a:lnSpc>
                <a:spcPts val="2300"/>
              </a:lnSpc>
              <a:defRPr sz="1500" b="0">
                <a:solidFill>
                  <a:schemeClr val="tx1"/>
                </a:solidFill>
              </a:defRPr>
            </a:lvl1pPr>
            <a:lvl2pPr>
              <a:lnSpc>
                <a:spcPts val="2300"/>
              </a:lnSpc>
              <a:defRPr sz="1500" b="0">
                <a:solidFill>
                  <a:schemeClr val="tx1"/>
                </a:solidFill>
              </a:defRPr>
            </a:lvl2pPr>
            <a:lvl3pPr>
              <a:lnSpc>
                <a:spcPts val="2300"/>
              </a:lnSpc>
              <a:defRPr sz="1500" b="0">
                <a:solidFill>
                  <a:schemeClr val="tx1"/>
                </a:solidFill>
              </a:defRPr>
            </a:lvl3pPr>
            <a:lvl4pPr>
              <a:lnSpc>
                <a:spcPts val="2300"/>
              </a:lnSpc>
              <a:defRPr sz="1500" b="0">
                <a:solidFill>
                  <a:schemeClr val="tx1"/>
                </a:solidFill>
              </a:defRPr>
            </a:lvl4pPr>
            <a:lvl5pPr>
              <a:lnSpc>
                <a:spcPts val="2300"/>
              </a:lnSpc>
              <a:defRPr sz="15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subhead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5B1DE-85EF-5A4A-BD4F-260ABA4A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08" y="6350753"/>
            <a:ext cx="719203" cy="19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EAA209-7EB8-BEE8-0B0C-419C71767E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38419"/>
            <a:ext cx="3220632" cy="261939"/>
          </a:xfrm>
        </p:spPr>
        <p:txBody>
          <a:bodyPr>
            <a:noAutofit/>
          </a:bodyPr>
          <a:lstStyle>
            <a:lvl1pPr>
              <a:defRPr sz="1200"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8A154D6-3715-2748-316E-8451BD8630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673" y="6264885"/>
            <a:ext cx="2929671" cy="32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0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right image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CC883A9-FF29-B934-335F-F16875F431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31730" y="1"/>
            <a:ext cx="5449017" cy="6872308"/>
          </a:xfrm>
          <a:custGeom>
            <a:avLst/>
            <a:gdLst>
              <a:gd name="connsiteX0" fmla="*/ 0 w 4421904"/>
              <a:gd name="connsiteY0" fmla="*/ 6858000 h 6858000"/>
              <a:gd name="connsiteX1" fmla="*/ 1547799 w 4421904"/>
              <a:gd name="connsiteY1" fmla="*/ 0 h 6858000"/>
              <a:gd name="connsiteX2" fmla="*/ 4421904 w 4421904"/>
              <a:gd name="connsiteY2" fmla="*/ 0 h 6858000"/>
              <a:gd name="connsiteX3" fmla="*/ 2874105 w 4421904"/>
              <a:gd name="connsiteY3" fmla="*/ 6858000 h 6858000"/>
              <a:gd name="connsiteX4" fmla="*/ 0 w 4421904"/>
              <a:gd name="connsiteY4" fmla="*/ 6858000 h 6858000"/>
              <a:gd name="connsiteX0" fmla="*/ 0 w 5234704"/>
              <a:gd name="connsiteY0" fmla="*/ 6858000 h 6858000"/>
              <a:gd name="connsiteX1" fmla="*/ 1547799 w 5234704"/>
              <a:gd name="connsiteY1" fmla="*/ 0 h 6858000"/>
              <a:gd name="connsiteX2" fmla="*/ 5234704 w 5234704"/>
              <a:gd name="connsiteY2" fmla="*/ 0 h 6858000"/>
              <a:gd name="connsiteX3" fmla="*/ 2874105 w 5234704"/>
              <a:gd name="connsiteY3" fmla="*/ 6858000 h 6858000"/>
              <a:gd name="connsiteX4" fmla="*/ 0 w 5234704"/>
              <a:gd name="connsiteY4" fmla="*/ 6858000 h 6858000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04772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2507355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69308 h 6869308"/>
              <a:gd name="connsiteX1" fmla="*/ 2507355 w 5234704"/>
              <a:gd name="connsiteY1" fmla="*/ 0 h 6869308"/>
              <a:gd name="connsiteX2" fmla="*/ 5234704 w 5234704"/>
              <a:gd name="connsiteY2" fmla="*/ 0 h 6869308"/>
              <a:gd name="connsiteX3" fmla="*/ 2761216 w 5234704"/>
              <a:gd name="connsiteY3" fmla="*/ 6869288 h 6869308"/>
              <a:gd name="connsiteX4" fmla="*/ 0 w 5234704"/>
              <a:gd name="connsiteY4" fmla="*/ 6869308 h 6869308"/>
              <a:gd name="connsiteX0" fmla="*/ 0 w 5449017"/>
              <a:gd name="connsiteY0" fmla="*/ 6869308 h 6869308"/>
              <a:gd name="connsiteX1" fmla="*/ 2507355 w 5449017"/>
              <a:gd name="connsiteY1" fmla="*/ 0 h 6869308"/>
              <a:gd name="connsiteX2" fmla="*/ 5449017 w 5449017"/>
              <a:gd name="connsiteY2" fmla="*/ 0 h 6869308"/>
              <a:gd name="connsiteX3" fmla="*/ 2761216 w 5449017"/>
              <a:gd name="connsiteY3" fmla="*/ 6869288 h 6869308"/>
              <a:gd name="connsiteX4" fmla="*/ 0 w 5449017"/>
              <a:gd name="connsiteY4" fmla="*/ 6869308 h 6869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9017" h="6869308">
                <a:moveTo>
                  <a:pt x="0" y="6869308"/>
                </a:moveTo>
                <a:lnTo>
                  <a:pt x="2507355" y="0"/>
                </a:lnTo>
                <a:lnTo>
                  <a:pt x="5449017" y="0"/>
                </a:lnTo>
                <a:lnTo>
                  <a:pt x="2761216" y="6869288"/>
                </a:lnTo>
                <a:lnTo>
                  <a:pt x="0" y="686930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4E4139A-5B27-73E1-2378-01B095E02F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47166"/>
            <a:ext cx="6815667" cy="538293"/>
          </a:xfrm>
        </p:spPr>
        <p:txBody>
          <a:bodyPr anchor="t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44A459-4888-7F0C-288B-349CB62B81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650262"/>
            <a:ext cx="6405563" cy="4036556"/>
          </a:xfrm>
        </p:spPr>
        <p:txBody>
          <a:bodyPr>
            <a:no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  <a:lvl5pPr>
              <a:defRPr sz="15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subhead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06EE7B5-5BE8-2491-A05E-A45E55DBF3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438419"/>
            <a:ext cx="3220632" cy="261939"/>
          </a:xfrm>
        </p:spPr>
        <p:txBody>
          <a:bodyPr>
            <a:noAutofit/>
          </a:bodyPr>
          <a:lstStyle>
            <a:lvl1pPr>
              <a:defRPr sz="1200"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9D0DA01-E405-3832-2C89-648121C9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08" y="6350753"/>
            <a:ext cx="719203" cy="1959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25F80B-6FBB-82C6-8AEF-C4C085033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673" y="6264885"/>
            <a:ext cx="2929671" cy="32738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D2ABA4-9120-916E-A987-08EF36C77A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7005" y="-28694"/>
            <a:ext cx="2684995" cy="69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3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8EA0526-3F0A-28CF-5A68-F8E96358E4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0989" y="0"/>
            <a:ext cx="4291012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4E4139A-5B27-73E1-2378-01B095E02F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47166"/>
            <a:ext cx="6410739" cy="538293"/>
          </a:xfrm>
        </p:spPr>
        <p:txBody>
          <a:bodyPr anchor="t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06EE7B5-5BE8-2491-A05E-A45E55DBF3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438419"/>
            <a:ext cx="3220632" cy="261939"/>
          </a:xfrm>
        </p:spPr>
        <p:txBody>
          <a:bodyPr>
            <a:noAutofit/>
          </a:bodyPr>
          <a:lstStyle>
            <a:lvl1pPr>
              <a:defRPr sz="1200"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9D0DA01-E405-3832-2C89-648121C9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08" y="6350753"/>
            <a:ext cx="719203" cy="195963"/>
          </a:xfrm>
        </p:spPr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EDC2081-2D02-12F4-3753-01CFA4F0A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39272" y="0"/>
            <a:ext cx="162753" cy="6858000"/>
            <a:chOff x="7739270" y="0"/>
            <a:chExt cx="162753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672C54-00B2-E903-2AD6-2C6DD55B6A22}"/>
                </a:ext>
              </a:extLst>
            </p:cNvPr>
            <p:cNvSpPr/>
            <p:nvPr/>
          </p:nvSpPr>
          <p:spPr>
            <a:xfrm>
              <a:off x="7739270" y="0"/>
              <a:ext cx="162753" cy="358616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14ED4BB-A1E3-B25E-402E-EB1C6CC6C822}"/>
                </a:ext>
              </a:extLst>
            </p:cNvPr>
            <p:cNvSpPr/>
            <p:nvPr/>
          </p:nvSpPr>
          <p:spPr>
            <a:xfrm>
              <a:off x="7739270" y="2129043"/>
              <a:ext cx="162753" cy="35861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8F8CC68-43F0-5AA9-A0E6-4B23E2D22B7D}"/>
                </a:ext>
              </a:extLst>
            </p:cNvPr>
            <p:cNvSpPr/>
            <p:nvPr/>
          </p:nvSpPr>
          <p:spPr>
            <a:xfrm>
              <a:off x="7739270" y="4391025"/>
              <a:ext cx="162753" cy="2466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C4CD2D6F-7297-88B6-8A67-39BF21ECB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673" y="6264885"/>
            <a:ext cx="2929671" cy="3273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11E6D52-A9FD-64A5-426C-5A4DBC702E99}"/>
              </a:ext>
            </a:extLst>
          </p:cNvPr>
          <p:cNvSpPr/>
          <p:nvPr userDrawn="1"/>
        </p:nvSpPr>
        <p:spPr>
          <a:xfrm>
            <a:off x="830673" y="1625600"/>
            <a:ext cx="2817680" cy="2041912"/>
          </a:xfrm>
          <a:prstGeom prst="rect">
            <a:avLst/>
          </a:prstGeom>
          <a:solidFill>
            <a:srgbClr val="C5CB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0FC28A-B9A7-4E52-5A19-7B34BD0F6076}"/>
              </a:ext>
            </a:extLst>
          </p:cNvPr>
          <p:cNvSpPr/>
          <p:nvPr userDrawn="1"/>
        </p:nvSpPr>
        <p:spPr>
          <a:xfrm>
            <a:off x="3888892" y="1625599"/>
            <a:ext cx="2817680" cy="2041911"/>
          </a:xfrm>
          <a:prstGeom prst="rect">
            <a:avLst/>
          </a:prstGeom>
          <a:solidFill>
            <a:srgbClr val="C5CB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59F732-D82D-858E-05B0-C9D6DC78A54D}"/>
              </a:ext>
            </a:extLst>
          </p:cNvPr>
          <p:cNvSpPr/>
          <p:nvPr userDrawn="1"/>
        </p:nvSpPr>
        <p:spPr>
          <a:xfrm>
            <a:off x="3888892" y="4002087"/>
            <a:ext cx="2817680" cy="2041912"/>
          </a:xfrm>
          <a:prstGeom prst="rect">
            <a:avLst/>
          </a:prstGeom>
          <a:solidFill>
            <a:srgbClr val="C5CB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FC4AB3-6D80-F6FC-839B-5A3F36825F84}"/>
              </a:ext>
            </a:extLst>
          </p:cNvPr>
          <p:cNvSpPr/>
          <p:nvPr userDrawn="1"/>
        </p:nvSpPr>
        <p:spPr>
          <a:xfrm>
            <a:off x="830673" y="4002087"/>
            <a:ext cx="2817680" cy="2041912"/>
          </a:xfrm>
          <a:prstGeom prst="rect">
            <a:avLst/>
          </a:prstGeom>
          <a:solidFill>
            <a:srgbClr val="C5CB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7850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-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4E4139A-5B27-73E1-2378-01B095E02F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47166"/>
            <a:ext cx="6410739" cy="538293"/>
          </a:xfrm>
        </p:spPr>
        <p:txBody>
          <a:bodyPr anchor="t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44A459-4888-7F0C-288B-349CB62B81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650262"/>
            <a:ext cx="6405563" cy="4036556"/>
          </a:xfrm>
        </p:spPr>
        <p:txBody>
          <a:bodyPr>
            <a:no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  <a:lvl5pPr>
              <a:defRPr sz="15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subhead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06EE7B5-5BE8-2491-A05E-A45E55DBF3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438419"/>
            <a:ext cx="3220632" cy="261939"/>
          </a:xfrm>
        </p:spPr>
        <p:txBody>
          <a:bodyPr>
            <a:noAutofit/>
          </a:bodyPr>
          <a:lstStyle>
            <a:lvl1pPr>
              <a:defRPr sz="1200"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9D0DA01-E405-3832-2C89-648121C9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08" y="6350753"/>
            <a:ext cx="719203" cy="19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0D715C-3464-BF72-DC28-E3744D24C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673" y="6264885"/>
            <a:ext cx="2929671" cy="32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90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2083AB5-D6BB-BC64-6E35-664ED644E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" y="-1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9DEADA-2F73-F3F2-30D1-6712772B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112" y="2381957"/>
            <a:ext cx="7299779" cy="1573993"/>
          </a:xfrm>
        </p:spPr>
        <p:txBody>
          <a:bodyPr anchor="b">
            <a:normAutofit/>
          </a:bodyPr>
          <a:lstStyle>
            <a:lvl1pPr algn="ctr">
              <a:defRPr sz="5000" b="1" u="none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BB697-CD84-1B44-7A43-AD32F74E6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9783" y="3995184"/>
            <a:ext cx="7332436" cy="802595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80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8563F-31A5-9574-3EBB-EDFEA7691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1000">
                <a:schemeClr val="accent1"/>
              </a:gs>
              <a:gs pos="0">
                <a:schemeClr val="accent2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DEADA-2F73-F3F2-30D1-6712772B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087" y="2381957"/>
            <a:ext cx="7299779" cy="1573993"/>
          </a:xfrm>
        </p:spPr>
        <p:txBody>
          <a:bodyPr anchor="b">
            <a:noAutofit/>
          </a:bodyPr>
          <a:lstStyle>
            <a:lvl1pPr algn="l">
              <a:defRPr sz="5000" b="1" u="none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BB697-CD84-1B44-7A43-AD32F74E6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758" y="3995184"/>
            <a:ext cx="7332436" cy="802595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24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EADA-2F73-F3F2-30D1-6712772B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087" y="2381957"/>
            <a:ext cx="7299779" cy="1573993"/>
          </a:xfrm>
        </p:spPr>
        <p:txBody>
          <a:bodyPr anchor="b">
            <a:noAutofit/>
          </a:bodyPr>
          <a:lstStyle>
            <a:lvl1pPr algn="l">
              <a:defRPr sz="5000" b="1" u="none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BB697-CD84-1B44-7A43-AD32F74E6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758" y="3995184"/>
            <a:ext cx="7332436" cy="802595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accent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BE1B5C-03A4-5E59-CBC3-EBF9635B4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9623734" y="4518412"/>
            <a:ext cx="45719" cy="3717565"/>
            <a:chOff x="7739220" y="0"/>
            <a:chExt cx="162755" cy="687318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1B8DC46-DA21-1641-34C1-6B4706D7FB79}"/>
                </a:ext>
              </a:extLst>
            </p:cNvPr>
            <p:cNvSpPr/>
            <p:nvPr/>
          </p:nvSpPr>
          <p:spPr>
            <a:xfrm>
              <a:off x="7739222" y="0"/>
              <a:ext cx="162753" cy="35722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8B7942-91FF-A1AE-7871-10359F6C65DD}"/>
                </a:ext>
              </a:extLst>
            </p:cNvPr>
            <p:cNvSpPr/>
            <p:nvPr/>
          </p:nvSpPr>
          <p:spPr>
            <a:xfrm>
              <a:off x="7739220" y="2129042"/>
              <a:ext cx="162753" cy="35722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F210667-1D3B-519B-AAA3-A1CA0368301B}"/>
                </a:ext>
              </a:extLst>
            </p:cNvPr>
            <p:cNvSpPr/>
            <p:nvPr/>
          </p:nvSpPr>
          <p:spPr>
            <a:xfrm>
              <a:off x="7739222" y="4519702"/>
              <a:ext cx="160477" cy="235348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C3C17E35-9E69-8C47-DF40-C3853D0B4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4094" y="5728763"/>
            <a:ext cx="3930593" cy="43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182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left image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4E4139A-5B27-73E1-2378-01B095E02F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3490" y="747166"/>
            <a:ext cx="5788377" cy="538293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44A459-4888-7F0C-288B-349CB62B81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43490" y="1650262"/>
            <a:ext cx="6392156" cy="4036556"/>
          </a:xfrm>
        </p:spPr>
        <p:txBody>
          <a:bodyPr>
            <a:no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  <a:lvl5pPr>
              <a:defRPr sz="15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subhead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06EE7B5-5BE8-2491-A05E-A45E55DBF3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3489" y="438419"/>
            <a:ext cx="3220632" cy="261939"/>
          </a:xfrm>
        </p:spPr>
        <p:txBody>
          <a:bodyPr>
            <a:noAutofit/>
          </a:bodyPr>
          <a:lstStyle>
            <a:lvl1pPr>
              <a:defRPr sz="1200"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9D0DA01-E405-3832-2C89-648121C9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08" y="6350753"/>
            <a:ext cx="719203" cy="19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9CE9CC-1B45-DB69-BBEB-14F9066E88D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28576"/>
            <a:ext cx="5245805" cy="6915679"/>
          </a:xfrm>
          <a:custGeom>
            <a:avLst/>
            <a:gdLst>
              <a:gd name="connsiteX0" fmla="*/ 0 w 4921250"/>
              <a:gd name="connsiteY0" fmla="*/ 4922837 h 4922837"/>
              <a:gd name="connsiteX1" fmla="*/ 1230313 w 4921250"/>
              <a:gd name="connsiteY1" fmla="*/ 0 h 4922837"/>
              <a:gd name="connsiteX2" fmla="*/ 4921250 w 4921250"/>
              <a:gd name="connsiteY2" fmla="*/ 0 h 4922837"/>
              <a:gd name="connsiteX3" fmla="*/ 3690938 w 4921250"/>
              <a:gd name="connsiteY3" fmla="*/ 4922837 h 4922837"/>
              <a:gd name="connsiteX4" fmla="*/ 0 w 4921250"/>
              <a:gd name="connsiteY4" fmla="*/ 4922837 h 4922837"/>
              <a:gd name="connsiteX0" fmla="*/ 1524176 w 6445426"/>
              <a:gd name="connsiteY0" fmla="*/ 4934126 h 4934126"/>
              <a:gd name="connsiteX1" fmla="*/ 0 w 6445426"/>
              <a:gd name="connsiteY1" fmla="*/ 0 h 4934126"/>
              <a:gd name="connsiteX2" fmla="*/ 6445426 w 6445426"/>
              <a:gd name="connsiteY2" fmla="*/ 11289 h 4934126"/>
              <a:gd name="connsiteX3" fmla="*/ 5215114 w 6445426"/>
              <a:gd name="connsiteY3" fmla="*/ 4934126 h 4934126"/>
              <a:gd name="connsiteX4" fmla="*/ 1524176 w 6445426"/>
              <a:gd name="connsiteY4" fmla="*/ 4934126 h 4934126"/>
              <a:gd name="connsiteX0" fmla="*/ 2461154 w 6445426"/>
              <a:gd name="connsiteY0" fmla="*/ 6887103 h 6887103"/>
              <a:gd name="connsiteX1" fmla="*/ 0 w 6445426"/>
              <a:gd name="connsiteY1" fmla="*/ 0 h 6887103"/>
              <a:gd name="connsiteX2" fmla="*/ 6445426 w 6445426"/>
              <a:gd name="connsiteY2" fmla="*/ 11289 h 6887103"/>
              <a:gd name="connsiteX3" fmla="*/ 5215114 w 6445426"/>
              <a:gd name="connsiteY3" fmla="*/ 4934126 h 6887103"/>
              <a:gd name="connsiteX4" fmla="*/ 2461154 w 6445426"/>
              <a:gd name="connsiteY4" fmla="*/ 6887103 h 6887103"/>
              <a:gd name="connsiteX0" fmla="*/ 2461154 w 6445426"/>
              <a:gd name="connsiteY0" fmla="*/ 6887103 h 6887103"/>
              <a:gd name="connsiteX1" fmla="*/ 0 w 6445426"/>
              <a:gd name="connsiteY1" fmla="*/ 0 h 6887103"/>
              <a:gd name="connsiteX2" fmla="*/ 6445426 w 6445426"/>
              <a:gd name="connsiteY2" fmla="*/ 11289 h 6887103"/>
              <a:gd name="connsiteX3" fmla="*/ 4944180 w 6445426"/>
              <a:gd name="connsiteY3" fmla="*/ 6864526 h 6887103"/>
              <a:gd name="connsiteX4" fmla="*/ 2461154 w 6445426"/>
              <a:gd name="connsiteY4" fmla="*/ 6887103 h 6887103"/>
              <a:gd name="connsiteX0" fmla="*/ 2461154 w 4944180"/>
              <a:gd name="connsiteY0" fmla="*/ 6898392 h 6898392"/>
              <a:gd name="connsiteX1" fmla="*/ 0 w 4944180"/>
              <a:gd name="connsiteY1" fmla="*/ 11289 h 6898392"/>
              <a:gd name="connsiteX2" fmla="*/ 2595915 w 4944180"/>
              <a:gd name="connsiteY2" fmla="*/ 0 h 6898392"/>
              <a:gd name="connsiteX3" fmla="*/ 4944180 w 4944180"/>
              <a:gd name="connsiteY3" fmla="*/ 6875815 h 6898392"/>
              <a:gd name="connsiteX4" fmla="*/ 2461154 w 4944180"/>
              <a:gd name="connsiteY4" fmla="*/ 6898392 h 6898392"/>
              <a:gd name="connsiteX0" fmla="*/ 2461154 w 5045780"/>
              <a:gd name="connsiteY0" fmla="*/ 6898392 h 6898392"/>
              <a:gd name="connsiteX1" fmla="*/ 0 w 5045780"/>
              <a:gd name="connsiteY1" fmla="*/ 11289 h 6898392"/>
              <a:gd name="connsiteX2" fmla="*/ 2595915 w 5045780"/>
              <a:gd name="connsiteY2" fmla="*/ 0 h 6898392"/>
              <a:gd name="connsiteX3" fmla="*/ 5045780 w 5045780"/>
              <a:gd name="connsiteY3" fmla="*/ 6887104 h 6898392"/>
              <a:gd name="connsiteX4" fmla="*/ 2461154 w 5045780"/>
              <a:gd name="connsiteY4" fmla="*/ 6898392 h 6898392"/>
              <a:gd name="connsiteX0" fmla="*/ 2661179 w 5245805"/>
              <a:gd name="connsiteY0" fmla="*/ 6915678 h 6915678"/>
              <a:gd name="connsiteX1" fmla="*/ 0 w 5245805"/>
              <a:gd name="connsiteY1" fmla="*/ 0 h 6915678"/>
              <a:gd name="connsiteX2" fmla="*/ 2795940 w 5245805"/>
              <a:gd name="connsiteY2" fmla="*/ 17286 h 6915678"/>
              <a:gd name="connsiteX3" fmla="*/ 5245805 w 5245805"/>
              <a:gd name="connsiteY3" fmla="*/ 6904390 h 6915678"/>
              <a:gd name="connsiteX4" fmla="*/ 2661179 w 5245805"/>
              <a:gd name="connsiteY4" fmla="*/ 6915678 h 691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5805" h="6915678">
                <a:moveTo>
                  <a:pt x="2661179" y="6915678"/>
                </a:moveTo>
                <a:lnTo>
                  <a:pt x="0" y="0"/>
                </a:lnTo>
                <a:lnTo>
                  <a:pt x="2795940" y="17286"/>
                </a:lnTo>
                <a:lnTo>
                  <a:pt x="5245805" y="6904390"/>
                </a:lnTo>
                <a:lnTo>
                  <a:pt x="2661179" y="6915678"/>
                </a:lnTo>
                <a:close/>
              </a:path>
            </a:pathLst>
          </a:cu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78945B4-04A7-E5AF-1F27-927CA7068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0423" y="6264885"/>
            <a:ext cx="2929671" cy="32738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799E080-D067-F582-9303-FFCB9FA29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-28694"/>
            <a:ext cx="2791075" cy="69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8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-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4E4139A-5B27-73E1-2378-01B095E02F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3490" y="747166"/>
            <a:ext cx="5788377" cy="538293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44A459-4888-7F0C-288B-349CB62B81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43490" y="1650262"/>
            <a:ext cx="6392156" cy="4036556"/>
          </a:xfrm>
        </p:spPr>
        <p:txBody>
          <a:bodyPr>
            <a:no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  <a:lvl5pPr>
              <a:defRPr sz="15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subhead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06EE7B5-5BE8-2491-A05E-A45E55DBF3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3489" y="438419"/>
            <a:ext cx="3220632" cy="261939"/>
          </a:xfrm>
        </p:spPr>
        <p:txBody>
          <a:bodyPr>
            <a:noAutofit/>
          </a:bodyPr>
          <a:lstStyle>
            <a:lvl1pPr>
              <a:defRPr sz="1200"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9D0DA01-E405-3832-2C89-648121C9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08" y="6350753"/>
            <a:ext cx="719203" cy="19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BCCE8CA5-61D1-28E6-2E43-6C3DA5CE6E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293707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AF2A540-90EA-A3D3-E3C9-B7CF86D25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93708" y="0"/>
            <a:ext cx="162753" cy="6858000"/>
            <a:chOff x="7739270" y="0"/>
            <a:chExt cx="162753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899651-C533-9811-E43F-79905A898696}"/>
                </a:ext>
              </a:extLst>
            </p:cNvPr>
            <p:cNvSpPr/>
            <p:nvPr/>
          </p:nvSpPr>
          <p:spPr>
            <a:xfrm>
              <a:off x="7739270" y="0"/>
              <a:ext cx="162753" cy="358616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74848E-9198-8C03-966E-BABEE4E1CA88}"/>
                </a:ext>
              </a:extLst>
            </p:cNvPr>
            <p:cNvSpPr/>
            <p:nvPr/>
          </p:nvSpPr>
          <p:spPr>
            <a:xfrm>
              <a:off x="7739270" y="2129043"/>
              <a:ext cx="162753" cy="35861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5950AF-17E7-C34C-4C3E-8C1708819DB8}"/>
                </a:ext>
              </a:extLst>
            </p:cNvPr>
            <p:cNvSpPr/>
            <p:nvPr/>
          </p:nvSpPr>
          <p:spPr>
            <a:xfrm>
              <a:off x="7739270" y="4391025"/>
              <a:ext cx="162753" cy="2466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3A18AB33-E578-98A4-A7A7-1C204840B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8361" y="6264885"/>
            <a:ext cx="2929671" cy="32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02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6279F9-A035-2544-83F5-042C0CABC9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650262"/>
            <a:ext cx="10324171" cy="4036556"/>
          </a:xfrm>
        </p:spPr>
        <p:txBody>
          <a:bodyPr>
            <a:no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  <a:lvl2pPr>
              <a:defRPr sz="1500" b="0">
                <a:solidFill>
                  <a:schemeClr val="tx1"/>
                </a:solidFill>
              </a:defRPr>
            </a:lvl2pPr>
            <a:lvl3pPr>
              <a:defRPr sz="1500" b="0">
                <a:solidFill>
                  <a:schemeClr val="tx1"/>
                </a:solidFill>
              </a:defRPr>
            </a:lvl3pPr>
            <a:lvl4pPr>
              <a:defRPr sz="1500" b="0">
                <a:solidFill>
                  <a:schemeClr val="tx1"/>
                </a:solidFill>
              </a:defRPr>
            </a:lvl4pPr>
            <a:lvl5pPr>
              <a:defRPr sz="15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subhead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3CC167F-3B44-DDDF-5EC2-3815F4A9D5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438419"/>
            <a:ext cx="3220632" cy="261939"/>
          </a:xfrm>
        </p:spPr>
        <p:txBody>
          <a:bodyPr>
            <a:noAutofit/>
          </a:bodyPr>
          <a:lstStyle>
            <a:lvl1pPr>
              <a:defRPr sz="1200"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1F7AA2-0C5B-200F-DC62-BCF735366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47166"/>
            <a:ext cx="6815667" cy="538293"/>
          </a:xfrm>
        </p:spPr>
        <p:txBody>
          <a:bodyPr anchor="t" anchorCtr="0"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738A0EB-B269-9B51-0987-31240634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008" y="6350753"/>
            <a:ext cx="719203" cy="19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50DBD16-2796-9135-C20F-7CA63E5A6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673" y="6264885"/>
            <a:ext cx="2929671" cy="32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47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-Dark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8CF9-7F25-2BDF-F499-D72D7E9B68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5070" y="2607209"/>
            <a:ext cx="5503101" cy="1643585"/>
          </a:xfrm>
        </p:spPr>
        <p:txBody>
          <a:bodyPr lIns="0" tIns="0" rIns="0" bIns="0" anchor="b">
            <a:normAutofit/>
          </a:bodyPr>
          <a:lstStyle>
            <a:lvl1pPr algn="l">
              <a:defRPr sz="4500" b="1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Closing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688E7-800E-C994-44AD-60D4E0A9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69" y="4280239"/>
            <a:ext cx="5514035" cy="857228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C37841A-9B5E-3943-19BE-D33D4B675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1701" y="0"/>
            <a:ext cx="521029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74F2FD5-B23E-4B54-6FB6-CCD507FEE4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074" y="5529407"/>
            <a:ext cx="4602143" cy="51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37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32">
          <p15:clr>
            <a:srgbClr val="FBAE40"/>
          </p15:clr>
        </p15:guide>
        <p15:guide id="2" orient="horz" pos="3240">
          <p15:clr>
            <a:srgbClr val="FBAE40"/>
          </p15:clr>
        </p15:guide>
        <p15:guide id="3" orient="horz" pos="34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-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8CF9-7F25-2BDF-F499-D72D7E9B68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5070" y="2607209"/>
            <a:ext cx="5503101" cy="1643585"/>
          </a:xfrm>
        </p:spPr>
        <p:txBody>
          <a:bodyPr lIns="0" tIns="0" rIns="0" bIns="0" anchor="b">
            <a:normAutofit/>
          </a:bodyPr>
          <a:lstStyle>
            <a:lvl1pPr algn="l">
              <a:defRPr sz="45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Closing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688E7-800E-C994-44AD-60D4E0A9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69" y="4280239"/>
            <a:ext cx="5514035" cy="857228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42" name="Graphic 14">
            <a:extLst>
              <a:ext uri="{FF2B5EF4-FFF2-40B4-BE49-F238E27FC236}">
                <a16:creationId xmlns:a16="http://schemas.microsoft.com/office/drawing/2014/main" id="{696FCDAF-642F-37D4-2FD5-92A9C6E3933F}"/>
              </a:ext>
            </a:extLst>
          </p:cNvPr>
          <p:cNvGrpSpPr/>
          <p:nvPr/>
        </p:nvGrpSpPr>
        <p:grpSpPr>
          <a:xfrm>
            <a:off x="6992633" y="8908"/>
            <a:ext cx="5214307" cy="6849093"/>
            <a:chOff x="6981700" y="0"/>
            <a:chExt cx="5214306" cy="6849093"/>
          </a:xfrm>
          <a:solidFill>
            <a:srgbClr val="020079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0322578-5702-C5FD-2E81-C4D32CB81BBC}"/>
                </a:ext>
              </a:extLst>
            </p:cNvPr>
            <p:cNvSpPr/>
            <p:nvPr/>
          </p:nvSpPr>
          <p:spPr>
            <a:xfrm>
              <a:off x="8879228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8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8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FC169BF-7CDA-D986-23B3-94B132A07AB4}"/>
                </a:ext>
              </a:extLst>
            </p:cNvPr>
            <p:cNvSpPr/>
            <p:nvPr/>
          </p:nvSpPr>
          <p:spPr>
            <a:xfrm>
              <a:off x="8608025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8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8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D75D942-758C-6411-7DE0-C22807C69196}"/>
                </a:ext>
              </a:extLst>
            </p:cNvPr>
            <p:cNvSpPr/>
            <p:nvPr/>
          </p:nvSpPr>
          <p:spPr>
            <a:xfrm>
              <a:off x="8336823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9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9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7FE902E-EFCA-F565-AA82-EC7E3B3EDEC4}"/>
                </a:ext>
              </a:extLst>
            </p:cNvPr>
            <p:cNvSpPr/>
            <p:nvPr/>
          </p:nvSpPr>
          <p:spPr>
            <a:xfrm>
              <a:off x="8066065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9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9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642E593-073E-8A55-05CF-1DBF34817B36}"/>
                </a:ext>
              </a:extLst>
            </p:cNvPr>
            <p:cNvSpPr/>
            <p:nvPr/>
          </p:nvSpPr>
          <p:spPr>
            <a:xfrm>
              <a:off x="7794862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8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8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B8131E7-246E-9380-DE13-BB7A84DE3607}"/>
                </a:ext>
              </a:extLst>
            </p:cNvPr>
            <p:cNvSpPr/>
            <p:nvPr/>
          </p:nvSpPr>
          <p:spPr>
            <a:xfrm>
              <a:off x="7523660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9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9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F17313F-897F-2F9E-70DB-23230193F798}"/>
                </a:ext>
              </a:extLst>
            </p:cNvPr>
            <p:cNvSpPr/>
            <p:nvPr/>
          </p:nvSpPr>
          <p:spPr>
            <a:xfrm>
              <a:off x="7252902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8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8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>
                <a:alpha val="8000"/>
              </a:srgbClr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65D0E4A-ABDC-06F5-A549-F27885452840}"/>
                </a:ext>
              </a:extLst>
            </p:cNvPr>
            <p:cNvSpPr/>
            <p:nvPr/>
          </p:nvSpPr>
          <p:spPr>
            <a:xfrm>
              <a:off x="6981700" y="0"/>
              <a:ext cx="3316778" cy="6849093"/>
            </a:xfrm>
            <a:custGeom>
              <a:avLst/>
              <a:gdLst>
                <a:gd name="connsiteX0" fmla="*/ 1882833 w 3316778"/>
                <a:gd name="connsiteY0" fmla="*/ 6849094 h 6849093"/>
                <a:gd name="connsiteX1" fmla="*/ 1882833 w 3316778"/>
                <a:gd name="connsiteY1" fmla="*/ 4847805 h 6849093"/>
                <a:gd name="connsiteX2" fmla="*/ 0 w 3316778"/>
                <a:gd name="connsiteY2" fmla="*/ 4847805 h 6849093"/>
                <a:gd name="connsiteX3" fmla="*/ 1882833 w 3316778"/>
                <a:gd name="connsiteY3" fmla="*/ 0 h 6849093"/>
                <a:gd name="connsiteX4" fmla="*/ 1882833 w 3316778"/>
                <a:gd name="connsiteY4" fmla="*/ 3156461 h 6849093"/>
                <a:gd name="connsiteX5" fmla="*/ 3316779 w 3316778"/>
                <a:gd name="connsiteY5" fmla="*/ 3156461 h 6849093"/>
                <a:gd name="connsiteX6" fmla="*/ 1882833 w 3316778"/>
                <a:gd name="connsiteY6" fmla="*/ 6849094 h 684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6778" h="6849093">
                  <a:moveTo>
                    <a:pt x="1882833" y="6849094"/>
                  </a:moveTo>
                  <a:lnTo>
                    <a:pt x="1882833" y="4847805"/>
                  </a:lnTo>
                  <a:lnTo>
                    <a:pt x="0" y="4847805"/>
                  </a:lnTo>
                  <a:lnTo>
                    <a:pt x="1882833" y="0"/>
                  </a:lnTo>
                  <a:lnTo>
                    <a:pt x="1882833" y="3156461"/>
                  </a:lnTo>
                  <a:lnTo>
                    <a:pt x="3316779" y="3156461"/>
                  </a:lnTo>
                  <a:lnTo>
                    <a:pt x="1882833" y="6849094"/>
                  </a:lnTo>
                  <a:close/>
                </a:path>
              </a:pathLst>
            </a:custGeom>
            <a:solidFill>
              <a:srgbClr val="0074FF"/>
            </a:solidFill>
            <a:ln w="445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1232050-E672-E241-44BD-738ABA76A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074" y="5534199"/>
            <a:ext cx="4602143" cy="51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00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-Dark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8CF9-7F25-2BDF-F499-D72D7E9B68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5070" y="2607209"/>
            <a:ext cx="5503101" cy="1643585"/>
          </a:xfrm>
        </p:spPr>
        <p:txBody>
          <a:bodyPr lIns="0" tIns="0" rIns="0" bIns="0" anchor="b">
            <a:normAutofit/>
          </a:bodyPr>
          <a:lstStyle>
            <a:lvl1pPr algn="l">
              <a:defRPr sz="4500" b="1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Closing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688E7-800E-C994-44AD-60D4E0A9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69" y="4280239"/>
            <a:ext cx="5514035" cy="857228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E8142E-9F83-F0BD-BE59-659D1EE84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074" y="5529407"/>
            <a:ext cx="4602143" cy="51428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B903D737-C822-13C5-8EB3-697798F308D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42697" y="0"/>
            <a:ext cx="6780105" cy="6872309"/>
          </a:xfrm>
          <a:custGeom>
            <a:avLst/>
            <a:gdLst>
              <a:gd name="connsiteX0" fmla="*/ 0 w 4421904"/>
              <a:gd name="connsiteY0" fmla="*/ 6858000 h 6858000"/>
              <a:gd name="connsiteX1" fmla="*/ 1547799 w 4421904"/>
              <a:gd name="connsiteY1" fmla="*/ 0 h 6858000"/>
              <a:gd name="connsiteX2" fmla="*/ 4421904 w 4421904"/>
              <a:gd name="connsiteY2" fmla="*/ 0 h 6858000"/>
              <a:gd name="connsiteX3" fmla="*/ 2874105 w 4421904"/>
              <a:gd name="connsiteY3" fmla="*/ 6858000 h 6858000"/>
              <a:gd name="connsiteX4" fmla="*/ 0 w 4421904"/>
              <a:gd name="connsiteY4" fmla="*/ 6858000 h 6858000"/>
              <a:gd name="connsiteX0" fmla="*/ 0 w 5234704"/>
              <a:gd name="connsiteY0" fmla="*/ 6858000 h 6858000"/>
              <a:gd name="connsiteX1" fmla="*/ 1547799 w 5234704"/>
              <a:gd name="connsiteY1" fmla="*/ 0 h 6858000"/>
              <a:gd name="connsiteX2" fmla="*/ 5234704 w 5234704"/>
              <a:gd name="connsiteY2" fmla="*/ 0 h 6858000"/>
              <a:gd name="connsiteX3" fmla="*/ 2874105 w 5234704"/>
              <a:gd name="connsiteY3" fmla="*/ 6858000 h 6858000"/>
              <a:gd name="connsiteX4" fmla="*/ 0 w 5234704"/>
              <a:gd name="connsiteY4" fmla="*/ 6858000 h 6858000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04772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2507355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69308 h 6869308"/>
              <a:gd name="connsiteX1" fmla="*/ 2507355 w 5234704"/>
              <a:gd name="connsiteY1" fmla="*/ 0 h 6869308"/>
              <a:gd name="connsiteX2" fmla="*/ 5234704 w 5234704"/>
              <a:gd name="connsiteY2" fmla="*/ 0 h 6869308"/>
              <a:gd name="connsiteX3" fmla="*/ 2761216 w 5234704"/>
              <a:gd name="connsiteY3" fmla="*/ 6869288 h 6869308"/>
              <a:gd name="connsiteX4" fmla="*/ 0 w 5234704"/>
              <a:gd name="connsiteY4" fmla="*/ 6869308 h 6869308"/>
              <a:gd name="connsiteX0" fmla="*/ 0 w 5449017"/>
              <a:gd name="connsiteY0" fmla="*/ 6869308 h 6869308"/>
              <a:gd name="connsiteX1" fmla="*/ 2507355 w 5449017"/>
              <a:gd name="connsiteY1" fmla="*/ 0 h 6869308"/>
              <a:gd name="connsiteX2" fmla="*/ 5449017 w 5449017"/>
              <a:gd name="connsiteY2" fmla="*/ 0 h 6869308"/>
              <a:gd name="connsiteX3" fmla="*/ 2761216 w 5449017"/>
              <a:gd name="connsiteY3" fmla="*/ 6869288 h 6869308"/>
              <a:gd name="connsiteX4" fmla="*/ 0 w 5449017"/>
              <a:gd name="connsiteY4" fmla="*/ 6869308 h 6869308"/>
              <a:gd name="connsiteX0" fmla="*/ 0 w 5449017"/>
              <a:gd name="connsiteY0" fmla="*/ 6869308 h 6869308"/>
              <a:gd name="connsiteX1" fmla="*/ 1349887 w 5449017"/>
              <a:gd name="connsiteY1" fmla="*/ 0 h 6869308"/>
              <a:gd name="connsiteX2" fmla="*/ 5449017 w 5449017"/>
              <a:gd name="connsiteY2" fmla="*/ 0 h 6869308"/>
              <a:gd name="connsiteX3" fmla="*/ 2761216 w 5449017"/>
              <a:gd name="connsiteY3" fmla="*/ 6869288 h 6869308"/>
              <a:gd name="connsiteX4" fmla="*/ 0 w 5449017"/>
              <a:gd name="connsiteY4" fmla="*/ 6869308 h 6869308"/>
              <a:gd name="connsiteX0" fmla="*/ 0 w 6756956"/>
              <a:gd name="connsiteY0" fmla="*/ 6846169 h 6869288"/>
              <a:gd name="connsiteX1" fmla="*/ 2657826 w 6756956"/>
              <a:gd name="connsiteY1" fmla="*/ 0 h 6869288"/>
              <a:gd name="connsiteX2" fmla="*/ 6756956 w 6756956"/>
              <a:gd name="connsiteY2" fmla="*/ 0 h 6869288"/>
              <a:gd name="connsiteX3" fmla="*/ 4069155 w 6756956"/>
              <a:gd name="connsiteY3" fmla="*/ 6869288 h 6869288"/>
              <a:gd name="connsiteX4" fmla="*/ 0 w 6756956"/>
              <a:gd name="connsiteY4" fmla="*/ 6846169 h 6869288"/>
              <a:gd name="connsiteX0" fmla="*/ 0 w 6780105"/>
              <a:gd name="connsiteY0" fmla="*/ 6869309 h 6869309"/>
              <a:gd name="connsiteX1" fmla="*/ 2680975 w 6780105"/>
              <a:gd name="connsiteY1" fmla="*/ 0 h 6869309"/>
              <a:gd name="connsiteX2" fmla="*/ 6780105 w 6780105"/>
              <a:gd name="connsiteY2" fmla="*/ 0 h 6869309"/>
              <a:gd name="connsiteX3" fmla="*/ 4092304 w 6780105"/>
              <a:gd name="connsiteY3" fmla="*/ 6869288 h 6869309"/>
              <a:gd name="connsiteX4" fmla="*/ 0 w 6780105"/>
              <a:gd name="connsiteY4" fmla="*/ 6869309 h 6869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0105" h="6869309">
                <a:moveTo>
                  <a:pt x="0" y="6869309"/>
                </a:moveTo>
                <a:lnTo>
                  <a:pt x="2680975" y="0"/>
                </a:lnTo>
                <a:lnTo>
                  <a:pt x="6780105" y="0"/>
                </a:lnTo>
                <a:lnTo>
                  <a:pt x="4092304" y="6869288"/>
                </a:lnTo>
                <a:lnTo>
                  <a:pt x="0" y="686930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photo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58644D4-F615-432B-3BED-890DECB563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7005" y="-28694"/>
            <a:ext cx="2684995" cy="69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23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32">
          <p15:clr>
            <a:srgbClr val="FBAE40"/>
          </p15:clr>
        </p15:guide>
        <p15:guide id="2" orient="horz" pos="3240">
          <p15:clr>
            <a:srgbClr val="FBAE40"/>
          </p15:clr>
        </p15:guide>
        <p15:guide id="3" orient="horz" pos="34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-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01B2B045-DACD-659B-F07E-3DDF771C5F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42697" y="0"/>
            <a:ext cx="6780105" cy="6872309"/>
          </a:xfrm>
          <a:custGeom>
            <a:avLst/>
            <a:gdLst>
              <a:gd name="connsiteX0" fmla="*/ 0 w 4421904"/>
              <a:gd name="connsiteY0" fmla="*/ 6858000 h 6858000"/>
              <a:gd name="connsiteX1" fmla="*/ 1547799 w 4421904"/>
              <a:gd name="connsiteY1" fmla="*/ 0 h 6858000"/>
              <a:gd name="connsiteX2" fmla="*/ 4421904 w 4421904"/>
              <a:gd name="connsiteY2" fmla="*/ 0 h 6858000"/>
              <a:gd name="connsiteX3" fmla="*/ 2874105 w 4421904"/>
              <a:gd name="connsiteY3" fmla="*/ 6858000 h 6858000"/>
              <a:gd name="connsiteX4" fmla="*/ 0 w 4421904"/>
              <a:gd name="connsiteY4" fmla="*/ 6858000 h 6858000"/>
              <a:gd name="connsiteX0" fmla="*/ 0 w 5234704"/>
              <a:gd name="connsiteY0" fmla="*/ 6858000 h 6858000"/>
              <a:gd name="connsiteX1" fmla="*/ 1547799 w 5234704"/>
              <a:gd name="connsiteY1" fmla="*/ 0 h 6858000"/>
              <a:gd name="connsiteX2" fmla="*/ 5234704 w 5234704"/>
              <a:gd name="connsiteY2" fmla="*/ 0 h 6858000"/>
              <a:gd name="connsiteX3" fmla="*/ 2874105 w 5234704"/>
              <a:gd name="connsiteY3" fmla="*/ 6858000 h 6858000"/>
              <a:gd name="connsiteX4" fmla="*/ 0 w 5234704"/>
              <a:gd name="connsiteY4" fmla="*/ 6858000 h 6858000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04772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1547799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58000 h 6869288"/>
              <a:gd name="connsiteX1" fmla="*/ 2507355 w 5234704"/>
              <a:gd name="connsiteY1" fmla="*/ 0 h 6869288"/>
              <a:gd name="connsiteX2" fmla="*/ 5234704 w 5234704"/>
              <a:gd name="connsiteY2" fmla="*/ 0 h 6869288"/>
              <a:gd name="connsiteX3" fmla="*/ 2761216 w 5234704"/>
              <a:gd name="connsiteY3" fmla="*/ 6869288 h 6869288"/>
              <a:gd name="connsiteX4" fmla="*/ 0 w 5234704"/>
              <a:gd name="connsiteY4" fmla="*/ 6858000 h 6869288"/>
              <a:gd name="connsiteX0" fmla="*/ 0 w 5234704"/>
              <a:gd name="connsiteY0" fmla="*/ 6869308 h 6869308"/>
              <a:gd name="connsiteX1" fmla="*/ 2507355 w 5234704"/>
              <a:gd name="connsiteY1" fmla="*/ 0 h 6869308"/>
              <a:gd name="connsiteX2" fmla="*/ 5234704 w 5234704"/>
              <a:gd name="connsiteY2" fmla="*/ 0 h 6869308"/>
              <a:gd name="connsiteX3" fmla="*/ 2761216 w 5234704"/>
              <a:gd name="connsiteY3" fmla="*/ 6869288 h 6869308"/>
              <a:gd name="connsiteX4" fmla="*/ 0 w 5234704"/>
              <a:gd name="connsiteY4" fmla="*/ 6869308 h 6869308"/>
              <a:gd name="connsiteX0" fmla="*/ 0 w 5449017"/>
              <a:gd name="connsiteY0" fmla="*/ 6869308 h 6869308"/>
              <a:gd name="connsiteX1" fmla="*/ 2507355 w 5449017"/>
              <a:gd name="connsiteY1" fmla="*/ 0 h 6869308"/>
              <a:gd name="connsiteX2" fmla="*/ 5449017 w 5449017"/>
              <a:gd name="connsiteY2" fmla="*/ 0 h 6869308"/>
              <a:gd name="connsiteX3" fmla="*/ 2761216 w 5449017"/>
              <a:gd name="connsiteY3" fmla="*/ 6869288 h 6869308"/>
              <a:gd name="connsiteX4" fmla="*/ 0 w 5449017"/>
              <a:gd name="connsiteY4" fmla="*/ 6869308 h 6869308"/>
              <a:gd name="connsiteX0" fmla="*/ 0 w 5449017"/>
              <a:gd name="connsiteY0" fmla="*/ 6869308 h 6869308"/>
              <a:gd name="connsiteX1" fmla="*/ 1349887 w 5449017"/>
              <a:gd name="connsiteY1" fmla="*/ 0 h 6869308"/>
              <a:gd name="connsiteX2" fmla="*/ 5449017 w 5449017"/>
              <a:gd name="connsiteY2" fmla="*/ 0 h 6869308"/>
              <a:gd name="connsiteX3" fmla="*/ 2761216 w 5449017"/>
              <a:gd name="connsiteY3" fmla="*/ 6869288 h 6869308"/>
              <a:gd name="connsiteX4" fmla="*/ 0 w 5449017"/>
              <a:gd name="connsiteY4" fmla="*/ 6869308 h 6869308"/>
              <a:gd name="connsiteX0" fmla="*/ 0 w 6756956"/>
              <a:gd name="connsiteY0" fmla="*/ 6846169 h 6869288"/>
              <a:gd name="connsiteX1" fmla="*/ 2657826 w 6756956"/>
              <a:gd name="connsiteY1" fmla="*/ 0 h 6869288"/>
              <a:gd name="connsiteX2" fmla="*/ 6756956 w 6756956"/>
              <a:gd name="connsiteY2" fmla="*/ 0 h 6869288"/>
              <a:gd name="connsiteX3" fmla="*/ 4069155 w 6756956"/>
              <a:gd name="connsiteY3" fmla="*/ 6869288 h 6869288"/>
              <a:gd name="connsiteX4" fmla="*/ 0 w 6756956"/>
              <a:gd name="connsiteY4" fmla="*/ 6846169 h 6869288"/>
              <a:gd name="connsiteX0" fmla="*/ 0 w 6780105"/>
              <a:gd name="connsiteY0" fmla="*/ 6869309 h 6869309"/>
              <a:gd name="connsiteX1" fmla="*/ 2680975 w 6780105"/>
              <a:gd name="connsiteY1" fmla="*/ 0 h 6869309"/>
              <a:gd name="connsiteX2" fmla="*/ 6780105 w 6780105"/>
              <a:gd name="connsiteY2" fmla="*/ 0 h 6869309"/>
              <a:gd name="connsiteX3" fmla="*/ 4092304 w 6780105"/>
              <a:gd name="connsiteY3" fmla="*/ 6869288 h 6869309"/>
              <a:gd name="connsiteX4" fmla="*/ 0 w 6780105"/>
              <a:gd name="connsiteY4" fmla="*/ 6869309 h 6869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0105" h="6869309">
                <a:moveTo>
                  <a:pt x="0" y="6869309"/>
                </a:moveTo>
                <a:lnTo>
                  <a:pt x="2680975" y="0"/>
                </a:lnTo>
                <a:lnTo>
                  <a:pt x="6780105" y="0"/>
                </a:lnTo>
                <a:lnTo>
                  <a:pt x="4092304" y="6869288"/>
                </a:lnTo>
                <a:lnTo>
                  <a:pt x="0" y="686930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58CF9-7F25-2BDF-F499-D72D7E9B68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5070" y="2607209"/>
            <a:ext cx="5503101" cy="1643585"/>
          </a:xfrm>
        </p:spPr>
        <p:txBody>
          <a:bodyPr lIns="0" tIns="0" rIns="0" bIns="0" anchor="b">
            <a:normAutofit/>
          </a:bodyPr>
          <a:lstStyle>
            <a:lvl1pPr algn="l">
              <a:defRPr sz="4500" b="1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Closing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688E7-800E-C994-44AD-60D4E0A9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69" y="4280239"/>
            <a:ext cx="5514035" cy="857228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D8BC4E6-7F6F-DF1E-8E92-E01EF719C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074" y="5534199"/>
            <a:ext cx="4602143" cy="5142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2E178CE-53BA-135A-1FA5-3E65B479A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7005" y="-28694"/>
            <a:ext cx="2684995" cy="69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67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C7F9-5234-0805-F53A-F2BAEB0D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1661"/>
            <a:ext cx="3784600" cy="1727200"/>
          </a:xfrm>
        </p:spPr>
        <p:txBody>
          <a:bodyPr lIns="0" tIns="0" rIns="0" bIns="0" anchor="b" anchorCtr="0">
            <a:noAutofit/>
          </a:bodyPr>
          <a:lstStyle>
            <a:lvl1pPr>
              <a:defRPr sz="29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3EF053-76BB-0BC5-7AFF-7C4C3F2EA1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858995"/>
            <a:ext cx="3784600" cy="22210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867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DA3647-E51C-AEDD-86F1-E5F4228B39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32134" y="727623"/>
            <a:ext cx="3014133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A8ECDD3-B634-135F-5046-B27E03B83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133" y="1069230"/>
            <a:ext cx="3640667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7FB687-735B-5256-7725-1738C6741CA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33067" y="728447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82426B-626B-7F09-B6F5-71C3242E6F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32134" y="2149178"/>
            <a:ext cx="3014133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1FF2638-C600-4FB8-E877-6DF0FC60FB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32133" y="2490785"/>
            <a:ext cx="3640667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AD713543-60B6-9C63-2749-255152A2B53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33067" y="2150001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ADF5E862-8B0F-B830-29FF-818FC3EF1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32134" y="3616501"/>
            <a:ext cx="3014133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930959C-A88E-1E63-DFD0-6020134B4D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32133" y="3958108"/>
            <a:ext cx="3640667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090C2970-0916-F9C4-5CE8-33AF3875CDE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33067" y="3617324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EB0A8D47-DE10-F2C4-5A83-19FE1F5CC6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32134" y="5079177"/>
            <a:ext cx="3014133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AAECF51-C2C1-FF00-5ABF-A337AB2E0D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32133" y="5420784"/>
            <a:ext cx="3640667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A4086087-07A9-9A56-E5BE-81F6994D706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33067" y="5080000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2E7A7816-F44E-8E59-96E0-8A918219E85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6547289E-0960-72B8-8F6D-11029822DE2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50E307-DAEB-E6C7-2D0A-222D7B8E35A9}"/>
              </a:ext>
            </a:extLst>
          </p:cNvPr>
          <p:cNvGrpSpPr/>
          <p:nvPr userDrawn="1"/>
        </p:nvGrpSpPr>
        <p:grpSpPr>
          <a:xfrm rot="5400000">
            <a:off x="8644467" y="3310468"/>
            <a:ext cx="6857999" cy="237067"/>
            <a:chOff x="907366" y="3359"/>
            <a:chExt cx="3717973" cy="262699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E27EF4B-2E0F-F47C-4CA6-A05DE44990FC}"/>
                </a:ext>
              </a:extLst>
            </p:cNvPr>
            <p:cNvSpPr/>
            <p:nvPr/>
          </p:nvSpPr>
          <p:spPr>
            <a:xfrm rot="10800000">
              <a:off x="3386015" y="3359"/>
              <a:ext cx="1239324" cy="262699"/>
            </a:xfrm>
            <a:custGeom>
              <a:avLst/>
              <a:gdLst>
                <a:gd name="connsiteX0" fmla="*/ 0 w 1239324"/>
                <a:gd name="connsiteY0" fmla="*/ 0 h 262699"/>
                <a:gd name="connsiteX1" fmla="*/ 1239325 w 1239324"/>
                <a:gd name="connsiteY1" fmla="*/ 0 h 262699"/>
                <a:gd name="connsiteX2" fmla="*/ 1239325 w 1239324"/>
                <a:gd name="connsiteY2" fmla="*/ 262700 h 262699"/>
                <a:gd name="connsiteX3" fmla="*/ 0 w 1239324"/>
                <a:gd name="connsiteY3" fmla="*/ 262700 h 26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9324" h="262699">
                  <a:moveTo>
                    <a:pt x="0" y="0"/>
                  </a:moveTo>
                  <a:lnTo>
                    <a:pt x="1239325" y="0"/>
                  </a:lnTo>
                  <a:lnTo>
                    <a:pt x="1239325" y="262700"/>
                  </a:lnTo>
                  <a:lnTo>
                    <a:pt x="0" y="262700"/>
                  </a:lnTo>
                  <a:close/>
                </a:path>
              </a:pathLst>
            </a:custGeom>
            <a:solidFill>
              <a:srgbClr val="30BF2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837B003-6C3C-6178-FA8C-BAC267CBFECB}"/>
                </a:ext>
              </a:extLst>
            </p:cNvPr>
            <p:cNvSpPr/>
            <p:nvPr/>
          </p:nvSpPr>
          <p:spPr>
            <a:xfrm rot="10800000">
              <a:off x="2146690" y="3359"/>
              <a:ext cx="1239324" cy="262699"/>
            </a:xfrm>
            <a:custGeom>
              <a:avLst/>
              <a:gdLst>
                <a:gd name="connsiteX0" fmla="*/ 0 w 1239324"/>
                <a:gd name="connsiteY0" fmla="*/ 0 h 262699"/>
                <a:gd name="connsiteX1" fmla="*/ 1239325 w 1239324"/>
                <a:gd name="connsiteY1" fmla="*/ 0 h 262699"/>
                <a:gd name="connsiteX2" fmla="*/ 1239325 w 1239324"/>
                <a:gd name="connsiteY2" fmla="*/ 262700 h 262699"/>
                <a:gd name="connsiteX3" fmla="*/ 0 w 1239324"/>
                <a:gd name="connsiteY3" fmla="*/ 262700 h 26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9324" h="262699">
                  <a:moveTo>
                    <a:pt x="0" y="0"/>
                  </a:moveTo>
                  <a:lnTo>
                    <a:pt x="1239325" y="0"/>
                  </a:lnTo>
                  <a:lnTo>
                    <a:pt x="1239325" y="262700"/>
                  </a:lnTo>
                  <a:lnTo>
                    <a:pt x="0" y="262700"/>
                  </a:lnTo>
                  <a:close/>
                </a:path>
              </a:pathLst>
            </a:custGeom>
            <a:solidFill>
              <a:srgbClr val="0074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2B3BBC-D946-D336-B466-527BD0201D25}"/>
                </a:ext>
              </a:extLst>
            </p:cNvPr>
            <p:cNvSpPr/>
            <p:nvPr/>
          </p:nvSpPr>
          <p:spPr>
            <a:xfrm rot="10800000">
              <a:off x="907366" y="3359"/>
              <a:ext cx="1239324" cy="262699"/>
            </a:xfrm>
            <a:custGeom>
              <a:avLst/>
              <a:gdLst>
                <a:gd name="connsiteX0" fmla="*/ 0 w 1239324"/>
                <a:gd name="connsiteY0" fmla="*/ 0 h 262699"/>
                <a:gd name="connsiteX1" fmla="*/ 1239325 w 1239324"/>
                <a:gd name="connsiteY1" fmla="*/ 0 h 262699"/>
                <a:gd name="connsiteX2" fmla="*/ 1239325 w 1239324"/>
                <a:gd name="connsiteY2" fmla="*/ 262700 h 262699"/>
                <a:gd name="connsiteX3" fmla="*/ 0 w 1239324"/>
                <a:gd name="connsiteY3" fmla="*/ 262700 h 26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9324" h="262699">
                  <a:moveTo>
                    <a:pt x="0" y="0"/>
                  </a:moveTo>
                  <a:lnTo>
                    <a:pt x="1239325" y="0"/>
                  </a:lnTo>
                  <a:lnTo>
                    <a:pt x="1239325" y="262700"/>
                  </a:lnTo>
                  <a:lnTo>
                    <a:pt x="0" y="262700"/>
                  </a:lnTo>
                  <a:close/>
                </a:path>
              </a:pathLst>
            </a:custGeom>
            <a:solidFill>
              <a:srgbClr val="0200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6DFE5822-E520-A505-8B8E-661892259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673" y="6264885"/>
            <a:ext cx="2929671" cy="32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68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1422D5D-80F7-D097-34A9-446211FEF147}"/>
              </a:ext>
            </a:extLst>
          </p:cNvPr>
          <p:cNvSpPr/>
          <p:nvPr userDrawn="1"/>
        </p:nvSpPr>
        <p:spPr>
          <a:xfrm>
            <a:off x="7258929" y="0"/>
            <a:ext cx="4933071" cy="6884928"/>
          </a:xfrm>
          <a:prstGeom prst="rect">
            <a:avLst/>
          </a:prstGeom>
          <a:solidFill>
            <a:srgbClr val="007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Graphic 29">
            <a:extLst>
              <a:ext uri="{FF2B5EF4-FFF2-40B4-BE49-F238E27FC236}">
                <a16:creationId xmlns:a16="http://schemas.microsoft.com/office/drawing/2014/main" id="{25B3F1F5-9AB9-FABB-2BD4-376A0057F485}"/>
              </a:ext>
            </a:extLst>
          </p:cNvPr>
          <p:cNvSpPr/>
          <p:nvPr/>
        </p:nvSpPr>
        <p:spPr>
          <a:xfrm rot="10800000">
            <a:off x="6602633" y="4975115"/>
            <a:ext cx="5584075" cy="983240"/>
          </a:xfrm>
          <a:custGeom>
            <a:avLst/>
            <a:gdLst>
              <a:gd name="connsiteX0" fmla="*/ 0 w 4970240"/>
              <a:gd name="connsiteY0" fmla="*/ 0 h 875156"/>
              <a:gd name="connsiteX1" fmla="*/ 4545521 w 4970240"/>
              <a:gd name="connsiteY1" fmla="*/ 0 h 875156"/>
              <a:gd name="connsiteX2" fmla="*/ 4970240 w 4970240"/>
              <a:gd name="connsiteY2" fmla="*/ 424720 h 875156"/>
              <a:gd name="connsiteX3" fmla="*/ 4970240 w 4970240"/>
              <a:gd name="connsiteY3" fmla="*/ 450437 h 875156"/>
              <a:gd name="connsiteX4" fmla="*/ 4545521 w 4970240"/>
              <a:gd name="connsiteY4" fmla="*/ 875157 h 875156"/>
              <a:gd name="connsiteX5" fmla="*/ 0 w 4970240"/>
              <a:gd name="connsiteY5" fmla="*/ 875157 h 875156"/>
              <a:gd name="connsiteX6" fmla="*/ 0 w 4970240"/>
              <a:gd name="connsiteY6" fmla="*/ 0 h 875156"/>
              <a:gd name="connsiteX7" fmla="*/ 0 w 4970240"/>
              <a:gd name="connsiteY7" fmla="*/ 0 h 87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70240" h="875156">
                <a:moveTo>
                  <a:pt x="0" y="0"/>
                </a:moveTo>
                <a:lnTo>
                  <a:pt x="4545521" y="0"/>
                </a:lnTo>
                <a:cubicBezTo>
                  <a:pt x="4779931" y="0"/>
                  <a:pt x="4970240" y="190310"/>
                  <a:pt x="4970240" y="424720"/>
                </a:cubicBezTo>
                <a:lnTo>
                  <a:pt x="4970240" y="450437"/>
                </a:lnTo>
                <a:cubicBezTo>
                  <a:pt x="4970240" y="684848"/>
                  <a:pt x="4779931" y="875157"/>
                  <a:pt x="4545521" y="875157"/>
                </a:cubicBezTo>
                <a:lnTo>
                  <a:pt x="0" y="87515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5CBD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FFC8D8A-DAF4-1311-7B52-C71A0C3F1A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97317" y="1795684"/>
            <a:ext cx="3956051" cy="17166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667" b="1"/>
            </a:lvl1pPr>
            <a:lvl2pPr marL="457189" indent="0">
              <a:buNone/>
              <a:defRPr sz="2667" b="1"/>
            </a:lvl2pPr>
            <a:lvl3pPr marL="914377" indent="0">
              <a:buNone/>
              <a:defRPr sz="2667" b="1"/>
            </a:lvl3pPr>
            <a:lvl4pPr marL="1371566" indent="0">
              <a:buNone/>
              <a:defRPr sz="2667" b="1"/>
            </a:lvl4pPr>
            <a:lvl5pPr marL="1828754" indent="0">
              <a:buNone/>
              <a:defRPr sz="2667" b="1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Title or headline text with multiple line of text. Title or headline text with multiple lines</a:t>
            </a:r>
          </a:p>
          <a:p>
            <a:pPr lvl="0"/>
            <a:endParaRPr lang="en-US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7D38200-84F1-F90B-1D8C-112ACC899B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96551" y="3637987"/>
            <a:ext cx="3956051" cy="76926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333"/>
            </a:lvl1pPr>
            <a:lvl2pPr marL="457189" indent="0">
              <a:buNone/>
              <a:defRPr sz="1333"/>
            </a:lvl2pPr>
            <a:lvl3pPr marL="914377" indent="0">
              <a:buNone/>
              <a:defRPr sz="1333"/>
            </a:lvl3pPr>
            <a:lvl4pPr marL="1371566" indent="0">
              <a:buNone/>
              <a:defRPr sz="1333"/>
            </a:lvl4pPr>
            <a:lvl5pPr marL="1828754" indent="0">
              <a:buNone/>
              <a:defRPr sz="1333"/>
            </a:lvl5pPr>
          </a:lstStyle>
          <a:p>
            <a:pPr lvl="0"/>
            <a:r>
              <a:rPr lang="en-US"/>
              <a:t>Descriptive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EFF6E725-5772-040D-FD07-ADA5451D82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96551" y="5154173"/>
            <a:ext cx="3956051" cy="655367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867"/>
            </a:lvl1pPr>
            <a:lvl2pPr marL="457189" indent="0">
              <a:buNone/>
              <a:defRPr sz="1333"/>
            </a:lvl2pPr>
            <a:lvl3pPr marL="914377" indent="0">
              <a:buNone/>
              <a:defRPr sz="1333"/>
            </a:lvl3pPr>
            <a:lvl4pPr marL="1371566" indent="0">
              <a:buNone/>
              <a:defRPr sz="1333"/>
            </a:lvl4pPr>
            <a:lvl5pPr marL="1828754" indent="0">
              <a:buNone/>
              <a:defRPr sz="1333"/>
            </a:lvl5pPr>
          </a:lstStyle>
          <a:p>
            <a:pPr lvl="0"/>
            <a:r>
              <a:rPr lang="en-US"/>
              <a:t>Highlight Text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29B908E4-F960-D398-CBCB-647332EA440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925141" y="5154172"/>
            <a:ext cx="624524" cy="62580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AC5F701E-5D9C-D07B-5530-CABBF558389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5490" y="1099663"/>
            <a:ext cx="533397" cy="53449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1A97D42-6D01-E663-A39E-D2E1679AC56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38251" y="880534"/>
            <a:ext cx="2389716" cy="241088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9D895CC-0A97-69C4-EF4D-781E1A1352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987802" y="880534"/>
            <a:ext cx="2389716" cy="241088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C95734B-5AD8-468F-0005-873A2535E2F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58637" y="3614774"/>
            <a:ext cx="2389716" cy="241088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C5A542E-2467-6BD1-02AF-E4487A9DDC4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08187" y="3614774"/>
            <a:ext cx="2389716" cy="241088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252EF3DE-681C-1DF7-5E2F-0873A0DEB16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351D06F7-C6AF-5B78-7120-BC1532E719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0B48A55-CDB1-E356-B93C-6DBC9AEAA0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995" y="6130757"/>
            <a:ext cx="3906227" cy="43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61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Slide 2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BAF765-187A-BB8E-DBDD-709FD125D0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81391" y="-12699"/>
            <a:ext cx="5336268" cy="6870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C84A5-1215-DA45-C398-41BE7046CE61}"/>
              </a:ext>
            </a:extLst>
          </p:cNvPr>
          <p:cNvSpPr/>
          <p:nvPr userDrawn="1"/>
        </p:nvSpPr>
        <p:spPr>
          <a:xfrm>
            <a:off x="6817659" y="0"/>
            <a:ext cx="5374341" cy="6884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07986-3CF8-A802-F586-FC46D4A9FF95}"/>
              </a:ext>
            </a:extLst>
          </p:cNvPr>
          <p:cNvSpPr/>
          <p:nvPr userDrawn="1"/>
        </p:nvSpPr>
        <p:spPr>
          <a:xfrm>
            <a:off x="6819901" y="3373966"/>
            <a:ext cx="5372100" cy="1302871"/>
          </a:xfrm>
          <a:prstGeom prst="rect">
            <a:avLst/>
          </a:prstGeom>
          <a:solidFill>
            <a:srgbClr val="007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DA3647-E51C-AEDD-86F1-E5F4228B39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9662" y="727623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A8ECDD3-B634-135F-5046-B27E03B83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9662" y="1069230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82426B-626B-7F09-B6F5-71C3242E6F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9662" y="2149178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1FF2638-C600-4FB8-E877-6DF0FC60FB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9662" y="2490785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ADF5E862-8B0F-B830-29FF-818FC3EF1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9662" y="3616501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930959C-A88E-1E63-DFD0-6020134B4D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49662" y="3958108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EB0A8D47-DE10-F2C4-5A83-19FE1F5CC6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49662" y="5079177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AAECF51-C2C1-FF00-5ABF-A337AB2E0D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49662" y="5420784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DC5A0-480E-22EF-B7C2-E090AC2D241F}"/>
              </a:ext>
            </a:extLst>
          </p:cNvPr>
          <p:cNvSpPr/>
          <p:nvPr userDrawn="1"/>
        </p:nvSpPr>
        <p:spPr>
          <a:xfrm>
            <a:off x="0" y="-13464"/>
            <a:ext cx="1481392" cy="6884928"/>
          </a:xfrm>
          <a:prstGeom prst="rect">
            <a:avLst/>
          </a:prstGeom>
          <a:solidFill>
            <a:srgbClr val="C3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5EAA4-CCDE-83D9-4EA7-FBA1A4DC2804}"/>
              </a:ext>
            </a:extLst>
          </p:cNvPr>
          <p:cNvSpPr/>
          <p:nvPr userDrawn="1"/>
        </p:nvSpPr>
        <p:spPr>
          <a:xfrm>
            <a:off x="1214968" y="3373965"/>
            <a:ext cx="5666192" cy="1302871"/>
          </a:xfrm>
          <a:prstGeom prst="rect">
            <a:avLst/>
          </a:prstGeom>
          <a:solidFill>
            <a:srgbClr val="0074F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1427C9F0-B38B-E2F1-50FE-F3C40CB859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108" y="728447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5084345D-9C9D-D35C-53A3-640B1F5E7C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1108" y="2150001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9C13E597-6CFC-C74E-29D3-473E0299CA8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1108" y="3617324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8C7B1995-8FA4-DAE5-EF5C-DE4769B13B2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21108" y="5080000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B36A9C-4E3A-CAAE-316A-E2B0D8D0622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607C3-23F8-3382-771B-2EA8542D1FB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10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7B4609-4E1B-22CD-5A75-825DE5F0D4D4}"/>
              </a:ext>
            </a:extLst>
          </p:cNvPr>
          <p:cNvSpPr/>
          <p:nvPr userDrawn="1"/>
        </p:nvSpPr>
        <p:spPr>
          <a:xfrm>
            <a:off x="-90137" y="0"/>
            <a:ext cx="5712004" cy="6884928"/>
          </a:xfrm>
          <a:prstGeom prst="rect">
            <a:avLst/>
          </a:prstGeom>
          <a:solidFill>
            <a:srgbClr val="007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DE675-777A-5364-806C-482239DE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090" y="705569"/>
            <a:ext cx="3923844" cy="1817497"/>
          </a:xfrm>
        </p:spPr>
        <p:txBody>
          <a:bodyPr lIns="0" tIns="0" rIns="0" bIns="0">
            <a:noAutofit/>
          </a:bodyPr>
          <a:lstStyle>
            <a:lvl1pPr>
              <a:defRPr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EB0FD5-4F5C-6147-5FB2-F907263AE5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9090" y="2675466"/>
            <a:ext cx="3923844" cy="3345505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9747AC6-97FB-B76B-CB0D-2501E86D91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0DD95F-BC70-4BD1-7A1C-0B858EB4BA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EC0F4492-8746-C4EE-AD43-F20C46D44B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621867" y="-12699"/>
            <a:ext cx="6570133" cy="6870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9E0831D-FAB5-3428-4986-9B9F418E5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236" y="6234693"/>
            <a:ext cx="3906227" cy="43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584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-up of solar panels&#10;&#10;Description automatically generated">
            <a:extLst>
              <a:ext uri="{FF2B5EF4-FFF2-40B4-BE49-F238E27FC236}">
                <a16:creationId xmlns:a16="http://schemas.microsoft.com/office/drawing/2014/main" id="{2C747AE0-5664-BACC-1F2E-733ADAB9A8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59"/>
          <a:stretch/>
        </p:blipFill>
        <p:spPr>
          <a:xfrm>
            <a:off x="0" y="-1"/>
            <a:ext cx="12192000" cy="685352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0794CA9-EA73-8202-DE44-DD9B7E628813}"/>
              </a:ext>
            </a:extLst>
          </p:cNvPr>
          <p:cNvSpPr/>
          <p:nvPr userDrawn="1"/>
        </p:nvSpPr>
        <p:spPr>
          <a:xfrm>
            <a:off x="1418861" y="0"/>
            <a:ext cx="6065673" cy="6884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DE675-777A-5364-806C-482239DE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700" y="705569"/>
            <a:ext cx="5228632" cy="1325563"/>
          </a:xfrm>
        </p:spPr>
        <p:txBody>
          <a:bodyPr lIns="0" tIns="0" rIns="0" bIns="0">
            <a:noAutofit/>
          </a:bodyPr>
          <a:lstStyle>
            <a:lvl1pPr>
              <a:defRPr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EB0FD5-4F5C-6147-5FB2-F907263AE5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67698" y="2273255"/>
            <a:ext cx="5228631" cy="3747717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9747AC6-97FB-B76B-CB0D-2501E86D91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0DD95F-BC70-4BD1-7A1C-0B858EB4BA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7E132D-12EB-A009-0F1E-A9D4501C0217}"/>
              </a:ext>
            </a:extLst>
          </p:cNvPr>
          <p:cNvGrpSpPr/>
          <p:nvPr userDrawn="1"/>
        </p:nvGrpSpPr>
        <p:grpSpPr>
          <a:xfrm>
            <a:off x="1418861" y="4480"/>
            <a:ext cx="6076887" cy="211224"/>
            <a:chOff x="907366" y="3359"/>
            <a:chExt cx="3717973" cy="26269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FBA1F6-5E02-0CAB-E984-96CB90F21609}"/>
                </a:ext>
              </a:extLst>
            </p:cNvPr>
            <p:cNvSpPr/>
            <p:nvPr/>
          </p:nvSpPr>
          <p:spPr>
            <a:xfrm rot="10800000">
              <a:off x="3386015" y="3359"/>
              <a:ext cx="1239324" cy="262699"/>
            </a:xfrm>
            <a:custGeom>
              <a:avLst/>
              <a:gdLst>
                <a:gd name="connsiteX0" fmla="*/ 0 w 1239324"/>
                <a:gd name="connsiteY0" fmla="*/ 0 h 262699"/>
                <a:gd name="connsiteX1" fmla="*/ 1239325 w 1239324"/>
                <a:gd name="connsiteY1" fmla="*/ 0 h 262699"/>
                <a:gd name="connsiteX2" fmla="*/ 1239325 w 1239324"/>
                <a:gd name="connsiteY2" fmla="*/ 262700 h 262699"/>
                <a:gd name="connsiteX3" fmla="*/ 0 w 1239324"/>
                <a:gd name="connsiteY3" fmla="*/ 262700 h 26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9324" h="262699">
                  <a:moveTo>
                    <a:pt x="0" y="0"/>
                  </a:moveTo>
                  <a:lnTo>
                    <a:pt x="1239325" y="0"/>
                  </a:lnTo>
                  <a:lnTo>
                    <a:pt x="1239325" y="262700"/>
                  </a:lnTo>
                  <a:lnTo>
                    <a:pt x="0" y="262700"/>
                  </a:lnTo>
                  <a:close/>
                </a:path>
              </a:pathLst>
            </a:custGeom>
            <a:solidFill>
              <a:srgbClr val="30BF2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C7B1EF4-60AE-95F3-EE0E-8EE53F50AE42}"/>
                </a:ext>
              </a:extLst>
            </p:cNvPr>
            <p:cNvSpPr/>
            <p:nvPr/>
          </p:nvSpPr>
          <p:spPr>
            <a:xfrm rot="10800000">
              <a:off x="2146690" y="3359"/>
              <a:ext cx="1239324" cy="262699"/>
            </a:xfrm>
            <a:custGeom>
              <a:avLst/>
              <a:gdLst>
                <a:gd name="connsiteX0" fmla="*/ 0 w 1239324"/>
                <a:gd name="connsiteY0" fmla="*/ 0 h 262699"/>
                <a:gd name="connsiteX1" fmla="*/ 1239325 w 1239324"/>
                <a:gd name="connsiteY1" fmla="*/ 0 h 262699"/>
                <a:gd name="connsiteX2" fmla="*/ 1239325 w 1239324"/>
                <a:gd name="connsiteY2" fmla="*/ 262700 h 262699"/>
                <a:gd name="connsiteX3" fmla="*/ 0 w 1239324"/>
                <a:gd name="connsiteY3" fmla="*/ 262700 h 26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9324" h="262699">
                  <a:moveTo>
                    <a:pt x="0" y="0"/>
                  </a:moveTo>
                  <a:lnTo>
                    <a:pt x="1239325" y="0"/>
                  </a:lnTo>
                  <a:lnTo>
                    <a:pt x="1239325" y="262700"/>
                  </a:lnTo>
                  <a:lnTo>
                    <a:pt x="0" y="262700"/>
                  </a:lnTo>
                  <a:close/>
                </a:path>
              </a:pathLst>
            </a:custGeom>
            <a:solidFill>
              <a:srgbClr val="0074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4B38A79-DBEB-69E5-AF9D-30CCA3CBB643}"/>
                </a:ext>
              </a:extLst>
            </p:cNvPr>
            <p:cNvSpPr/>
            <p:nvPr/>
          </p:nvSpPr>
          <p:spPr>
            <a:xfrm rot="10800000">
              <a:off x="907366" y="3359"/>
              <a:ext cx="1239324" cy="262699"/>
            </a:xfrm>
            <a:custGeom>
              <a:avLst/>
              <a:gdLst>
                <a:gd name="connsiteX0" fmla="*/ 0 w 1239324"/>
                <a:gd name="connsiteY0" fmla="*/ 0 h 262699"/>
                <a:gd name="connsiteX1" fmla="*/ 1239325 w 1239324"/>
                <a:gd name="connsiteY1" fmla="*/ 0 h 262699"/>
                <a:gd name="connsiteX2" fmla="*/ 1239325 w 1239324"/>
                <a:gd name="connsiteY2" fmla="*/ 262700 h 262699"/>
                <a:gd name="connsiteX3" fmla="*/ 0 w 1239324"/>
                <a:gd name="connsiteY3" fmla="*/ 262700 h 26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9324" h="262699">
                  <a:moveTo>
                    <a:pt x="0" y="0"/>
                  </a:moveTo>
                  <a:lnTo>
                    <a:pt x="1239325" y="0"/>
                  </a:lnTo>
                  <a:lnTo>
                    <a:pt x="1239325" y="262700"/>
                  </a:lnTo>
                  <a:lnTo>
                    <a:pt x="0" y="262700"/>
                  </a:lnTo>
                  <a:close/>
                </a:path>
              </a:pathLst>
            </a:custGeom>
            <a:solidFill>
              <a:srgbClr val="0200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03515825-4927-4B18-F0D7-85B7CBF145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236" y="6263096"/>
            <a:ext cx="3906227" cy="43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2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9C58D55-8959-EC9E-0D44-1AEE0283F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0" y="0"/>
            <a:ext cx="67056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5B3C546-84E1-AB0F-4F9E-5063012C2A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45" y="371386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00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9C58D55-8959-EC9E-0D44-1AEE0283F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0" y="0"/>
            <a:ext cx="67056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E9F4F13-A4D2-3FD7-BDCC-95CFD60801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05" y="459734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801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- four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9C58D55-8959-EC9E-0D44-1AEE0283F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1" y="-16933"/>
            <a:ext cx="3352799" cy="3429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35567ED7-AAC6-C719-1356-73DEFE9FF3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39201" y="-16933"/>
            <a:ext cx="3352799" cy="3429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F7A9F3BC-9707-FD8F-A922-9F6384A573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2" y="3417767"/>
            <a:ext cx="3352799" cy="3429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ACEE794C-51F9-2664-470C-D3FFBEF7E96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9202" y="3417767"/>
            <a:ext cx="3352799" cy="3429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B277E346-E12E-A30F-B22D-5AD5FEC32A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1" y="707109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04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0F45841-CD9D-34BD-7031-0B1315BC6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r="26027"/>
          <a:stretch/>
        </p:blipFill>
        <p:spPr>
          <a:xfrm>
            <a:off x="5464298" y="0"/>
            <a:ext cx="672770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B79BC14-5BD5-20BD-BF0F-011F9C1A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2984121"/>
            <a:ext cx="6705600" cy="387387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F95FE6C-E1A4-38E8-426A-F68C4CB149B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91" y="318378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5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0F45841-CD9D-34BD-7031-0B1315BC6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r="26027"/>
          <a:stretch/>
        </p:blipFill>
        <p:spPr>
          <a:xfrm>
            <a:off x="5464298" y="0"/>
            <a:ext cx="672770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B79BC14-5BD5-20BD-BF0F-011F9C1A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2984121"/>
            <a:ext cx="6705600" cy="387387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A72ED64F-C953-C5AE-8431-59ADE2C388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53" y="406725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79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7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0F45841-CD9D-34BD-7031-0B1315BC6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r="26027"/>
          <a:stretch/>
        </p:blipFill>
        <p:spPr>
          <a:xfrm>
            <a:off x="5464298" y="0"/>
            <a:ext cx="672770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B79BC14-5BD5-20BD-BF0F-011F9C1A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2984121"/>
            <a:ext cx="6705600" cy="387387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815E3C81-1E2E-7B24-059D-66527696AD5F}"/>
              </a:ext>
            </a:extLst>
          </p:cNvPr>
          <p:cNvSpPr/>
          <p:nvPr/>
        </p:nvSpPr>
        <p:spPr>
          <a:xfrm rot="10800000" flipH="1">
            <a:off x="5913221" y="-985"/>
            <a:ext cx="6278779" cy="3872404"/>
          </a:xfrm>
          <a:custGeom>
            <a:avLst/>
            <a:gdLst>
              <a:gd name="connsiteX0" fmla="*/ 0 w 5030384"/>
              <a:gd name="connsiteY0" fmla="*/ 2904304 h 2904303"/>
              <a:gd name="connsiteX1" fmla="*/ 5030385 w 5030384"/>
              <a:gd name="connsiteY1" fmla="*/ 0 h 2904303"/>
              <a:gd name="connsiteX2" fmla="*/ 5030385 w 5030384"/>
              <a:gd name="connsiteY2" fmla="*/ 2904304 h 2904303"/>
              <a:gd name="connsiteX3" fmla="*/ 0 w 5030384"/>
              <a:gd name="connsiteY3" fmla="*/ 2904304 h 2904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384" h="2904303">
                <a:moveTo>
                  <a:pt x="0" y="2904304"/>
                </a:moveTo>
                <a:lnTo>
                  <a:pt x="5030385" y="0"/>
                </a:lnTo>
                <a:lnTo>
                  <a:pt x="5030385" y="2904304"/>
                </a:lnTo>
                <a:lnTo>
                  <a:pt x="0" y="2904304"/>
                </a:lnTo>
                <a:close/>
              </a:path>
            </a:pathLst>
          </a:custGeom>
          <a:solidFill>
            <a:schemeClr val="accent3">
              <a:alpha val="72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D2302B-FE1A-6805-D604-9DF124A580CF}"/>
              </a:ext>
            </a:extLst>
          </p:cNvPr>
          <p:cNvGrpSpPr/>
          <p:nvPr userDrawn="1"/>
        </p:nvGrpSpPr>
        <p:grpSpPr>
          <a:xfrm>
            <a:off x="5508503" y="-982"/>
            <a:ext cx="6683496" cy="4105340"/>
            <a:chOff x="4098223" y="-21101"/>
            <a:chExt cx="5032258" cy="309106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D2E1423-5FB5-BF59-E36C-78EE7EB6FB34}"/>
                </a:ext>
              </a:extLst>
            </p:cNvPr>
            <p:cNvSpPr/>
            <p:nvPr/>
          </p:nvSpPr>
          <p:spPr>
            <a:xfrm>
              <a:off x="4098223" y="-21101"/>
              <a:ext cx="1786533" cy="1029256"/>
            </a:xfrm>
            <a:custGeom>
              <a:avLst/>
              <a:gdLst>
                <a:gd name="connsiteX0" fmla="*/ 1786533 w 1786533"/>
                <a:gd name="connsiteY0" fmla="*/ 848527 h 1029256"/>
                <a:gd name="connsiteX1" fmla="*/ 1675569 w 1786533"/>
                <a:gd name="connsiteY1" fmla="*/ 1029256 h 1029256"/>
                <a:gd name="connsiteX2" fmla="*/ 1633726 w 1786533"/>
                <a:gd name="connsiteY2" fmla="*/ 1003587 h 1029256"/>
                <a:gd name="connsiteX3" fmla="*/ 703927 w 1786533"/>
                <a:gd name="connsiteY3" fmla="*/ 432431 h 1029256"/>
                <a:gd name="connsiteX4" fmla="*/ 662084 w 1786533"/>
                <a:gd name="connsiteY4" fmla="*/ 406681 h 1029256"/>
                <a:gd name="connsiteX5" fmla="*/ 0 w 1786533"/>
                <a:gd name="connsiteY5" fmla="*/ 0 h 1029256"/>
                <a:gd name="connsiteX6" fmla="*/ 405152 w 1786533"/>
                <a:gd name="connsiteY6" fmla="*/ 0 h 1029256"/>
                <a:gd name="connsiteX7" fmla="*/ 773129 w 1786533"/>
                <a:gd name="connsiteY7" fmla="*/ 226032 h 1029256"/>
                <a:gd name="connsiteX8" fmla="*/ 814892 w 1786533"/>
                <a:gd name="connsiteY8" fmla="*/ 251701 h 1029256"/>
                <a:gd name="connsiteX9" fmla="*/ 1744771 w 1786533"/>
                <a:gd name="connsiteY9" fmla="*/ 822858 h 1029256"/>
                <a:gd name="connsiteX10" fmla="*/ 1786533 w 1786533"/>
                <a:gd name="connsiteY10" fmla="*/ 848527 h 1029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86533" h="1029256">
                  <a:moveTo>
                    <a:pt x="1786533" y="848527"/>
                  </a:moveTo>
                  <a:lnTo>
                    <a:pt x="1675569" y="1029256"/>
                  </a:lnTo>
                  <a:lnTo>
                    <a:pt x="1633726" y="1003587"/>
                  </a:lnTo>
                  <a:lnTo>
                    <a:pt x="703927" y="432431"/>
                  </a:lnTo>
                  <a:lnTo>
                    <a:pt x="662084" y="406681"/>
                  </a:lnTo>
                  <a:lnTo>
                    <a:pt x="0" y="0"/>
                  </a:lnTo>
                  <a:lnTo>
                    <a:pt x="405152" y="0"/>
                  </a:lnTo>
                  <a:lnTo>
                    <a:pt x="773129" y="226032"/>
                  </a:lnTo>
                  <a:lnTo>
                    <a:pt x="814892" y="251701"/>
                  </a:lnTo>
                  <a:lnTo>
                    <a:pt x="1744771" y="822858"/>
                  </a:lnTo>
                  <a:lnTo>
                    <a:pt x="1786533" y="848527"/>
                  </a:lnTo>
                  <a:close/>
                </a:path>
              </a:pathLst>
            </a:custGeom>
            <a:solidFill>
              <a:srgbClr val="69BE2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53D27E3-39FE-9F06-96BF-D9E1787ABEB2}"/>
                </a:ext>
              </a:extLst>
            </p:cNvPr>
            <p:cNvSpPr/>
            <p:nvPr/>
          </p:nvSpPr>
          <p:spPr>
            <a:xfrm>
              <a:off x="5731948" y="801756"/>
              <a:ext cx="2096090" cy="1400049"/>
            </a:xfrm>
            <a:custGeom>
              <a:avLst/>
              <a:gdLst>
                <a:gd name="connsiteX0" fmla="*/ 2096090 w 2096090"/>
                <a:gd name="connsiteY0" fmla="*/ 1219320 h 1400049"/>
                <a:gd name="connsiteX1" fmla="*/ 1985126 w 2096090"/>
                <a:gd name="connsiteY1" fmla="*/ 1400049 h 1400049"/>
                <a:gd name="connsiteX2" fmla="*/ 1013485 w 2096090"/>
                <a:gd name="connsiteY2" fmla="*/ 803224 h 1400049"/>
                <a:gd name="connsiteX3" fmla="*/ 971642 w 2096090"/>
                <a:gd name="connsiteY3" fmla="*/ 777555 h 1400049"/>
                <a:gd name="connsiteX4" fmla="*/ 0 w 2096090"/>
                <a:gd name="connsiteY4" fmla="*/ 180729 h 1400049"/>
                <a:gd name="connsiteX5" fmla="*/ 111045 w 2096090"/>
                <a:gd name="connsiteY5" fmla="*/ 0 h 1400049"/>
                <a:gd name="connsiteX6" fmla="*/ 1082686 w 2096090"/>
                <a:gd name="connsiteY6" fmla="*/ 596825 h 1400049"/>
                <a:gd name="connsiteX7" fmla="*/ 1124449 w 2096090"/>
                <a:gd name="connsiteY7" fmla="*/ 622494 h 1400049"/>
                <a:gd name="connsiteX8" fmla="*/ 2096090 w 2096090"/>
                <a:gd name="connsiteY8" fmla="*/ 1219320 h 1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6090" h="1400049">
                  <a:moveTo>
                    <a:pt x="2096090" y="1219320"/>
                  </a:moveTo>
                  <a:lnTo>
                    <a:pt x="1985126" y="1400049"/>
                  </a:lnTo>
                  <a:lnTo>
                    <a:pt x="1013485" y="803224"/>
                  </a:lnTo>
                  <a:lnTo>
                    <a:pt x="971642" y="777555"/>
                  </a:lnTo>
                  <a:lnTo>
                    <a:pt x="0" y="180729"/>
                  </a:lnTo>
                  <a:lnTo>
                    <a:pt x="111045" y="0"/>
                  </a:lnTo>
                  <a:lnTo>
                    <a:pt x="1082686" y="596825"/>
                  </a:lnTo>
                  <a:lnTo>
                    <a:pt x="1124449" y="622494"/>
                  </a:lnTo>
                  <a:lnTo>
                    <a:pt x="2096090" y="121932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0C5479-1366-5FC5-258D-B3E1826BA59A}"/>
                </a:ext>
              </a:extLst>
            </p:cNvPr>
            <p:cNvSpPr/>
            <p:nvPr/>
          </p:nvSpPr>
          <p:spPr>
            <a:xfrm>
              <a:off x="7675232" y="1995407"/>
              <a:ext cx="1455249" cy="1074559"/>
            </a:xfrm>
            <a:custGeom>
              <a:avLst/>
              <a:gdLst>
                <a:gd name="connsiteX0" fmla="*/ 1455250 w 1455249"/>
                <a:gd name="connsiteY0" fmla="*/ 825674 h 1074559"/>
                <a:gd name="connsiteX1" fmla="*/ 1455250 w 1455249"/>
                <a:gd name="connsiteY1" fmla="*/ 1074559 h 1074559"/>
                <a:gd name="connsiteX2" fmla="*/ 1013484 w 1455249"/>
                <a:gd name="connsiteY2" fmla="*/ 803224 h 1074559"/>
                <a:gd name="connsiteX3" fmla="*/ 971642 w 1455249"/>
                <a:gd name="connsiteY3" fmla="*/ 777555 h 1074559"/>
                <a:gd name="connsiteX4" fmla="*/ 41843 w 1455249"/>
                <a:gd name="connsiteY4" fmla="*/ 206398 h 1074559"/>
                <a:gd name="connsiteX5" fmla="*/ 0 w 1455249"/>
                <a:gd name="connsiteY5" fmla="*/ 180729 h 1074559"/>
                <a:gd name="connsiteX6" fmla="*/ 111045 w 1455249"/>
                <a:gd name="connsiteY6" fmla="*/ 0 h 1074559"/>
                <a:gd name="connsiteX7" fmla="*/ 152807 w 1455249"/>
                <a:gd name="connsiteY7" fmla="*/ 25669 h 1074559"/>
                <a:gd name="connsiteX8" fmla="*/ 1082687 w 1455249"/>
                <a:gd name="connsiteY8" fmla="*/ 596825 h 1074559"/>
                <a:gd name="connsiteX9" fmla="*/ 1124449 w 1455249"/>
                <a:gd name="connsiteY9" fmla="*/ 622494 h 1074559"/>
                <a:gd name="connsiteX10" fmla="*/ 1455250 w 1455249"/>
                <a:gd name="connsiteY10" fmla="*/ 825674 h 10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55249" h="1074559">
                  <a:moveTo>
                    <a:pt x="1455250" y="825674"/>
                  </a:moveTo>
                  <a:lnTo>
                    <a:pt x="1455250" y="1074559"/>
                  </a:lnTo>
                  <a:lnTo>
                    <a:pt x="1013484" y="803224"/>
                  </a:lnTo>
                  <a:lnTo>
                    <a:pt x="971642" y="777555"/>
                  </a:lnTo>
                  <a:lnTo>
                    <a:pt x="41843" y="206398"/>
                  </a:lnTo>
                  <a:lnTo>
                    <a:pt x="0" y="180729"/>
                  </a:lnTo>
                  <a:lnTo>
                    <a:pt x="111045" y="0"/>
                  </a:lnTo>
                  <a:lnTo>
                    <a:pt x="152807" y="25669"/>
                  </a:lnTo>
                  <a:lnTo>
                    <a:pt x="1082687" y="596825"/>
                  </a:lnTo>
                  <a:lnTo>
                    <a:pt x="1124449" y="622494"/>
                  </a:lnTo>
                  <a:lnTo>
                    <a:pt x="1455250" y="825674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412A90A1-1C2C-0623-8F68-2A050F88219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53" y="256534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87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8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0F45841-CD9D-34BD-7031-0B1315BC6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r="26027"/>
          <a:stretch/>
        </p:blipFill>
        <p:spPr>
          <a:xfrm>
            <a:off x="5464298" y="0"/>
            <a:ext cx="672770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B79BC14-5BD5-20BD-BF0F-011F9C1A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2984121"/>
            <a:ext cx="6705600" cy="387387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815E3C81-1E2E-7B24-059D-66527696AD5F}"/>
              </a:ext>
            </a:extLst>
          </p:cNvPr>
          <p:cNvSpPr/>
          <p:nvPr/>
        </p:nvSpPr>
        <p:spPr>
          <a:xfrm rot="10800000" flipH="1">
            <a:off x="5913221" y="-985"/>
            <a:ext cx="6278779" cy="3872404"/>
          </a:xfrm>
          <a:custGeom>
            <a:avLst/>
            <a:gdLst>
              <a:gd name="connsiteX0" fmla="*/ 0 w 5030384"/>
              <a:gd name="connsiteY0" fmla="*/ 2904304 h 2904303"/>
              <a:gd name="connsiteX1" fmla="*/ 5030385 w 5030384"/>
              <a:gd name="connsiteY1" fmla="*/ 0 h 2904303"/>
              <a:gd name="connsiteX2" fmla="*/ 5030385 w 5030384"/>
              <a:gd name="connsiteY2" fmla="*/ 2904304 h 2904303"/>
              <a:gd name="connsiteX3" fmla="*/ 0 w 5030384"/>
              <a:gd name="connsiteY3" fmla="*/ 2904304 h 2904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384" h="2904303">
                <a:moveTo>
                  <a:pt x="0" y="2904304"/>
                </a:moveTo>
                <a:lnTo>
                  <a:pt x="5030385" y="0"/>
                </a:lnTo>
                <a:lnTo>
                  <a:pt x="5030385" y="2904304"/>
                </a:lnTo>
                <a:lnTo>
                  <a:pt x="0" y="2904304"/>
                </a:lnTo>
                <a:close/>
              </a:path>
            </a:pathLst>
          </a:custGeom>
          <a:solidFill>
            <a:schemeClr val="accent3">
              <a:alpha val="72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D2302B-FE1A-6805-D604-9DF124A580CF}"/>
              </a:ext>
            </a:extLst>
          </p:cNvPr>
          <p:cNvGrpSpPr/>
          <p:nvPr userDrawn="1"/>
        </p:nvGrpSpPr>
        <p:grpSpPr>
          <a:xfrm>
            <a:off x="5508503" y="-982"/>
            <a:ext cx="6683496" cy="4105340"/>
            <a:chOff x="4098223" y="-21101"/>
            <a:chExt cx="5032258" cy="309106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D2E1423-5FB5-BF59-E36C-78EE7EB6FB34}"/>
                </a:ext>
              </a:extLst>
            </p:cNvPr>
            <p:cNvSpPr/>
            <p:nvPr/>
          </p:nvSpPr>
          <p:spPr>
            <a:xfrm>
              <a:off x="4098223" y="-21101"/>
              <a:ext cx="1786533" cy="1029256"/>
            </a:xfrm>
            <a:custGeom>
              <a:avLst/>
              <a:gdLst>
                <a:gd name="connsiteX0" fmla="*/ 1786533 w 1786533"/>
                <a:gd name="connsiteY0" fmla="*/ 848527 h 1029256"/>
                <a:gd name="connsiteX1" fmla="*/ 1675569 w 1786533"/>
                <a:gd name="connsiteY1" fmla="*/ 1029256 h 1029256"/>
                <a:gd name="connsiteX2" fmla="*/ 1633726 w 1786533"/>
                <a:gd name="connsiteY2" fmla="*/ 1003587 h 1029256"/>
                <a:gd name="connsiteX3" fmla="*/ 703927 w 1786533"/>
                <a:gd name="connsiteY3" fmla="*/ 432431 h 1029256"/>
                <a:gd name="connsiteX4" fmla="*/ 662084 w 1786533"/>
                <a:gd name="connsiteY4" fmla="*/ 406681 h 1029256"/>
                <a:gd name="connsiteX5" fmla="*/ 0 w 1786533"/>
                <a:gd name="connsiteY5" fmla="*/ 0 h 1029256"/>
                <a:gd name="connsiteX6" fmla="*/ 405152 w 1786533"/>
                <a:gd name="connsiteY6" fmla="*/ 0 h 1029256"/>
                <a:gd name="connsiteX7" fmla="*/ 773129 w 1786533"/>
                <a:gd name="connsiteY7" fmla="*/ 226032 h 1029256"/>
                <a:gd name="connsiteX8" fmla="*/ 814892 w 1786533"/>
                <a:gd name="connsiteY8" fmla="*/ 251701 h 1029256"/>
                <a:gd name="connsiteX9" fmla="*/ 1744771 w 1786533"/>
                <a:gd name="connsiteY9" fmla="*/ 822858 h 1029256"/>
                <a:gd name="connsiteX10" fmla="*/ 1786533 w 1786533"/>
                <a:gd name="connsiteY10" fmla="*/ 848527 h 1029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86533" h="1029256">
                  <a:moveTo>
                    <a:pt x="1786533" y="848527"/>
                  </a:moveTo>
                  <a:lnTo>
                    <a:pt x="1675569" y="1029256"/>
                  </a:lnTo>
                  <a:lnTo>
                    <a:pt x="1633726" y="1003587"/>
                  </a:lnTo>
                  <a:lnTo>
                    <a:pt x="703927" y="432431"/>
                  </a:lnTo>
                  <a:lnTo>
                    <a:pt x="662084" y="406681"/>
                  </a:lnTo>
                  <a:lnTo>
                    <a:pt x="0" y="0"/>
                  </a:lnTo>
                  <a:lnTo>
                    <a:pt x="405152" y="0"/>
                  </a:lnTo>
                  <a:lnTo>
                    <a:pt x="773129" y="226032"/>
                  </a:lnTo>
                  <a:lnTo>
                    <a:pt x="814892" y="251701"/>
                  </a:lnTo>
                  <a:lnTo>
                    <a:pt x="1744771" y="822858"/>
                  </a:lnTo>
                  <a:lnTo>
                    <a:pt x="1786533" y="848527"/>
                  </a:lnTo>
                  <a:close/>
                </a:path>
              </a:pathLst>
            </a:custGeom>
            <a:solidFill>
              <a:srgbClr val="69BE2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53D27E3-39FE-9F06-96BF-D9E1787ABEB2}"/>
                </a:ext>
              </a:extLst>
            </p:cNvPr>
            <p:cNvSpPr/>
            <p:nvPr/>
          </p:nvSpPr>
          <p:spPr>
            <a:xfrm>
              <a:off x="5731948" y="801756"/>
              <a:ext cx="2096090" cy="1400049"/>
            </a:xfrm>
            <a:custGeom>
              <a:avLst/>
              <a:gdLst>
                <a:gd name="connsiteX0" fmla="*/ 2096090 w 2096090"/>
                <a:gd name="connsiteY0" fmla="*/ 1219320 h 1400049"/>
                <a:gd name="connsiteX1" fmla="*/ 1985126 w 2096090"/>
                <a:gd name="connsiteY1" fmla="*/ 1400049 h 1400049"/>
                <a:gd name="connsiteX2" fmla="*/ 1013485 w 2096090"/>
                <a:gd name="connsiteY2" fmla="*/ 803224 h 1400049"/>
                <a:gd name="connsiteX3" fmla="*/ 971642 w 2096090"/>
                <a:gd name="connsiteY3" fmla="*/ 777555 h 1400049"/>
                <a:gd name="connsiteX4" fmla="*/ 0 w 2096090"/>
                <a:gd name="connsiteY4" fmla="*/ 180729 h 1400049"/>
                <a:gd name="connsiteX5" fmla="*/ 111045 w 2096090"/>
                <a:gd name="connsiteY5" fmla="*/ 0 h 1400049"/>
                <a:gd name="connsiteX6" fmla="*/ 1082686 w 2096090"/>
                <a:gd name="connsiteY6" fmla="*/ 596825 h 1400049"/>
                <a:gd name="connsiteX7" fmla="*/ 1124449 w 2096090"/>
                <a:gd name="connsiteY7" fmla="*/ 622494 h 1400049"/>
                <a:gd name="connsiteX8" fmla="*/ 2096090 w 2096090"/>
                <a:gd name="connsiteY8" fmla="*/ 1219320 h 1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6090" h="1400049">
                  <a:moveTo>
                    <a:pt x="2096090" y="1219320"/>
                  </a:moveTo>
                  <a:lnTo>
                    <a:pt x="1985126" y="1400049"/>
                  </a:lnTo>
                  <a:lnTo>
                    <a:pt x="1013485" y="803224"/>
                  </a:lnTo>
                  <a:lnTo>
                    <a:pt x="971642" y="777555"/>
                  </a:lnTo>
                  <a:lnTo>
                    <a:pt x="0" y="180729"/>
                  </a:lnTo>
                  <a:lnTo>
                    <a:pt x="111045" y="0"/>
                  </a:lnTo>
                  <a:lnTo>
                    <a:pt x="1082686" y="596825"/>
                  </a:lnTo>
                  <a:lnTo>
                    <a:pt x="1124449" y="622494"/>
                  </a:lnTo>
                  <a:lnTo>
                    <a:pt x="2096090" y="121932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0C5479-1366-5FC5-258D-B3E1826BA59A}"/>
                </a:ext>
              </a:extLst>
            </p:cNvPr>
            <p:cNvSpPr/>
            <p:nvPr/>
          </p:nvSpPr>
          <p:spPr>
            <a:xfrm>
              <a:off x="7675232" y="1995407"/>
              <a:ext cx="1455249" cy="1074559"/>
            </a:xfrm>
            <a:custGeom>
              <a:avLst/>
              <a:gdLst>
                <a:gd name="connsiteX0" fmla="*/ 1455250 w 1455249"/>
                <a:gd name="connsiteY0" fmla="*/ 825674 h 1074559"/>
                <a:gd name="connsiteX1" fmla="*/ 1455250 w 1455249"/>
                <a:gd name="connsiteY1" fmla="*/ 1074559 h 1074559"/>
                <a:gd name="connsiteX2" fmla="*/ 1013484 w 1455249"/>
                <a:gd name="connsiteY2" fmla="*/ 803224 h 1074559"/>
                <a:gd name="connsiteX3" fmla="*/ 971642 w 1455249"/>
                <a:gd name="connsiteY3" fmla="*/ 777555 h 1074559"/>
                <a:gd name="connsiteX4" fmla="*/ 41843 w 1455249"/>
                <a:gd name="connsiteY4" fmla="*/ 206398 h 1074559"/>
                <a:gd name="connsiteX5" fmla="*/ 0 w 1455249"/>
                <a:gd name="connsiteY5" fmla="*/ 180729 h 1074559"/>
                <a:gd name="connsiteX6" fmla="*/ 111045 w 1455249"/>
                <a:gd name="connsiteY6" fmla="*/ 0 h 1074559"/>
                <a:gd name="connsiteX7" fmla="*/ 152807 w 1455249"/>
                <a:gd name="connsiteY7" fmla="*/ 25669 h 1074559"/>
                <a:gd name="connsiteX8" fmla="*/ 1082687 w 1455249"/>
                <a:gd name="connsiteY8" fmla="*/ 596825 h 1074559"/>
                <a:gd name="connsiteX9" fmla="*/ 1124449 w 1455249"/>
                <a:gd name="connsiteY9" fmla="*/ 622494 h 1074559"/>
                <a:gd name="connsiteX10" fmla="*/ 1455250 w 1455249"/>
                <a:gd name="connsiteY10" fmla="*/ 825674 h 10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55249" h="1074559">
                  <a:moveTo>
                    <a:pt x="1455250" y="825674"/>
                  </a:moveTo>
                  <a:lnTo>
                    <a:pt x="1455250" y="1074559"/>
                  </a:lnTo>
                  <a:lnTo>
                    <a:pt x="1013484" y="803224"/>
                  </a:lnTo>
                  <a:lnTo>
                    <a:pt x="971642" y="777555"/>
                  </a:lnTo>
                  <a:lnTo>
                    <a:pt x="41843" y="206398"/>
                  </a:lnTo>
                  <a:lnTo>
                    <a:pt x="0" y="180729"/>
                  </a:lnTo>
                  <a:lnTo>
                    <a:pt x="111045" y="0"/>
                  </a:lnTo>
                  <a:lnTo>
                    <a:pt x="152807" y="25669"/>
                  </a:lnTo>
                  <a:lnTo>
                    <a:pt x="1082687" y="596825"/>
                  </a:lnTo>
                  <a:lnTo>
                    <a:pt x="1124449" y="622494"/>
                  </a:lnTo>
                  <a:lnTo>
                    <a:pt x="1455250" y="825674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E7E9169-F458-D3B2-9AD3-8598926DD17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58" y="415561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73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9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0F45841-CD9D-34BD-7031-0B1315BC6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r="26027"/>
          <a:stretch/>
        </p:blipFill>
        <p:spPr>
          <a:xfrm>
            <a:off x="5464298" y="0"/>
            <a:ext cx="672770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Graphic 4">
            <a:extLst>
              <a:ext uri="{FF2B5EF4-FFF2-40B4-BE49-F238E27FC236}">
                <a16:creationId xmlns:a16="http://schemas.microsoft.com/office/drawing/2014/main" id="{BE392530-8612-530F-20D2-E6C76AD40088}"/>
              </a:ext>
            </a:extLst>
          </p:cNvPr>
          <p:cNvSpPr/>
          <p:nvPr/>
        </p:nvSpPr>
        <p:spPr>
          <a:xfrm>
            <a:off x="8923863" y="1"/>
            <a:ext cx="3266619" cy="3187052"/>
          </a:xfrm>
          <a:custGeom>
            <a:avLst/>
            <a:gdLst>
              <a:gd name="connsiteX0" fmla="*/ 0 w 2449964"/>
              <a:gd name="connsiteY0" fmla="*/ 0 h 2390289"/>
              <a:gd name="connsiteX1" fmla="*/ 2449964 w 2449964"/>
              <a:gd name="connsiteY1" fmla="*/ 2390289 h 2390289"/>
              <a:gd name="connsiteX2" fmla="*/ 2449964 w 2449964"/>
              <a:gd name="connsiteY2" fmla="*/ 0 h 2390289"/>
              <a:gd name="connsiteX3" fmla="*/ 0 w 2449964"/>
              <a:gd name="connsiteY3" fmla="*/ 0 h 2390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9964" h="2390289">
                <a:moveTo>
                  <a:pt x="0" y="0"/>
                </a:moveTo>
                <a:lnTo>
                  <a:pt x="2449964" y="2390289"/>
                </a:lnTo>
                <a:lnTo>
                  <a:pt x="244996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3000">
                <a:srgbClr val="005B1C"/>
              </a:gs>
              <a:gs pos="53000">
                <a:srgbClr val="1A8B3B"/>
              </a:gs>
              <a:gs pos="81000">
                <a:srgbClr val="5EBF48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404BF72-FEA4-3C17-20E8-208AEE6D0926}"/>
              </a:ext>
            </a:extLst>
          </p:cNvPr>
          <p:cNvGrpSpPr/>
          <p:nvPr userDrawn="1"/>
        </p:nvGrpSpPr>
        <p:grpSpPr>
          <a:xfrm>
            <a:off x="8557138" y="2"/>
            <a:ext cx="3636871" cy="3564708"/>
            <a:chOff x="6417853" y="1"/>
            <a:chExt cx="2727653" cy="2673531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FB6AAF9-6285-D619-160F-F3C1900E886E}"/>
                </a:ext>
              </a:extLst>
            </p:cNvPr>
            <p:cNvSpPr/>
            <p:nvPr/>
          </p:nvSpPr>
          <p:spPr>
            <a:xfrm>
              <a:off x="6417853" y="1"/>
              <a:ext cx="567721" cy="414896"/>
            </a:xfrm>
            <a:custGeom>
              <a:avLst/>
              <a:gdLst>
                <a:gd name="connsiteX0" fmla="*/ 567721 w 567721"/>
                <a:gd name="connsiteY0" fmla="*/ 267494 h 414896"/>
                <a:gd name="connsiteX1" fmla="*/ 423281 w 567721"/>
                <a:gd name="connsiteY1" fmla="*/ 414897 h 414896"/>
                <a:gd name="connsiteX2" fmla="*/ 403349 w 567721"/>
                <a:gd name="connsiteY2" fmla="*/ 395367 h 414896"/>
                <a:gd name="connsiteX3" fmla="*/ 0 w 567721"/>
                <a:gd name="connsiteY3" fmla="*/ 0 h 414896"/>
                <a:gd name="connsiteX4" fmla="*/ 294805 w 567721"/>
                <a:gd name="connsiteY4" fmla="*/ 0 h 414896"/>
                <a:gd name="connsiteX5" fmla="*/ 547790 w 567721"/>
                <a:gd name="connsiteY5" fmla="*/ 247964 h 414896"/>
                <a:gd name="connsiteX6" fmla="*/ 567721 w 567721"/>
                <a:gd name="connsiteY6" fmla="*/ 267494 h 414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7721" h="414896">
                  <a:moveTo>
                    <a:pt x="567721" y="267494"/>
                  </a:moveTo>
                  <a:lnTo>
                    <a:pt x="423281" y="414897"/>
                  </a:lnTo>
                  <a:lnTo>
                    <a:pt x="403349" y="395367"/>
                  </a:lnTo>
                  <a:lnTo>
                    <a:pt x="0" y="0"/>
                  </a:lnTo>
                  <a:lnTo>
                    <a:pt x="294805" y="0"/>
                  </a:lnTo>
                  <a:lnTo>
                    <a:pt x="547790" y="247964"/>
                  </a:lnTo>
                  <a:lnTo>
                    <a:pt x="567721" y="267494"/>
                  </a:lnTo>
                  <a:close/>
                </a:path>
              </a:pathLst>
            </a:custGeom>
            <a:solidFill>
              <a:srgbClr val="62BB4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3C87682-C41D-0213-4CEA-F63B3715BB13}"/>
                </a:ext>
              </a:extLst>
            </p:cNvPr>
            <p:cNvSpPr/>
            <p:nvPr/>
          </p:nvSpPr>
          <p:spPr>
            <a:xfrm rot="18865800">
              <a:off x="7031776" y="220256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00853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21B5A8-2669-D45E-5027-74A57D2BD812}"/>
                </a:ext>
              </a:extLst>
            </p:cNvPr>
            <p:cNvSpPr/>
            <p:nvPr/>
          </p:nvSpPr>
          <p:spPr>
            <a:xfrm rot="18865800">
              <a:off x="7494960" y="674267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005A7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4E7148-CE7D-5E44-6F0C-6241D5DD2DA1}"/>
                </a:ext>
              </a:extLst>
            </p:cNvPr>
            <p:cNvSpPr/>
            <p:nvPr/>
          </p:nvSpPr>
          <p:spPr>
            <a:xfrm rot="18865800">
              <a:off x="7958057" y="1128194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00B5E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3863DC-4730-9C9D-1359-1B84D8AF42F0}"/>
                </a:ext>
              </a:extLst>
            </p:cNvPr>
            <p:cNvSpPr/>
            <p:nvPr/>
          </p:nvSpPr>
          <p:spPr>
            <a:xfrm rot="18865800">
              <a:off x="8421155" y="1582241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F57F2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1C84FDC-1C3D-62AE-EADD-701DBCDA48A4}"/>
                </a:ext>
              </a:extLst>
            </p:cNvPr>
            <p:cNvSpPr/>
            <p:nvPr/>
          </p:nvSpPr>
          <p:spPr>
            <a:xfrm>
              <a:off x="8673727" y="2063739"/>
              <a:ext cx="471779" cy="609793"/>
            </a:xfrm>
            <a:custGeom>
              <a:avLst/>
              <a:gdLst>
                <a:gd name="connsiteX0" fmla="*/ 471779 w 471779"/>
                <a:gd name="connsiteY0" fmla="*/ 320862 h 609793"/>
                <a:gd name="connsiteX1" fmla="*/ 471779 w 471779"/>
                <a:gd name="connsiteY1" fmla="*/ 609794 h 609793"/>
                <a:gd name="connsiteX2" fmla="*/ 19932 w 471779"/>
                <a:gd name="connsiteY2" fmla="*/ 166882 h 609793"/>
                <a:gd name="connsiteX3" fmla="*/ 0 w 471779"/>
                <a:gd name="connsiteY3" fmla="*/ 147353 h 609793"/>
                <a:gd name="connsiteX4" fmla="*/ 144441 w 471779"/>
                <a:gd name="connsiteY4" fmla="*/ 0 h 609793"/>
                <a:gd name="connsiteX5" fmla="*/ 164372 w 471779"/>
                <a:gd name="connsiteY5" fmla="*/ 19530 h 609793"/>
                <a:gd name="connsiteX6" fmla="*/ 471779 w 471779"/>
                <a:gd name="connsiteY6" fmla="*/ 320862 h 609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1779" h="609793">
                  <a:moveTo>
                    <a:pt x="471779" y="320862"/>
                  </a:moveTo>
                  <a:lnTo>
                    <a:pt x="471779" y="609794"/>
                  </a:lnTo>
                  <a:lnTo>
                    <a:pt x="19932" y="166882"/>
                  </a:lnTo>
                  <a:lnTo>
                    <a:pt x="0" y="147353"/>
                  </a:lnTo>
                  <a:lnTo>
                    <a:pt x="144441" y="0"/>
                  </a:lnTo>
                  <a:lnTo>
                    <a:pt x="164372" y="19530"/>
                  </a:lnTo>
                  <a:lnTo>
                    <a:pt x="471779" y="320862"/>
                  </a:lnTo>
                  <a:close/>
                </a:path>
              </a:pathLst>
            </a:custGeom>
            <a:solidFill>
              <a:srgbClr val="FFD6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2DDD519D-C048-6CE2-DD68-D2E6101C08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97" y="309542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3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0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0F45841-CD9D-34BD-7031-0B1315BC6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r="26027"/>
          <a:stretch/>
        </p:blipFill>
        <p:spPr>
          <a:xfrm>
            <a:off x="5464298" y="0"/>
            <a:ext cx="672770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Graphic 4">
            <a:extLst>
              <a:ext uri="{FF2B5EF4-FFF2-40B4-BE49-F238E27FC236}">
                <a16:creationId xmlns:a16="http://schemas.microsoft.com/office/drawing/2014/main" id="{BE392530-8612-530F-20D2-E6C76AD40088}"/>
              </a:ext>
            </a:extLst>
          </p:cNvPr>
          <p:cNvSpPr/>
          <p:nvPr/>
        </p:nvSpPr>
        <p:spPr>
          <a:xfrm>
            <a:off x="8923863" y="1"/>
            <a:ext cx="3266619" cy="3187052"/>
          </a:xfrm>
          <a:custGeom>
            <a:avLst/>
            <a:gdLst>
              <a:gd name="connsiteX0" fmla="*/ 0 w 2449964"/>
              <a:gd name="connsiteY0" fmla="*/ 0 h 2390289"/>
              <a:gd name="connsiteX1" fmla="*/ 2449964 w 2449964"/>
              <a:gd name="connsiteY1" fmla="*/ 2390289 h 2390289"/>
              <a:gd name="connsiteX2" fmla="*/ 2449964 w 2449964"/>
              <a:gd name="connsiteY2" fmla="*/ 0 h 2390289"/>
              <a:gd name="connsiteX3" fmla="*/ 0 w 2449964"/>
              <a:gd name="connsiteY3" fmla="*/ 0 h 2390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9964" h="2390289">
                <a:moveTo>
                  <a:pt x="0" y="0"/>
                </a:moveTo>
                <a:lnTo>
                  <a:pt x="2449964" y="2390289"/>
                </a:lnTo>
                <a:lnTo>
                  <a:pt x="244996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3000">
                <a:srgbClr val="005B1C"/>
              </a:gs>
              <a:gs pos="53000">
                <a:srgbClr val="1A8B3B"/>
              </a:gs>
              <a:gs pos="81000">
                <a:srgbClr val="5EBF48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404BF72-FEA4-3C17-20E8-208AEE6D0926}"/>
              </a:ext>
            </a:extLst>
          </p:cNvPr>
          <p:cNvGrpSpPr/>
          <p:nvPr userDrawn="1"/>
        </p:nvGrpSpPr>
        <p:grpSpPr>
          <a:xfrm>
            <a:off x="8557138" y="2"/>
            <a:ext cx="3636871" cy="3564708"/>
            <a:chOff x="6417853" y="1"/>
            <a:chExt cx="2727653" cy="2673531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FB6AAF9-6285-D619-160F-F3C1900E886E}"/>
                </a:ext>
              </a:extLst>
            </p:cNvPr>
            <p:cNvSpPr/>
            <p:nvPr/>
          </p:nvSpPr>
          <p:spPr>
            <a:xfrm>
              <a:off x="6417853" y="1"/>
              <a:ext cx="567721" cy="414896"/>
            </a:xfrm>
            <a:custGeom>
              <a:avLst/>
              <a:gdLst>
                <a:gd name="connsiteX0" fmla="*/ 567721 w 567721"/>
                <a:gd name="connsiteY0" fmla="*/ 267494 h 414896"/>
                <a:gd name="connsiteX1" fmla="*/ 423281 w 567721"/>
                <a:gd name="connsiteY1" fmla="*/ 414897 h 414896"/>
                <a:gd name="connsiteX2" fmla="*/ 403349 w 567721"/>
                <a:gd name="connsiteY2" fmla="*/ 395367 h 414896"/>
                <a:gd name="connsiteX3" fmla="*/ 0 w 567721"/>
                <a:gd name="connsiteY3" fmla="*/ 0 h 414896"/>
                <a:gd name="connsiteX4" fmla="*/ 294805 w 567721"/>
                <a:gd name="connsiteY4" fmla="*/ 0 h 414896"/>
                <a:gd name="connsiteX5" fmla="*/ 547790 w 567721"/>
                <a:gd name="connsiteY5" fmla="*/ 247964 h 414896"/>
                <a:gd name="connsiteX6" fmla="*/ 567721 w 567721"/>
                <a:gd name="connsiteY6" fmla="*/ 267494 h 414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7721" h="414896">
                  <a:moveTo>
                    <a:pt x="567721" y="267494"/>
                  </a:moveTo>
                  <a:lnTo>
                    <a:pt x="423281" y="414897"/>
                  </a:lnTo>
                  <a:lnTo>
                    <a:pt x="403349" y="395367"/>
                  </a:lnTo>
                  <a:lnTo>
                    <a:pt x="0" y="0"/>
                  </a:lnTo>
                  <a:lnTo>
                    <a:pt x="294805" y="0"/>
                  </a:lnTo>
                  <a:lnTo>
                    <a:pt x="547790" y="247964"/>
                  </a:lnTo>
                  <a:lnTo>
                    <a:pt x="567721" y="267494"/>
                  </a:lnTo>
                  <a:close/>
                </a:path>
              </a:pathLst>
            </a:custGeom>
            <a:solidFill>
              <a:srgbClr val="62BB4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3C87682-C41D-0213-4CEA-F63B3715BB13}"/>
                </a:ext>
              </a:extLst>
            </p:cNvPr>
            <p:cNvSpPr/>
            <p:nvPr/>
          </p:nvSpPr>
          <p:spPr>
            <a:xfrm rot="18865800">
              <a:off x="7031776" y="220256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00853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21B5A8-2669-D45E-5027-74A57D2BD812}"/>
                </a:ext>
              </a:extLst>
            </p:cNvPr>
            <p:cNvSpPr/>
            <p:nvPr/>
          </p:nvSpPr>
          <p:spPr>
            <a:xfrm rot="18865800">
              <a:off x="7494960" y="674267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005A7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4E7148-CE7D-5E44-6F0C-6241D5DD2DA1}"/>
                </a:ext>
              </a:extLst>
            </p:cNvPr>
            <p:cNvSpPr/>
            <p:nvPr/>
          </p:nvSpPr>
          <p:spPr>
            <a:xfrm rot="18865800">
              <a:off x="7958057" y="1128194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00B5E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3863DC-4730-9C9D-1359-1B84D8AF42F0}"/>
                </a:ext>
              </a:extLst>
            </p:cNvPr>
            <p:cNvSpPr/>
            <p:nvPr/>
          </p:nvSpPr>
          <p:spPr>
            <a:xfrm rot="18865800">
              <a:off x="8421155" y="1582241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F57F2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1C84FDC-1C3D-62AE-EADD-701DBCDA48A4}"/>
                </a:ext>
              </a:extLst>
            </p:cNvPr>
            <p:cNvSpPr/>
            <p:nvPr/>
          </p:nvSpPr>
          <p:spPr>
            <a:xfrm>
              <a:off x="8673727" y="2063739"/>
              <a:ext cx="471779" cy="609793"/>
            </a:xfrm>
            <a:custGeom>
              <a:avLst/>
              <a:gdLst>
                <a:gd name="connsiteX0" fmla="*/ 471779 w 471779"/>
                <a:gd name="connsiteY0" fmla="*/ 320862 h 609793"/>
                <a:gd name="connsiteX1" fmla="*/ 471779 w 471779"/>
                <a:gd name="connsiteY1" fmla="*/ 609794 h 609793"/>
                <a:gd name="connsiteX2" fmla="*/ 19932 w 471779"/>
                <a:gd name="connsiteY2" fmla="*/ 166882 h 609793"/>
                <a:gd name="connsiteX3" fmla="*/ 0 w 471779"/>
                <a:gd name="connsiteY3" fmla="*/ 147353 h 609793"/>
                <a:gd name="connsiteX4" fmla="*/ 144441 w 471779"/>
                <a:gd name="connsiteY4" fmla="*/ 0 h 609793"/>
                <a:gd name="connsiteX5" fmla="*/ 164372 w 471779"/>
                <a:gd name="connsiteY5" fmla="*/ 19530 h 609793"/>
                <a:gd name="connsiteX6" fmla="*/ 471779 w 471779"/>
                <a:gd name="connsiteY6" fmla="*/ 320862 h 609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1779" h="609793">
                  <a:moveTo>
                    <a:pt x="471779" y="320862"/>
                  </a:moveTo>
                  <a:lnTo>
                    <a:pt x="471779" y="609794"/>
                  </a:lnTo>
                  <a:lnTo>
                    <a:pt x="19932" y="166882"/>
                  </a:lnTo>
                  <a:lnTo>
                    <a:pt x="0" y="147353"/>
                  </a:lnTo>
                  <a:lnTo>
                    <a:pt x="144441" y="0"/>
                  </a:lnTo>
                  <a:lnTo>
                    <a:pt x="164372" y="19530"/>
                  </a:lnTo>
                  <a:lnTo>
                    <a:pt x="471779" y="320862"/>
                  </a:lnTo>
                  <a:close/>
                </a:path>
              </a:pathLst>
            </a:custGeom>
            <a:solidFill>
              <a:srgbClr val="FFD6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E30B0C8C-C69A-76DC-548E-203400200D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89" y="380221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19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10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103" y="1642621"/>
            <a:ext cx="3987800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Transition Slide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3969263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60AC9F-FBE5-99B5-7B41-649D7C0394D4}"/>
              </a:ext>
            </a:extLst>
          </p:cNvPr>
          <p:cNvGrpSpPr/>
          <p:nvPr userDrawn="1"/>
        </p:nvGrpSpPr>
        <p:grpSpPr>
          <a:xfrm rot="5400000">
            <a:off x="2149539" y="3310470"/>
            <a:ext cx="6857999" cy="237067"/>
            <a:chOff x="907366" y="3359"/>
            <a:chExt cx="3717973" cy="2626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35749A7-31C2-BF36-D991-E291D86B7F66}"/>
                </a:ext>
              </a:extLst>
            </p:cNvPr>
            <p:cNvSpPr/>
            <p:nvPr/>
          </p:nvSpPr>
          <p:spPr>
            <a:xfrm rot="10800000">
              <a:off x="3386015" y="3359"/>
              <a:ext cx="1239324" cy="262699"/>
            </a:xfrm>
            <a:custGeom>
              <a:avLst/>
              <a:gdLst>
                <a:gd name="connsiteX0" fmla="*/ 0 w 1239324"/>
                <a:gd name="connsiteY0" fmla="*/ 0 h 262699"/>
                <a:gd name="connsiteX1" fmla="*/ 1239325 w 1239324"/>
                <a:gd name="connsiteY1" fmla="*/ 0 h 262699"/>
                <a:gd name="connsiteX2" fmla="*/ 1239325 w 1239324"/>
                <a:gd name="connsiteY2" fmla="*/ 262700 h 262699"/>
                <a:gd name="connsiteX3" fmla="*/ 0 w 1239324"/>
                <a:gd name="connsiteY3" fmla="*/ 262700 h 26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9324" h="262699">
                  <a:moveTo>
                    <a:pt x="0" y="0"/>
                  </a:moveTo>
                  <a:lnTo>
                    <a:pt x="1239325" y="0"/>
                  </a:lnTo>
                  <a:lnTo>
                    <a:pt x="1239325" y="262700"/>
                  </a:lnTo>
                  <a:lnTo>
                    <a:pt x="0" y="262700"/>
                  </a:lnTo>
                  <a:close/>
                </a:path>
              </a:pathLst>
            </a:custGeom>
            <a:solidFill>
              <a:srgbClr val="2FA52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91FDA25-6BAE-BF0C-D673-CDED73FD4F9D}"/>
                </a:ext>
              </a:extLst>
            </p:cNvPr>
            <p:cNvSpPr/>
            <p:nvPr/>
          </p:nvSpPr>
          <p:spPr>
            <a:xfrm rot="10800000">
              <a:off x="2146690" y="3359"/>
              <a:ext cx="1239324" cy="262699"/>
            </a:xfrm>
            <a:custGeom>
              <a:avLst/>
              <a:gdLst>
                <a:gd name="connsiteX0" fmla="*/ 0 w 1239324"/>
                <a:gd name="connsiteY0" fmla="*/ 0 h 262699"/>
                <a:gd name="connsiteX1" fmla="*/ 1239325 w 1239324"/>
                <a:gd name="connsiteY1" fmla="*/ 0 h 262699"/>
                <a:gd name="connsiteX2" fmla="*/ 1239325 w 1239324"/>
                <a:gd name="connsiteY2" fmla="*/ 262700 h 262699"/>
                <a:gd name="connsiteX3" fmla="*/ 0 w 1239324"/>
                <a:gd name="connsiteY3" fmla="*/ 262700 h 26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9324" h="262699">
                  <a:moveTo>
                    <a:pt x="0" y="0"/>
                  </a:moveTo>
                  <a:lnTo>
                    <a:pt x="1239325" y="0"/>
                  </a:lnTo>
                  <a:lnTo>
                    <a:pt x="1239325" y="262700"/>
                  </a:lnTo>
                  <a:lnTo>
                    <a:pt x="0" y="262700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8F9911-8B13-AD28-5E76-EA30020A3F30}"/>
                </a:ext>
              </a:extLst>
            </p:cNvPr>
            <p:cNvSpPr/>
            <p:nvPr/>
          </p:nvSpPr>
          <p:spPr>
            <a:xfrm rot="10800000">
              <a:off x="907366" y="3359"/>
              <a:ext cx="1239324" cy="262699"/>
            </a:xfrm>
            <a:custGeom>
              <a:avLst/>
              <a:gdLst>
                <a:gd name="connsiteX0" fmla="*/ 0 w 1239324"/>
                <a:gd name="connsiteY0" fmla="*/ 0 h 262699"/>
                <a:gd name="connsiteX1" fmla="*/ 1239325 w 1239324"/>
                <a:gd name="connsiteY1" fmla="*/ 0 h 262699"/>
                <a:gd name="connsiteX2" fmla="*/ 1239325 w 1239324"/>
                <a:gd name="connsiteY2" fmla="*/ 262700 h 262699"/>
                <a:gd name="connsiteX3" fmla="*/ 0 w 1239324"/>
                <a:gd name="connsiteY3" fmla="*/ 262700 h 26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9324" h="262699">
                  <a:moveTo>
                    <a:pt x="0" y="0"/>
                  </a:moveTo>
                  <a:lnTo>
                    <a:pt x="1239325" y="0"/>
                  </a:lnTo>
                  <a:lnTo>
                    <a:pt x="1239325" y="262700"/>
                  </a:lnTo>
                  <a:lnTo>
                    <a:pt x="0" y="262700"/>
                  </a:lnTo>
                  <a:close/>
                </a:path>
              </a:pathLst>
            </a:custGeom>
            <a:solidFill>
              <a:srgbClr val="0D91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06425CE-5BA4-DC7D-3AA0-79EBD93FA1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97072" y="0"/>
            <a:ext cx="6494928" cy="6858000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571569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10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103" y="1642621"/>
            <a:ext cx="3987800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Transition Slide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3969263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9C7AA-D251-B5F5-D90C-DEDA8323E1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r="26027"/>
          <a:stretch/>
        </p:blipFill>
        <p:spPr>
          <a:xfrm>
            <a:off x="5464298" y="0"/>
            <a:ext cx="6727703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B7BD42E-2712-8718-5C0C-657B6FB559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7341" y="4457819"/>
            <a:ext cx="4154659" cy="240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34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10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102" y="1642621"/>
            <a:ext cx="6613636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Transition Slide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3969263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1D42D24B-A4CF-7FA0-45EE-1EA22C7AC78C}"/>
              </a:ext>
            </a:extLst>
          </p:cNvPr>
          <p:cNvSpPr/>
          <p:nvPr userDrawn="1"/>
        </p:nvSpPr>
        <p:spPr>
          <a:xfrm>
            <a:off x="7086420" y="0"/>
            <a:ext cx="5104061" cy="4979739"/>
          </a:xfrm>
          <a:custGeom>
            <a:avLst/>
            <a:gdLst>
              <a:gd name="connsiteX0" fmla="*/ 0 w 2449964"/>
              <a:gd name="connsiteY0" fmla="*/ 0 h 2390289"/>
              <a:gd name="connsiteX1" fmla="*/ 2449964 w 2449964"/>
              <a:gd name="connsiteY1" fmla="*/ 2390289 h 2390289"/>
              <a:gd name="connsiteX2" fmla="*/ 2449964 w 2449964"/>
              <a:gd name="connsiteY2" fmla="*/ 0 h 2390289"/>
              <a:gd name="connsiteX3" fmla="*/ 0 w 2449964"/>
              <a:gd name="connsiteY3" fmla="*/ 0 h 2390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9964" h="2390289">
                <a:moveTo>
                  <a:pt x="0" y="0"/>
                </a:moveTo>
                <a:lnTo>
                  <a:pt x="2449964" y="2390289"/>
                </a:lnTo>
                <a:lnTo>
                  <a:pt x="244996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3000">
                <a:srgbClr val="005B1C"/>
              </a:gs>
              <a:gs pos="53000">
                <a:srgbClr val="1A8B3B"/>
              </a:gs>
              <a:gs pos="81000">
                <a:srgbClr val="5EBF48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054DF3-48F2-F21F-3520-DD8DC266283F}"/>
              </a:ext>
            </a:extLst>
          </p:cNvPr>
          <p:cNvGrpSpPr/>
          <p:nvPr userDrawn="1"/>
        </p:nvGrpSpPr>
        <p:grpSpPr>
          <a:xfrm>
            <a:off x="6511432" y="1"/>
            <a:ext cx="5682577" cy="5569824"/>
            <a:chOff x="6417853" y="1"/>
            <a:chExt cx="2727653" cy="267353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C8D92EE-B56B-E720-D065-4ACA04917CF8}"/>
                </a:ext>
              </a:extLst>
            </p:cNvPr>
            <p:cNvSpPr/>
            <p:nvPr/>
          </p:nvSpPr>
          <p:spPr>
            <a:xfrm>
              <a:off x="6417853" y="1"/>
              <a:ext cx="567721" cy="414896"/>
            </a:xfrm>
            <a:custGeom>
              <a:avLst/>
              <a:gdLst>
                <a:gd name="connsiteX0" fmla="*/ 567721 w 567721"/>
                <a:gd name="connsiteY0" fmla="*/ 267494 h 414896"/>
                <a:gd name="connsiteX1" fmla="*/ 423281 w 567721"/>
                <a:gd name="connsiteY1" fmla="*/ 414897 h 414896"/>
                <a:gd name="connsiteX2" fmla="*/ 403349 w 567721"/>
                <a:gd name="connsiteY2" fmla="*/ 395367 h 414896"/>
                <a:gd name="connsiteX3" fmla="*/ 0 w 567721"/>
                <a:gd name="connsiteY3" fmla="*/ 0 h 414896"/>
                <a:gd name="connsiteX4" fmla="*/ 294805 w 567721"/>
                <a:gd name="connsiteY4" fmla="*/ 0 h 414896"/>
                <a:gd name="connsiteX5" fmla="*/ 547790 w 567721"/>
                <a:gd name="connsiteY5" fmla="*/ 247964 h 414896"/>
                <a:gd name="connsiteX6" fmla="*/ 567721 w 567721"/>
                <a:gd name="connsiteY6" fmla="*/ 267494 h 414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7721" h="414896">
                  <a:moveTo>
                    <a:pt x="567721" y="267494"/>
                  </a:moveTo>
                  <a:lnTo>
                    <a:pt x="423281" y="414897"/>
                  </a:lnTo>
                  <a:lnTo>
                    <a:pt x="403349" y="395367"/>
                  </a:lnTo>
                  <a:lnTo>
                    <a:pt x="0" y="0"/>
                  </a:lnTo>
                  <a:lnTo>
                    <a:pt x="294805" y="0"/>
                  </a:lnTo>
                  <a:lnTo>
                    <a:pt x="547790" y="247964"/>
                  </a:lnTo>
                  <a:lnTo>
                    <a:pt x="567721" y="267494"/>
                  </a:lnTo>
                  <a:close/>
                </a:path>
              </a:pathLst>
            </a:custGeom>
            <a:solidFill>
              <a:srgbClr val="62BB4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912CDD7-1DC1-87C5-0ED3-9139848F6916}"/>
                </a:ext>
              </a:extLst>
            </p:cNvPr>
            <p:cNvSpPr/>
            <p:nvPr/>
          </p:nvSpPr>
          <p:spPr>
            <a:xfrm rot="18865800">
              <a:off x="7031776" y="220256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00853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134778-C416-50D4-283C-E70A384AD5CB}"/>
                </a:ext>
              </a:extLst>
            </p:cNvPr>
            <p:cNvSpPr/>
            <p:nvPr/>
          </p:nvSpPr>
          <p:spPr>
            <a:xfrm rot="18865800">
              <a:off x="7494960" y="674267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005A7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B3E2307-A18E-B545-6F4C-5D3CB8BB3913}"/>
                </a:ext>
              </a:extLst>
            </p:cNvPr>
            <p:cNvSpPr/>
            <p:nvPr/>
          </p:nvSpPr>
          <p:spPr>
            <a:xfrm rot="18865800">
              <a:off x="7958057" y="1128194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00B5E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F3B6E09-EC33-FA05-8793-051CE3672215}"/>
                </a:ext>
              </a:extLst>
            </p:cNvPr>
            <p:cNvSpPr/>
            <p:nvPr/>
          </p:nvSpPr>
          <p:spPr>
            <a:xfrm rot="18865800">
              <a:off x="8421155" y="1582241"/>
              <a:ext cx="206343" cy="676415"/>
            </a:xfrm>
            <a:custGeom>
              <a:avLst/>
              <a:gdLst>
                <a:gd name="connsiteX0" fmla="*/ 0 w 206343"/>
                <a:gd name="connsiteY0" fmla="*/ 0 h 676415"/>
                <a:gd name="connsiteX1" fmla="*/ 206344 w 206343"/>
                <a:gd name="connsiteY1" fmla="*/ 0 h 676415"/>
                <a:gd name="connsiteX2" fmla="*/ 206344 w 206343"/>
                <a:gd name="connsiteY2" fmla="*/ 676416 h 676415"/>
                <a:gd name="connsiteX3" fmla="*/ 0 w 206343"/>
                <a:gd name="connsiteY3" fmla="*/ 676416 h 67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343" h="676415">
                  <a:moveTo>
                    <a:pt x="0" y="0"/>
                  </a:moveTo>
                  <a:lnTo>
                    <a:pt x="206344" y="0"/>
                  </a:lnTo>
                  <a:lnTo>
                    <a:pt x="206344" y="676416"/>
                  </a:lnTo>
                  <a:lnTo>
                    <a:pt x="0" y="676416"/>
                  </a:lnTo>
                  <a:close/>
                </a:path>
              </a:pathLst>
            </a:custGeom>
            <a:solidFill>
              <a:srgbClr val="F57F2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857C372-1F1F-B38B-45F8-3256C9173631}"/>
                </a:ext>
              </a:extLst>
            </p:cNvPr>
            <p:cNvSpPr/>
            <p:nvPr/>
          </p:nvSpPr>
          <p:spPr>
            <a:xfrm>
              <a:off x="8673727" y="2063739"/>
              <a:ext cx="471779" cy="609793"/>
            </a:xfrm>
            <a:custGeom>
              <a:avLst/>
              <a:gdLst>
                <a:gd name="connsiteX0" fmla="*/ 471779 w 471779"/>
                <a:gd name="connsiteY0" fmla="*/ 320862 h 609793"/>
                <a:gd name="connsiteX1" fmla="*/ 471779 w 471779"/>
                <a:gd name="connsiteY1" fmla="*/ 609794 h 609793"/>
                <a:gd name="connsiteX2" fmla="*/ 19932 w 471779"/>
                <a:gd name="connsiteY2" fmla="*/ 166882 h 609793"/>
                <a:gd name="connsiteX3" fmla="*/ 0 w 471779"/>
                <a:gd name="connsiteY3" fmla="*/ 147353 h 609793"/>
                <a:gd name="connsiteX4" fmla="*/ 144441 w 471779"/>
                <a:gd name="connsiteY4" fmla="*/ 0 h 609793"/>
                <a:gd name="connsiteX5" fmla="*/ 164372 w 471779"/>
                <a:gd name="connsiteY5" fmla="*/ 19530 h 609793"/>
                <a:gd name="connsiteX6" fmla="*/ 471779 w 471779"/>
                <a:gd name="connsiteY6" fmla="*/ 320862 h 609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1779" h="609793">
                  <a:moveTo>
                    <a:pt x="471779" y="320862"/>
                  </a:moveTo>
                  <a:lnTo>
                    <a:pt x="471779" y="609794"/>
                  </a:lnTo>
                  <a:lnTo>
                    <a:pt x="19932" y="166882"/>
                  </a:lnTo>
                  <a:lnTo>
                    <a:pt x="0" y="147353"/>
                  </a:lnTo>
                  <a:lnTo>
                    <a:pt x="144441" y="0"/>
                  </a:lnTo>
                  <a:lnTo>
                    <a:pt x="164372" y="19530"/>
                  </a:lnTo>
                  <a:lnTo>
                    <a:pt x="471779" y="320862"/>
                  </a:lnTo>
                  <a:close/>
                </a:path>
              </a:pathLst>
            </a:custGeom>
            <a:solidFill>
              <a:srgbClr val="FFD6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651018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E675-777A-5364-806C-482239DE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822" y="705569"/>
            <a:ext cx="10353821" cy="1325563"/>
          </a:xfrm>
        </p:spPr>
        <p:txBody>
          <a:bodyPr lIns="0" tIns="0" rIns="0" bIns="0">
            <a:noAutofit/>
          </a:bodyPr>
          <a:lstStyle>
            <a:lvl1pPr>
              <a:defRPr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EB0FD5-4F5C-6147-5FB2-F907263AE5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9821" y="2273255"/>
            <a:ext cx="4957299" cy="3747717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9747AC6-97FB-B76B-CB0D-2501E86D91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47114" y="6356351"/>
            <a:ext cx="3769229" cy="366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0DD95F-BC70-4BD1-7A1C-0B858EB4BA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B4A2A782-7017-8116-1307-0D92A1DEBE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6344" y="2273255"/>
            <a:ext cx="4957299" cy="3747717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AAD5463-0DD0-4A55-843C-253641482AB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5987" y="1111219"/>
            <a:ext cx="533397" cy="53449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380227B-5D72-BD55-E1F6-77DB8058EB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7341" y="4457819"/>
            <a:ext cx="4154659" cy="240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71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mpl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E675-777A-5364-806C-482239DE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822" y="705569"/>
            <a:ext cx="10353821" cy="1325563"/>
          </a:xfrm>
        </p:spPr>
        <p:txBody>
          <a:bodyPr lIns="0" tIns="0" rIns="0" bIns="0">
            <a:noAutofit/>
          </a:bodyPr>
          <a:lstStyle>
            <a:lvl1pPr>
              <a:defRPr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EB0FD5-4F5C-6147-5FB2-F907263AE5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9822" y="2273255"/>
            <a:ext cx="10353821" cy="3747717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9747AC6-97FB-B76B-CB0D-2501E86D91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47114" y="6356351"/>
            <a:ext cx="3769229" cy="366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0DD95F-BC70-4BD1-7A1C-0B858EB4BA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AAD5463-0DD0-4A55-843C-253641482AB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5987" y="1111219"/>
            <a:ext cx="533397" cy="53449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474986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E675-777A-5364-806C-482239DE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090" y="705569"/>
            <a:ext cx="10353821" cy="1325563"/>
          </a:xfrm>
        </p:spPr>
        <p:txBody>
          <a:bodyPr lIns="0" tIns="0" rIns="0" bIns="0">
            <a:noAutofit/>
          </a:bodyPr>
          <a:lstStyle>
            <a:lvl1pPr>
              <a:defRPr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EB0FD5-4F5C-6147-5FB2-F907263AE5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9090" y="2273255"/>
            <a:ext cx="10353821" cy="3747717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9747AC6-97FB-B76B-CB0D-2501E86D91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47114" y="6356351"/>
            <a:ext cx="3769229" cy="366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0DD95F-BC70-4BD1-7A1C-0B858EB4BA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754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BAF765-187A-BB8E-DBDD-709FD125D0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81391" y="-12699"/>
            <a:ext cx="5336268" cy="6870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C84A5-1215-DA45-C398-41BE7046CE61}"/>
              </a:ext>
            </a:extLst>
          </p:cNvPr>
          <p:cNvSpPr/>
          <p:nvPr userDrawn="1"/>
        </p:nvSpPr>
        <p:spPr>
          <a:xfrm>
            <a:off x="6817659" y="0"/>
            <a:ext cx="5374341" cy="6884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DA3647-E51C-AEDD-86F1-E5F4228B39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9662" y="727623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A8ECDD3-B634-135F-5046-B27E03B83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9662" y="1069230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82426B-626B-7F09-B6F5-71C3242E6F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9662" y="2149178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1FF2638-C600-4FB8-E877-6DF0FC60FB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9662" y="2490785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ADF5E862-8B0F-B830-29FF-818FC3EF1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9662" y="3616501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930959C-A88E-1E63-DFD0-6020134B4D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49662" y="3958108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EB0A8D47-DE10-F2C4-5A83-19FE1F5CC6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49662" y="5079177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AAECF51-C2C1-FF00-5ABF-A337AB2E0D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49662" y="5420784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DC5A0-480E-22EF-B7C2-E090AC2D241F}"/>
              </a:ext>
            </a:extLst>
          </p:cNvPr>
          <p:cNvSpPr/>
          <p:nvPr userDrawn="1"/>
        </p:nvSpPr>
        <p:spPr>
          <a:xfrm>
            <a:off x="0" y="-13464"/>
            <a:ext cx="1481392" cy="6884928"/>
          </a:xfrm>
          <a:prstGeom prst="rect">
            <a:avLst/>
          </a:prstGeom>
          <a:solidFill>
            <a:srgbClr val="C3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1427C9F0-B38B-E2F1-50FE-F3C40CB859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108" y="728447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5084345D-9C9D-D35C-53A3-640B1F5E7C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1108" y="2150001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9C13E597-6CFC-C74E-29D3-473E0299CA8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1108" y="3617324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8C7B1995-8FA4-DAE5-EF5C-DE4769B13B2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21108" y="5080000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A49CB5CB-D7B8-0CB5-1333-50143B2D9A8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47114" y="6356351"/>
            <a:ext cx="3769229" cy="366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79A75D9-3920-F517-1C70-FF1CFB76560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272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BAF765-187A-BB8E-DBDD-709FD125D0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81391" y="-12699"/>
            <a:ext cx="5336268" cy="6870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C84A5-1215-DA45-C398-41BE7046CE61}"/>
              </a:ext>
            </a:extLst>
          </p:cNvPr>
          <p:cNvSpPr/>
          <p:nvPr userDrawn="1"/>
        </p:nvSpPr>
        <p:spPr>
          <a:xfrm>
            <a:off x="6817659" y="0"/>
            <a:ext cx="5374341" cy="6884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07986-3CF8-A802-F586-FC46D4A9FF95}"/>
              </a:ext>
            </a:extLst>
          </p:cNvPr>
          <p:cNvSpPr/>
          <p:nvPr userDrawn="1"/>
        </p:nvSpPr>
        <p:spPr>
          <a:xfrm>
            <a:off x="6819901" y="475130"/>
            <a:ext cx="5372100" cy="13028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DA3647-E51C-AEDD-86F1-E5F4228B39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9662" y="727623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A8ECDD3-B634-135F-5046-B27E03B83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9662" y="1069230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82426B-626B-7F09-B6F5-71C3242E6F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9662" y="2149178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1FF2638-C600-4FB8-E877-6DF0FC60FB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9662" y="2490785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ADF5E862-8B0F-B830-29FF-818FC3EF1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9662" y="3616501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930959C-A88E-1E63-DFD0-6020134B4D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49662" y="3958108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EB0A8D47-DE10-F2C4-5A83-19FE1F5CC6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49662" y="5079177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AAECF51-C2C1-FF00-5ABF-A337AB2E0D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49662" y="5420784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DC5A0-480E-22EF-B7C2-E090AC2D241F}"/>
              </a:ext>
            </a:extLst>
          </p:cNvPr>
          <p:cNvSpPr/>
          <p:nvPr userDrawn="1"/>
        </p:nvSpPr>
        <p:spPr>
          <a:xfrm>
            <a:off x="0" y="-13464"/>
            <a:ext cx="1481392" cy="6884928"/>
          </a:xfrm>
          <a:prstGeom prst="rect">
            <a:avLst/>
          </a:prstGeom>
          <a:solidFill>
            <a:srgbClr val="C3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5EAA4-CCDE-83D9-4EA7-FBA1A4DC2804}"/>
              </a:ext>
            </a:extLst>
          </p:cNvPr>
          <p:cNvSpPr/>
          <p:nvPr userDrawn="1"/>
        </p:nvSpPr>
        <p:spPr>
          <a:xfrm>
            <a:off x="1214968" y="475129"/>
            <a:ext cx="5666192" cy="130287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1427C9F0-B38B-E2F1-50FE-F3C40CB859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108" y="728447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5084345D-9C9D-D35C-53A3-640B1F5E7C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1108" y="2150001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9C13E597-6CFC-C74E-29D3-473E0299CA8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1108" y="3617324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8C7B1995-8FA4-DAE5-EF5C-DE4769B13B2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21108" y="5080000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A49CB5CB-D7B8-0CB5-1333-50143B2D9A8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47114" y="6356351"/>
            <a:ext cx="3769229" cy="366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79A75D9-3920-F517-1C70-FF1CFB76560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213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BAF765-187A-BB8E-DBDD-709FD125D0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81391" y="-12699"/>
            <a:ext cx="5336268" cy="6870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C84A5-1215-DA45-C398-41BE7046CE61}"/>
              </a:ext>
            </a:extLst>
          </p:cNvPr>
          <p:cNvSpPr/>
          <p:nvPr userDrawn="1"/>
        </p:nvSpPr>
        <p:spPr>
          <a:xfrm>
            <a:off x="6817659" y="0"/>
            <a:ext cx="5374341" cy="6884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07986-3CF8-A802-F586-FC46D4A9FF95}"/>
              </a:ext>
            </a:extLst>
          </p:cNvPr>
          <p:cNvSpPr/>
          <p:nvPr userDrawn="1"/>
        </p:nvSpPr>
        <p:spPr>
          <a:xfrm>
            <a:off x="6819901" y="1914897"/>
            <a:ext cx="5372100" cy="13028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DA3647-E51C-AEDD-86F1-E5F4228B39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9662" y="727623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A8ECDD3-B634-135F-5046-B27E03B83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9662" y="1069230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82426B-626B-7F09-B6F5-71C3242E6F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9662" y="2149178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1FF2638-C600-4FB8-E877-6DF0FC60FB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9662" y="2490785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ADF5E862-8B0F-B830-29FF-818FC3EF1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9662" y="3616501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930959C-A88E-1E63-DFD0-6020134B4D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49662" y="3958108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EB0A8D47-DE10-F2C4-5A83-19FE1F5CC6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49662" y="5079177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AAECF51-C2C1-FF00-5ABF-A337AB2E0D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49662" y="5420784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DC5A0-480E-22EF-B7C2-E090AC2D241F}"/>
              </a:ext>
            </a:extLst>
          </p:cNvPr>
          <p:cNvSpPr/>
          <p:nvPr userDrawn="1"/>
        </p:nvSpPr>
        <p:spPr>
          <a:xfrm>
            <a:off x="0" y="-13464"/>
            <a:ext cx="1481392" cy="6884928"/>
          </a:xfrm>
          <a:prstGeom prst="rect">
            <a:avLst/>
          </a:prstGeom>
          <a:solidFill>
            <a:srgbClr val="C3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5EAA4-CCDE-83D9-4EA7-FBA1A4DC2804}"/>
              </a:ext>
            </a:extLst>
          </p:cNvPr>
          <p:cNvSpPr/>
          <p:nvPr userDrawn="1"/>
        </p:nvSpPr>
        <p:spPr>
          <a:xfrm>
            <a:off x="1214968" y="1914895"/>
            <a:ext cx="5666192" cy="130287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1427C9F0-B38B-E2F1-50FE-F3C40CB859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108" y="728447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5084345D-9C9D-D35C-53A3-640B1F5E7C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1108" y="2150001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9C13E597-6CFC-C74E-29D3-473E0299CA8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1108" y="3617324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8C7B1995-8FA4-DAE5-EF5C-DE4769B13B2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21108" y="5080000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96F67F-35A3-133E-C1D3-A567B276866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47114" y="6356351"/>
            <a:ext cx="3769229" cy="366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D1784-334C-BB9A-05D7-61E8E316DF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134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lide 2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BAF765-187A-BB8E-DBDD-709FD125D06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81391" y="-12699"/>
            <a:ext cx="5336268" cy="6870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C84A5-1215-DA45-C398-41BE7046CE61}"/>
              </a:ext>
            </a:extLst>
          </p:cNvPr>
          <p:cNvSpPr/>
          <p:nvPr userDrawn="1"/>
        </p:nvSpPr>
        <p:spPr>
          <a:xfrm>
            <a:off x="6817659" y="0"/>
            <a:ext cx="5374341" cy="6884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07986-3CF8-A802-F586-FC46D4A9FF95}"/>
              </a:ext>
            </a:extLst>
          </p:cNvPr>
          <p:cNvSpPr/>
          <p:nvPr userDrawn="1"/>
        </p:nvSpPr>
        <p:spPr>
          <a:xfrm>
            <a:off x="6819901" y="4846101"/>
            <a:ext cx="5372100" cy="13028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DA3647-E51C-AEDD-86F1-E5F4228B39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9662" y="727623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A8ECDD3-B634-135F-5046-B27E03B83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9662" y="1069230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82426B-626B-7F09-B6F5-71C3242E6F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9662" y="2149178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1FF2638-C600-4FB8-E877-6DF0FC60FB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9662" y="2490785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ADF5E862-8B0F-B830-29FF-818FC3EF1E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9662" y="3616501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930959C-A88E-1E63-DFD0-6020134B4D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49662" y="3958108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EB0A8D47-DE10-F2C4-5A83-19FE1F5CC6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49662" y="5079177"/>
            <a:ext cx="3479749" cy="34160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67" b="1" spc="-40" baseline="0"/>
            </a:lvl1pPr>
            <a:lvl2pPr marL="457189" indent="0">
              <a:buNone/>
              <a:defRPr b="1" spc="-133" baseline="0"/>
            </a:lvl2pPr>
            <a:lvl3pPr marL="914377" indent="0">
              <a:buNone/>
              <a:defRPr b="1" spc="-133" baseline="0"/>
            </a:lvl3pPr>
            <a:lvl4pPr marL="1371566" indent="0">
              <a:buNone/>
              <a:defRPr b="1" spc="-133" baseline="0"/>
            </a:lvl4pPr>
            <a:lvl5pPr marL="1828754" indent="0">
              <a:buNone/>
              <a:defRPr b="1" spc="-133" baseline="0"/>
            </a:lvl5pPr>
          </a:lstStyle>
          <a:p>
            <a:pPr lvl="0"/>
            <a:r>
              <a:rPr lang="en-US"/>
              <a:t>Title space for icon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AAECF51-C2C1-FF00-5ABF-A337AB2E0D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49662" y="5420784"/>
            <a:ext cx="4203068" cy="522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DC5A0-480E-22EF-B7C2-E090AC2D241F}"/>
              </a:ext>
            </a:extLst>
          </p:cNvPr>
          <p:cNvSpPr/>
          <p:nvPr userDrawn="1"/>
        </p:nvSpPr>
        <p:spPr>
          <a:xfrm>
            <a:off x="0" y="-13464"/>
            <a:ext cx="1481392" cy="6884928"/>
          </a:xfrm>
          <a:prstGeom prst="rect">
            <a:avLst/>
          </a:prstGeom>
          <a:solidFill>
            <a:srgbClr val="C3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5EAA4-CCDE-83D9-4EA7-FBA1A4DC2804}"/>
              </a:ext>
            </a:extLst>
          </p:cNvPr>
          <p:cNvSpPr/>
          <p:nvPr userDrawn="1"/>
        </p:nvSpPr>
        <p:spPr>
          <a:xfrm>
            <a:off x="1214968" y="4846099"/>
            <a:ext cx="5666192" cy="130287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1427C9F0-B38B-E2F1-50FE-F3C40CB859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108" y="728447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5084345D-9C9D-D35C-53A3-640B1F5E7C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1108" y="2150001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9C13E597-6CFC-C74E-29D3-473E0299CA8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1108" y="3617324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8C7B1995-8FA4-DAE5-EF5C-DE4769B13B2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21108" y="5080000"/>
            <a:ext cx="863600" cy="863600"/>
          </a:xfrm>
        </p:spPr>
        <p:txBody>
          <a:bodyPr>
            <a:normAutofit/>
          </a:bodyPr>
          <a:lstStyle>
            <a:lvl1pPr marL="0" indent="0">
              <a:buNone/>
              <a:defRPr sz="1333"/>
            </a:lvl1pPr>
          </a:lstStyle>
          <a:p>
            <a:r>
              <a:rPr lang="en-US"/>
              <a:t>icon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EDB2B8-24B2-A96C-77D0-5DE15B74BD65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47114" y="6356351"/>
            <a:ext cx="3769229" cy="366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59CD3-C4C1-5610-CD49-59A83FDF0D6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563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E675-777A-5364-806C-482239DE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700" y="705569"/>
            <a:ext cx="5228632" cy="1325563"/>
          </a:xfrm>
        </p:spPr>
        <p:txBody>
          <a:bodyPr lIns="0" tIns="0" rIns="0" bIns="0">
            <a:noAutofit/>
          </a:bodyPr>
          <a:lstStyle>
            <a:lvl1pPr>
              <a:defRPr b="1" spc="-1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EB0FD5-4F5C-6147-5FB2-F907263AE5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67698" y="2273255"/>
            <a:ext cx="5228631" cy="3747717"/>
          </a:xfrm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9747AC6-97FB-B76B-CB0D-2501E86D91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47114" y="6356351"/>
            <a:ext cx="3769229" cy="366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 EERE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0DD95F-BC70-4BD1-7A1C-0B858EB4BA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452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103" y="2410265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Closing Slide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9C58D55-8959-EC9E-0D44-1AEE0283F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0" y="0"/>
            <a:ext cx="67056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4736907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1AB19DA4-0411-F9D2-A756-12237EE979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58" y="5795942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63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103" y="1462669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Closing Slide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9C58D55-8959-EC9E-0D44-1AEE0283F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0" y="0"/>
            <a:ext cx="67056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3789311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358B1C73-D94B-E5EE-7772-CED6F654CF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49" y="5371874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503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6 - on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0F45841-CD9D-34BD-7031-0B1315BC6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r="26027"/>
          <a:stretch/>
        </p:blipFill>
        <p:spPr>
          <a:xfrm>
            <a:off x="5464298" y="0"/>
            <a:ext cx="672770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25AE65-46CA-AF13-649B-53AEBB4CF80B}"/>
              </a:ext>
            </a:extLst>
          </p:cNvPr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4F517-532C-E3D1-215C-DC374461A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103" y="1323849"/>
            <a:ext cx="3992092" cy="1894451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4000"/>
              </a:lnSpc>
              <a:spcAft>
                <a:spcPts val="1600"/>
              </a:spcAft>
              <a:defRPr sz="3733" b="1" spc="-133" baseline="0"/>
            </a:lvl1pPr>
          </a:lstStyle>
          <a:p>
            <a:r>
              <a:rPr lang="en-US"/>
              <a:t>Closing Slide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E42DF0-9C66-4843-38F9-E83F98DE2E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95" y="3650491"/>
            <a:ext cx="3987800" cy="97578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67"/>
            </a:lvl1pPr>
            <a:lvl2pPr marL="457189" indent="0">
              <a:buNone/>
              <a:defRPr sz="1867"/>
            </a:lvl2pPr>
            <a:lvl3pPr marL="914377" indent="0">
              <a:buNone/>
              <a:defRPr sz="1867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B79BC14-5BD5-20BD-BF0F-011F9C1A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2984121"/>
            <a:ext cx="6705600" cy="387387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6F43F72-DB3E-ADBD-BA3D-ED943365FAE6}"/>
              </a:ext>
            </a:extLst>
          </p:cNvPr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993BB3C4-ADEF-9992-C4A9-58EB9BEBD0A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751769"/>
            <a:ext cx="5000487" cy="6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319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9F5215-4F6B-6351-354F-C63B4DA3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1251"/>
            <a:ext cx="10515600" cy="538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775FF-73F9-7B18-8746-775A558F3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50262"/>
            <a:ext cx="10515600" cy="4036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93064-9BC6-37C6-3401-57FF72384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5013" y="6331299"/>
            <a:ext cx="71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2D6788DA-6548-4EA8-8400-CD3CA88023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3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500" b="1" i="0" kern="1200" cap="all" baseline="0">
          <a:solidFill>
            <a:schemeClr val="accent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0" indent="0" algn="l" defTabSz="914377" rtl="0" eaLnBrk="1" latinLnBrk="0" hangingPunct="1">
        <a:lnSpc>
          <a:spcPts val="2300"/>
        </a:lnSpc>
        <a:spcBef>
          <a:spcPts val="1000"/>
        </a:spcBef>
        <a:buFontTx/>
        <a:buNone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lnSpc>
          <a:spcPts val="2300"/>
        </a:lnSpc>
        <a:spcBef>
          <a:spcPts val="500"/>
        </a:spcBef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21" indent="-285744" algn="l" defTabSz="914377" rtl="0" eaLnBrk="1" latinLnBrk="0" hangingPunct="1">
        <a:lnSpc>
          <a:spcPts val="2300"/>
        </a:lnSpc>
        <a:spcBef>
          <a:spcPts val="500"/>
        </a:spcBef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09" indent="-285744" algn="l" defTabSz="914377" rtl="0" eaLnBrk="1" latinLnBrk="0" hangingPunct="1">
        <a:lnSpc>
          <a:spcPts val="2300"/>
        </a:lnSpc>
        <a:spcBef>
          <a:spcPts val="500"/>
        </a:spcBef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114498" indent="-285744" algn="l" defTabSz="914377" rtl="0" eaLnBrk="1" latinLnBrk="0" hangingPunct="1">
        <a:lnSpc>
          <a:spcPts val="2300"/>
        </a:lnSpc>
        <a:spcBef>
          <a:spcPts val="500"/>
        </a:spcBef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rthur.Yip@nrel.gov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D2F8229-FB5C-ED51-45BC-5A2DD5B0256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defTabSz="1219170"/>
            <a:fld id="{2D6788DA-6548-4EA8-8400-CD3CA88023E3}" type="slidenum">
              <a:rPr lang="en-US">
                <a:solidFill>
                  <a:srgbClr val="FFFFFF"/>
                </a:solidFill>
                <a:latin typeface="Arial" panose="020B0604020202020204"/>
              </a:rPr>
              <a:pPr defTabSz="1219170"/>
              <a:t>1</a:t>
            </a:fld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258B9499-2916-D2D1-F0C0-E2E46AEAA304}"/>
              </a:ext>
            </a:extLst>
          </p:cNvPr>
          <p:cNvSpPr txBox="1">
            <a:spLocks/>
          </p:cNvSpPr>
          <p:nvPr/>
        </p:nvSpPr>
        <p:spPr>
          <a:xfrm>
            <a:off x="628650" y="99197"/>
            <a:ext cx="9593651" cy="4037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933" b="1" i="0" kern="1200" cap="all" spc="-133" baseline="0">
                <a:solidFill>
                  <a:schemeClr val="accent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n-US" sz="2500" dirty="0"/>
              <a:t>Tracking EVs Everywhere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630FB-61A4-E799-A00F-E42993FE2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026538"/>
              </p:ext>
            </p:extLst>
          </p:nvPr>
        </p:nvGraphicFramePr>
        <p:xfrm>
          <a:off x="183377" y="614884"/>
          <a:ext cx="5803953" cy="1051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735">
                  <a:extLst>
                    <a:ext uri="{9D8B030D-6E8A-4147-A177-3AD203B41FA5}">
                      <a16:colId xmlns:a16="http://schemas.microsoft.com/office/drawing/2014/main" val="3151884932"/>
                    </a:ext>
                  </a:extLst>
                </a:gridCol>
                <a:gridCol w="4699218">
                  <a:extLst>
                    <a:ext uri="{9D8B030D-6E8A-4147-A177-3AD203B41FA5}">
                      <a16:colId xmlns:a16="http://schemas.microsoft.com/office/drawing/2014/main" val="3719136669"/>
                    </a:ext>
                  </a:extLst>
                </a:gridCol>
              </a:tblGrid>
              <a:tr h="212150"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NAME(S)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Arthur Yip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22385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hlinkClick r:id="rId3"/>
                        </a:rPr>
                        <a:t>Arthur.Yip@nrel.gov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932430"/>
                  </a:ext>
                </a:extLst>
              </a:tr>
              <a:tr h="212150"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ORGANIZATION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NREL (Potential collaborators: J. Helveston, GWU; M. Taylor, LBNL; Gohlke/Zhou, ANL)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060545"/>
                  </a:ext>
                </a:extLst>
              </a:tr>
              <a:tr h="243511"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PROJECT TITLE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Tracking EVs Everywhere: State of Local EV Markets Nationwide, and Implications for Affordability, Accessibility, Equity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938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09598A-BD3B-25F7-E989-56AC7F784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02813"/>
              </p:ext>
            </p:extLst>
          </p:nvPr>
        </p:nvGraphicFramePr>
        <p:xfrm>
          <a:off x="183376" y="1656163"/>
          <a:ext cx="5803956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56">
                  <a:extLst>
                    <a:ext uri="{9D8B030D-6E8A-4147-A177-3AD203B41FA5}">
                      <a16:colId xmlns:a16="http://schemas.microsoft.com/office/drawing/2014/main" val="369939319"/>
                    </a:ext>
                  </a:extLst>
                </a:gridCol>
              </a:tblGrid>
              <a:tr h="22867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GOALS/OBJECTIVES OF THE PROJECT (50 words max)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608725"/>
                  </a:ext>
                </a:extLst>
              </a:tr>
              <a:tr h="117767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Disseminate quantitative metrics and summary statistics that is open-access, reliable, best-available, frequently updated (e.g. monthly or quarterly), transparently and </a:t>
                      </a:r>
                      <a:r>
                        <a:rPr lang="en-US" sz="900" dirty="0" err="1"/>
                        <a:t>replicably</a:t>
                      </a:r>
                      <a:r>
                        <a:rPr lang="en-US" sz="900" dirty="0"/>
                        <a:t> generated, regarding the state of EV markets (new and used) across the entire US at high spatial resolution (e.g. county or </a:t>
                      </a:r>
                      <a:r>
                        <a:rPr lang="en-US" sz="900" dirty="0" err="1"/>
                        <a:t>zipcode</a:t>
                      </a:r>
                      <a:r>
                        <a:rPr lang="en-US" sz="900" dirty="0"/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Provide standardized up-to-date baseline market data to enhance modeling, analysis, projections, and research, and also support local community planning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As EV market evolves rapidly, inform potential for and barriers to EV adoption and access, for local community planning, modeling, policy making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Expose existing EV market disparities in access and adoption, by deriving and disseminating high-resolution, standardized data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Provide up-to-date insight on local revealed preferences, patterns, and factors of EV adoption, enabling tracking of progress on EV deserts in rural areas, for example.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Transportation energy cost burden, adoption potential and barriers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Inform community planners, modelers, analysts, policymakers, manufacturers, consumers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4305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6FD8489-06A3-4FB7-BD3C-5754BDFB9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584370"/>
              </p:ext>
            </p:extLst>
          </p:nvPr>
        </p:nvGraphicFramePr>
        <p:xfrm>
          <a:off x="183375" y="3111067"/>
          <a:ext cx="5803956" cy="1708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56">
                  <a:extLst>
                    <a:ext uri="{9D8B030D-6E8A-4147-A177-3AD203B41FA5}">
                      <a16:colId xmlns:a16="http://schemas.microsoft.com/office/drawing/2014/main" val="369939319"/>
                    </a:ext>
                  </a:extLst>
                </a:gridCol>
              </a:tblGrid>
              <a:tr h="38071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METHODOLOGICAL APPROACHES (e.g. survey data, new or existing model, etc.)                                    (70 words max)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608725"/>
                  </a:ext>
                </a:extLst>
              </a:tr>
              <a:tr h="1312449"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Fuse proprietary and semi-private big data (Experian registration matched with demographics &amp; </a:t>
                      </a:r>
                      <a:r>
                        <a:rPr lang="en-US" sz="900" dirty="0" err="1"/>
                        <a:t>marketcheck</a:t>
                      </a:r>
                      <a:r>
                        <a:rPr lang="en-US" sz="900" dirty="0"/>
                        <a:t> dealership vehicle listings)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Design desired metrics of new and used EV market adoption, access, availability, affordability, equity, derive reproducibly and at high resolution, and disseminate at high frequency (quarterly)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Collect/model local electric &amp; fuel costs, incl. EVSE &amp; soft costs, specific to type/power/use cases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Collect/infer data on dealer factors (interviews and/or ML on listings): EV exposure, staff training, marketing/messaging, consumer targeting, sales and maintenance margins, incentives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Extend to analyses of charging access and cost burden, other factors critical to EV market evolution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4305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012A3EE-4EFE-A46D-E18B-140903D62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337489"/>
              </p:ext>
            </p:extLst>
          </p:nvPr>
        </p:nvGraphicFramePr>
        <p:xfrm>
          <a:off x="183375" y="4856522"/>
          <a:ext cx="5803955" cy="2739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55">
                  <a:extLst>
                    <a:ext uri="{9D8B030D-6E8A-4147-A177-3AD203B41FA5}">
                      <a16:colId xmlns:a16="http://schemas.microsoft.com/office/drawing/2014/main" val="369939319"/>
                    </a:ext>
                  </a:extLst>
                </a:gridCol>
              </a:tblGrid>
              <a:tr h="31649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MEASUREMENTS OF SUCCESS (70 words max)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608725"/>
                  </a:ext>
                </a:extLst>
              </a:tr>
              <a:tr h="1010072"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dirty="0"/>
                        <a:t>Data access by local communities, non-profits, small organizations, and all DOE researchers, modelers, analysts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dirty="0"/>
                        <a:t>Authoritative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- Development of reproducible metrics for tracking EV market evolution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- Dashboard and reports cited by stakeholders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- Establishment of a public-facing dashboard for real-time market tracking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- Integration of findings into policy discussions and industry planning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dirty="0"/>
                        <a:t>Media coverage and stakeholder engagement with annual reports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dirty="0"/>
                        <a:t>Enhancement and replacement of closed-access sources such as Alliance for Automotive Innovation dashboard, Bloomberg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Publicly accessible resource, number of hits and downloads, positive value assessment and reviews from peer researchers/modelers/analysts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Similar products: Tracking the Sun (solar), T-ATB, EPA Automotive Trends, AFDC, ANL Monthly LDV Sales Updates, Alliance for Automotive Innovation Dashboard/quarterly report, Atlas Public Policy EV Hub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Proposed advances: used market data, open-source/access, frequent updates, high spatial and temporal resolution, as detailed as licenses will allow, standardized metrics relevant to DOE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4305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6241C09-B9D4-493A-EE6F-4902C14C1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085426"/>
              </p:ext>
            </p:extLst>
          </p:nvPr>
        </p:nvGraphicFramePr>
        <p:xfrm>
          <a:off x="6096000" y="614885"/>
          <a:ext cx="5656999" cy="5589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6999">
                  <a:extLst>
                    <a:ext uri="{9D8B030D-6E8A-4147-A177-3AD203B41FA5}">
                      <a16:colId xmlns:a16="http://schemas.microsoft.com/office/drawing/2014/main" val="369939319"/>
                    </a:ext>
                  </a:extLst>
                </a:gridCol>
              </a:tblGrid>
              <a:tr h="29966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PROPOSED KEY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608725"/>
                  </a:ext>
                </a:extLst>
              </a:tr>
              <a:tr h="5290102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Dashboard and/or regular reports, with dynamic visualizations showing spatial and temporal trends in PEV adoption, availability, and affordability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Data resolution: 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Geographic: county or </a:t>
                      </a:r>
                      <a:r>
                        <a:rPr lang="en-US" sz="900" dirty="0" err="1"/>
                        <a:t>zipcode</a:t>
                      </a:r>
                      <a:r>
                        <a:rPr lang="en-US" sz="900" dirty="0"/>
                        <a:t>, &amp; urbanity type via density/classification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Demographics: income, housing type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Vehicle: new/used, class/segment, price category, powertrain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Temporal coverage: quarterly updates (lagged by 1-2 quarters), with 10+ years of history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Metrics: 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Sales and stock shares, vehicle turnover, age, migration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Price distributions and affordability indices 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Make-model availability/introductions/discontinuations at dealerships/localities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New and used EV accessibility measured by travel time to available EV at dealer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Visualizations: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Choropleths (geographic heat maps) of EV adoption, affordability, and availability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Recent trends with historical context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Specific examples: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- Adoption of EVs by locality and demographics e.g. EV purchase and ownership rates for low-income apartment-dwellers in </a:t>
                      </a:r>
                      <a:r>
                        <a:rPr lang="en-US" sz="900" dirty="0" err="1"/>
                        <a:t>zipcode</a:t>
                      </a:r>
                      <a:r>
                        <a:rPr lang="en-US" sz="900" dirty="0"/>
                        <a:t> 12345 (Implications on possible reliance on public charging)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dirty="0"/>
                        <a:t>- Affordability and availability of EVs specific to locality or rurality e.g. prices and availability of used pickup trucks (ICEV vs. EV) in </a:t>
                      </a:r>
                      <a:r>
                        <a:rPr lang="en-US" sz="900" dirty="0" err="1"/>
                        <a:t>zipcode</a:t>
                      </a:r>
                      <a:r>
                        <a:rPr lang="en-US" sz="900" dirty="0"/>
                        <a:t> 12345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/>
                        <a:t>- In each zip-code/county, and by demographic, how much is being spent on (new or used) cars, informed by locality and demographics based on vehicle make-model-years.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dirty="0"/>
                        <a:t>- Current EV sales at X%, Y level of availability, Z affordability lead to A% EV stock, B level of disparity, C cost burden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Where are EVs sold vs. ending up? How are used EVs migrating across the U.S.?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430538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4EA9D70-C1A4-CC6C-9FA2-F4474EB29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013" y="6099804"/>
            <a:ext cx="2975401" cy="177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E900D4-67DC-176F-7758-4C981E757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099" y="6175691"/>
            <a:ext cx="2006316" cy="10414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A1EDCA-018A-3F16-2AFC-B1658B48D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035" y="4968161"/>
            <a:ext cx="2908324" cy="1118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D66E0F-A061-AACE-4899-3F16ED96721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9" b="11902"/>
          <a:stretch/>
        </p:blipFill>
        <p:spPr bwMode="auto">
          <a:xfrm>
            <a:off x="6095998" y="4968161"/>
            <a:ext cx="2696994" cy="20203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7238421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EERE">
  <a:themeElements>
    <a:clrScheme name="DOE-2024">
      <a:dk1>
        <a:srgbClr val="000000"/>
      </a:dk1>
      <a:lt1>
        <a:srgbClr val="FFFFFF"/>
      </a:lt1>
      <a:dk2>
        <a:srgbClr val="085A9B"/>
      </a:dk2>
      <a:lt2>
        <a:srgbClr val="C5CBD1"/>
      </a:lt2>
      <a:accent1>
        <a:srgbClr val="020079"/>
      </a:accent1>
      <a:accent2>
        <a:srgbClr val="0074FF"/>
      </a:accent2>
      <a:accent3>
        <a:srgbClr val="FFB000"/>
      </a:accent3>
      <a:accent4>
        <a:srgbClr val="30BF2C"/>
      </a:accent4>
      <a:accent5>
        <a:srgbClr val="FF6633"/>
      </a:accent5>
      <a:accent6>
        <a:srgbClr val="AD03DE"/>
      </a:accent6>
      <a:hlink>
        <a:srgbClr val="085A9B"/>
      </a:hlink>
      <a:folHlink>
        <a:srgbClr val="085A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 EERE" id="{34CBD1D6-0B4B-4399-AD88-AB7C92B3ECD6}" vid="{DD11F10C-84E9-4FF4-A20D-58FF6C8996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15d6e2-380f-421b-9565-c314c91b12a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AB59326A4AE1439437F6E4900BCD2E" ma:contentTypeVersion="12" ma:contentTypeDescription="Create a new document." ma:contentTypeScope="" ma:versionID="e2197e971670a7e4926f58dd31537dbc">
  <xsd:schema xmlns:xsd="http://www.w3.org/2001/XMLSchema" xmlns:xs="http://www.w3.org/2001/XMLSchema" xmlns:p="http://schemas.microsoft.com/office/2006/metadata/properties" xmlns:ns2="4515d6e2-380f-421b-9565-c314c91b12aa" xmlns:ns3="65a7a93d-c24f-4f80-8feb-1d2b19c461de" targetNamespace="http://schemas.microsoft.com/office/2006/metadata/properties" ma:root="true" ma:fieldsID="b71934fd73af810d40c04a2546228f37" ns2:_="" ns3:_="">
    <xsd:import namespace="4515d6e2-380f-421b-9565-c314c91b12aa"/>
    <xsd:import namespace="65a7a93d-c24f-4f80-8feb-1d2b19c461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15d6e2-380f-421b-9565-c314c91b12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6d46bd7-4a58-4bc0-a217-7245e6e704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7a93d-c24f-4f80-8feb-1d2b19c461d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F7820F-679A-4C43-AC66-C66355366166}">
  <ds:schemaRefs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65a7a93d-c24f-4f80-8feb-1d2b19c461de"/>
    <ds:schemaRef ds:uri="http://schemas.microsoft.com/office/infopath/2007/PartnerControls"/>
    <ds:schemaRef ds:uri="http://purl.org/dc/dcmitype/"/>
    <ds:schemaRef ds:uri="4515d6e2-380f-421b-9565-c314c91b12aa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DE00E3B-828F-4C21-A947-45EDE0D21A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15d6e2-380f-421b-9565-c314c91b12aa"/>
    <ds:schemaRef ds:uri="65a7a93d-c24f-4f80-8feb-1d2b19c461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10324B-AB6A-4242-8551-A716FA763DF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4856</TotalTime>
  <Words>1023</Words>
  <Application>Microsoft Office PowerPoint</Application>
  <PresentationFormat>Widescreen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Arial Black</vt:lpstr>
      <vt:lpstr>Theme EERE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Timbario, Thomas (CONTR)</dc:creator>
  <cp:lastModifiedBy>Yip, Arthur</cp:lastModifiedBy>
  <cp:revision>6</cp:revision>
  <dcterms:created xsi:type="dcterms:W3CDTF">2024-11-12T18:53:21Z</dcterms:created>
  <dcterms:modified xsi:type="dcterms:W3CDTF">2025-01-15T19:23:36Z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0x01010042AB59326A4AE1439437F6E4900BCD2E</vt:lpwstr>
  </property>
  <property fmtid="{D5CDD505-2E9C-101B-9397-08002B2CF9AE}" pid="3" name="MediaServiceImageTags">
    <vt:lpwstr/>
  </property>
</Properties>
</file>