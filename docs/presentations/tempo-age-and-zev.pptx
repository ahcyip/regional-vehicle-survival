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1"/>
  </p:notesMasterIdLst>
  <p:sldIdLst>
    <p:sldId id="358" r:id="rId5"/>
    <p:sldId id="2147375092" r:id="rId6"/>
    <p:sldId id="364" r:id="rId7"/>
    <p:sldId id="353" r:id="rId8"/>
    <p:sldId id="355" r:id="rId9"/>
    <p:sldId id="2147375012" r:id="rId10"/>
    <p:sldId id="361" r:id="rId11"/>
    <p:sldId id="2147375081" r:id="rId12"/>
    <p:sldId id="2147375086" r:id="rId13"/>
    <p:sldId id="2147375085" r:id="rId14"/>
    <p:sldId id="360" r:id="rId15"/>
    <p:sldId id="354" r:id="rId16"/>
    <p:sldId id="2147375084" r:id="rId17"/>
    <p:sldId id="365" r:id="rId18"/>
    <p:sldId id="366" r:id="rId19"/>
    <p:sldId id="2147375007" r:id="rId20"/>
    <p:sldId id="356" r:id="rId21"/>
    <p:sldId id="2147375008" r:id="rId22"/>
    <p:sldId id="2147375082" r:id="rId23"/>
    <p:sldId id="2147375009" r:id="rId24"/>
    <p:sldId id="2147375010" r:id="rId25"/>
    <p:sldId id="2147375011" r:id="rId26"/>
    <p:sldId id="2147375083" r:id="rId27"/>
    <p:sldId id="2147375091" r:id="rId28"/>
    <p:sldId id="2147375090" r:id="rId29"/>
    <p:sldId id="2147375093" r:id="rId30"/>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oelynn Schroeder" initials="" lastIdx="1" clrIdx="0"/>
  <p:cmAuthor id="1" name="Hale, Elaine" initials="HE" lastIdx="7" clrIdx="1">
    <p:extLst>
      <p:ext uri="{19B8F6BF-5375-455C-9EA6-DF929625EA0E}">
        <p15:presenceInfo xmlns:p15="http://schemas.microsoft.com/office/powerpoint/2012/main" userId="S::ehale@nrel.gov::946eac85-b718-48c6-9ce0-b0edbb4cfed4" providerId="AD"/>
      </p:ext>
    </p:extLst>
  </p:cmAuthor>
  <p:cmAuthor id="2" name="Yip, Arthur" initials="YA" lastIdx="8" clrIdx="2">
    <p:extLst>
      <p:ext uri="{19B8F6BF-5375-455C-9EA6-DF929625EA0E}">
        <p15:presenceInfo xmlns:p15="http://schemas.microsoft.com/office/powerpoint/2012/main" userId="S::ayip@nrel.gov::449abbf6-f4cb-4fa5-ac32-cf7a55bef8b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6E6E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7228CE-BE97-4080-9812-371BA8458095}" v="99" dt="2025-06-27T09:08:49.1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46" autoAdjust="0"/>
    <p:restoredTop sz="77966" autoAdjust="0"/>
  </p:normalViewPr>
  <p:slideViewPr>
    <p:cSldViewPr snapToGrid="0" snapToObjects="1">
      <p:cViewPr varScale="1">
        <p:scale>
          <a:sx n="109" d="100"/>
          <a:sy n="109" d="100"/>
        </p:scale>
        <p:origin x="1578" y="96"/>
      </p:cViewPr>
      <p:guideLst>
        <p:guide orient="horz" pos="1620"/>
        <p:guide pos="2880"/>
      </p:guideLst>
    </p:cSldViewPr>
  </p:slideViewPr>
  <p:notesTextViewPr>
    <p:cViewPr>
      <p:scale>
        <a:sx n="155" d="100"/>
        <a:sy n="155" d="100"/>
      </p:scale>
      <p:origin x="0" y="0"/>
    </p:cViewPr>
  </p:notesTextViewPr>
  <p:sorterViewPr>
    <p:cViewPr>
      <p:scale>
        <a:sx n="164" d="100"/>
        <a:sy n="164" d="100"/>
      </p:scale>
      <p:origin x="0" y="0"/>
    </p:cViewPr>
  </p:sorterViewPr>
  <p:notesViewPr>
    <p:cSldViewPr snapToGrid="0" snapToObjects="1">
      <p:cViewPr varScale="1">
        <p:scale>
          <a:sx n="161" d="100"/>
          <a:sy n="161" d="100"/>
        </p:scale>
        <p:origin x="5296" y="21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commentAuthors" Target="commentAuthors.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ip, Arthur" userId="449abbf6-f4cb-4fa5-ac32-cf7a55bef8bf" providerId="ADAL" clId="{B4B9B720-4D6B-49D0-964B-73FD2AA04E37}"/>
    <pc:docChg chg="custSel delSld modSld">
      <pc:chgData name="Yip, Arthur" userId="449abbf6-f4cb-4fa5-ac32-cf7a55bef8bf" providerId="ADAL" clId="{B4B9B720-4D6B-49D0-964B-73FD2AA04E37}" dt="2023-03-31T20:19:39.671" v="930" actId="20577"/>
      <pc:docMkLst>
        <pc:docMk/>
      </pc:docMkLst>
      <pc:sldChg chg="del">
        <pc:chgData name="Yip, Arthur" userId="449abbf6-f4cb-4fa5-ac32-cf7a55bef8bf" providerId="ADAL" clId="{B4B9B720-4D6B-49D0-964B-73FD2AA04E37}" dt="2023-03-28T15:14:06.490" v="236" actId="47"/>
        <pc:sldMkLst>
          <pc:docMk/>
          <pc:sldMk cId="3416941934" sldId="256"/>
        </pc:sldMkLst>
      </pc:sldChg>
      <pc:sldChg chg="del">
        <pc:chgData name="Yip, Arthur" userId="449abbf6-f4cb-4fa5-ac32-cf7a55bef8bf" providerId="ADAL" clId="{B4B9B720-4D6B-49D0-964B-73FD2AA04E37}" dt="2023-03-28T15:11:51.159" v="173" actId="47"/>
        <pc:sldMkLst>
          <pc:docMk/>
          <pc:sldMk cId="2862198453" sldId="289"/>
        </pc:sldMkLst>
      </pc:sldChg>
      <pc:sldChg chg="del">
        <pc:chgData name="Yip, Arthur" userId="449abbf6-f4cb-4fa5-ac32-cf7a55bef8bf" providerId="ADAL" clId="{B4B9B720-4D6B-49D0-964B-73FD2AA04E37}" dt="2023-03-28T15:11:51.159" v="173" actId="47"/>
        <pc:sldMkLst>
          <pc:docMk/>
          <pc:sldMk cId="814729767" sldId="300"/>
        </pc:sldMkLst>
      </pc:sldChg>
      <pc:sldChg chg="del">
        <pc:chgData name="Yip, Arthur" userId="449abbf6-f4cb-4fa5-ac32-cf7a55bef8bf" providerId="ADAL" clId="{B4B9B720-4D6B-49D0-964B-73FD2AA04E37}" dt="2023-03-28T15:11:51.159" v="173" actId="47"/>
        <pc:sldMkLst>
          <pc:docMk/>
          <pc:sldMk cId="1018520568" sldId="302"/>
        </pc:sldMkLst>
      </pc:sldChg>
      <pc:sldChg chg="del">
        <pc:chgData name="Yip, Arthur" userId="449abbf6-f4cb-4fa5-ac32-cf7a55bef8bf" providerId="ADAL" clId="{B4B9B720-4D6B-49D0-964B-73FD2AA04E37}" dt="2023-03-28T15:11:51.159" v="173" actId="47"/>
        <pc:sldMkLst>
          <pc:docMk/>
          <pc:sldMk cId="2757054478" sldId="305"/>
        </pc:sldMkLst>
      </pc:sldChg>
      <pc:sldChg chg="del">
        <pc:chgData name="Yip, Arthur" userId="449abbf6-f4cb-4fa5-ac32-cf7a55bef8bf" providerId="ADAL" clId="{B4B9B720-4D6B-49D0-964B-73FD2AA04E37}" dt="2023-03-28T15:11:51.159" v="173" actId="47"/>
        <pc:sldMkLst>
          <pc:docMk/>
          <pc:sldMk cId="2076475766" sldId="306"/>
        </pc:sldMkLst>
      </pc:sldChg>
      <pc:sldChg chg="del">
        <pc:chgData name="Yip, Arthur" userId="449abbf6-f4cb-4fa5-ac32-cf7a55bef8bf" providerId="ADAL" clId="{B4B9B720-4D6B-49D0-964B-73FD2AA04E37}" dt="2023-03-28T15:11:51.159" v="173" actId="47"/>
        <pc:sldMkLst>
          <pc:docMk/>
          <pc:sldMk cId="2066454118" sldId="311"/>
        </pc:sldMkLst>
      </pc:sldChg>
      <pc:sldChg chg="del">
        <pc:chgData name="Yip, Arthur" userId="449abbf6-f4cb-4fa5-ac32-cf7a55bef8bf" providerId="ADAL" clId="{B4B9B720-4D6B-49D0-964B-73FD2AA04E37}" dt="2023-03-28T15:11:51.159" v="173" actId="47"/>
        <pc:sldMkLst>
          <pc:docMk/>
          <pc:sldMk cId="3457516871" sldId="312"/>
        </pc:sldMkLst>
      </pc:sldChg>
      <pc:sldChg chg="del">
        <pc:chgData name="Yip, Arthur" userId="449abbf6-f4cb-4fa5-ac32-cf7a55bef8bf" providerId="ADAL" clId="{B4B9B720-4D6B-49D0-964B-73FD2AA04E37}" dt="2023-03-28T15:11:51.159" v="173" actId="47"/>
        <pc:sldMkLst>
          <pc:docMk/>
          <pc:sldMk cId="453415051" sldId="313"/>
        </pc:sldMkLst>
      </pc:sldChg>
      <pc:sldChg chg="del">
        <pc:chgData name="Yip, Arthur" userId="449abbf6-f4cb-4fa5-ac32-cf7a55bef8bf" providerId="ADAL" clId="{B4B9B720-4D6B-49D0-964B-73FD2AA04E37}" dt="2023-03-28T15:11:51.159" v="173" actId="47"/>
        <pc:sldMkLst>
          <pc:docMk/>
          <pc:sldMk cId="495826824" sldId="314"/>
        </pc:sldMkLst>
      </pc:sldChg>
      <pc:sldChg chg="del">
        <pc:chgData name="Yip, Arthur" userId="449abbf6-f4cb-4fa5-ac32-cf7a55bef8bf" providerId="ADAL" clId="{B4B9B720-4D6B-49D0-964B-73FD2AA04E37}" dt="2023-03-28T15:11:51.159" v="173" actId="47"/>
        <pc:sldMkLst>
          <pc:docMk/>
          <pc:sldMk cId="83370708" sldId="316"/>
        </pc:sldMkLst>
      </pc:sldChg>
      <pc:sldChg chg="del">
        <pc:chgData name="Yip, Arthur" userId="449abbf6-f4cb-4fa5-ac32-cf7a55bef8bf" providerId="ADAL" clId="{B4B9B720-4D6B-49D0-964B-73FD2AA04E37}" dt="2023-03-28T15:11:51.159" v="173" actId="47"/>
        <pc:sldMkLst>
          <pc:docMk/>
          <pc:sldMk cId="3455541307" sldId="317"/>
        </pc:sldMkLst>
      </pc:sldChg>
      <pc:sldChg chg="del">
        <pc:chgData name="Yip, Arthur" userId="449abbf6-f4cb-4fa5-ac32-cf7a55bef8bf" providerId="ADAL" clId="{B4B9B720-4D6B-49D0-964B-73FD2AA04E37}" dt="2023-03-28T15:11:51.159" v="173" actId="47"/>
        <pc:sldMkLst>
          <pc:docMk/>
          <pc:sldMk cId="1346933359" sldId="318"/>
        </pc:sldMkLst>
      </pc:sldChg>
      <pc:sldChg chg="del">
        <pc:chgData name="Yip, Arthur" userId="449abbf6-f4cb-4fa5-ac32-cf7a55bef8bf" providerId="ADAL" clId="{B4B9B720-4D6B-49D0-964B-73FD2AA04E37}" dt="2023-03-28T15:11:51.159" v="173" actId="47"/>
        <pc:sldMkLst>
          <pc:docMk/>
          <pc:sldMk cId="2562218105" sldId="319"/>
        </pc:sldMkLst>
      </pc:sldChg>
      <pc:sldChg chg="del">
        <pc:chgData name="Yip, Arthur" userId="449abbf6-f4cb-4fa5-ac32-cf7a55bef8bf" providerId="ADAL" clId="{B4B9B720-4D6B-49D0-964B-73FD2AA04E37}" dt="2023-03-28T15:11:51.159" v="173" actId="47"/>
        <pc:sldMkLst>
          <pc:docMk/>
          <pc:sldMk cId="1468447756" sldId="320"/>
        </pc:sldMkLst>
      </pc:sldChg>
      <pc:sldChg chg="del">
        <pc:chgData name="Yip, Arthur" userId="449abbf6-f4cb-4fa5-ac32-cf7a55bef8bf" providerId="ADAL" clId="{B4B9B720-4D6B-49D0-964B-73FD2AA04E37}" dt="2023-03-28T15:11:51.159" v="173" actId="47"/>
        <pc:sldMkLst>
          <pc:docMk/>
          <pc:sldMk cId="4255651993" sldId="321"/>
        </pc:sldMkLst>
      </pc:sldChg>
      <pc:sldChg chg="del">
        <pc:chgData name="Yip, Arthur" userId="449abbf6-f4cb-4fa5-ac32-cf7a55bef8bf" providerId="ADAL" clId="{B4B9B720-4D6B-49D0-964B-73FD2AA04E37}" dt="2023-03-28T15:11:51.159" v="173" actId="47"/>
        <pc:sldMkLst>
          <pc:docMk/>
          <pc:sldMk cId="1392902553" sldId="322"/>
        </pc:sldMkLst>
      </pc:sldChg>
      <pc:sldChg chg="del">
        <pc:chgData name="Yip, Arthur" userId="449abbf6-f4cb-4fa5-ac32-cf7a55bef8bf" providerId="ADAL" clId="{B4B9B720-4D6B-49D0-964B-73FD2AA04E37}" dt="2023-03-28T15:11:51.159" v="173" actId="47"/>
        <pc:sldMkLst>
          <pc:docMk/>
          <pc:sldMk cId="1005733641" sldId="323"/>
        </pc:sldMkLst>
      </pc:sldChg>
      <pc:sldChg chg="del">
        <pc:chgData name="Yip, Arthur" userId="449abbf6-f4cb-4fa5-ac32-cf7a55bef8bf" providerId="ADAL" clId="{B4B9B720-4D6B-49D0-964B-73FD2AA04E37}" dt="2023-03-28T15:11:51.159" v="173" actId="47"/>
        <pc:sldMkLst>
          <pc:docMk/>
          <pc:sldMk cId="33227838" sldId="325"/>
        </pc:sldMkLst>
      </pc:sldChg>
      <pc:sldChg chg="del">
        <pc:chgData name="Yip, Arthur" userId="449abbf6-f4cb-4fa5-ac32-cf7a55bef8bf" providerId="ADAL" clId="{B4B9B720-4D6B-49D0-964B-73FD2AA04E37}" dt="2023-03-28T15:11:51.159" v="173" actId="47"/>
        <pc:sldMkLst>
          <pc:docMk/>
          <pc:sldMk cId="538855094" sldId="326"/>
        </pc:sldMkLst>
      </pc:sldChg>
      <pc:sldChg chg="del">
        <pc:chgData name="Yip, Arthur" userId="449abbf6-f4cb-4fa5-ac32-cf7a55bef8bf" providerId="ADAL" clId="{B4B9B720-4D6B-49D0-964B-73FD2AA04E37}" dt="2023-03-28T15:11:51.159" v="173" actId="47"/>
        <pc:sldMkLst>
          <pc:docMk/>
          <pc:sldMk cId="1939329691" sldId="327"/>
        </pc:sldMkLst>
      </pc:sldChg>
      <pc:sldChg chg="del">
        <pc:chgData name="Yip, Arthur" userId="449abbf6-f4cb-4fa5-ac32-cf7a55bef8bf" providerId="ADAL" clId="{B4B9B720-4D6B-49D0-964B-73FD2AA04E37}" dt="2023-03-28T15:11:51.159" v="173" actId="47"/>
        <pc:sldMkLst>
          <pc:docMk/>
          <pc:sldMk cId="1688250161" sldId="328"/>
        </pc:sldMkLst>
      </pc:sldChg>
      <pc:sldChg chg="del">
        <pc:chgData name="Yip, Arthur" userId="449abbf6-f4cb-4fa5-ac32-cf7a55bef8bf" providerId="ADAL" clId="{B4B9B720-4D6B-49D0-964B-73FD2AA04E37}" dt="2023-03-28T15:11:51.159" v="173" actId="47"/>
        <pc:sldMkLst>
          <pc:docMk/>
          <pc:sldMk cId="1131124420" sldId="329"/>
        </pc:sldMkLst>
      </pc:sldChg>
      <pc:sldChg chg="del">
        <pc:chgData name="Yip, Arthur" userId="449abbf6-f4cb-4fa5-ac32-cf7a55bef8bf" providerId="ADAL" clId="{B4B9B720-4D6B-49D0-964B-73FD2AA04E37}" dt="2023-03-28T15:11:51.159" v="173" actId="47"/>
        <pc:sldMkLst>
          <pc:docMk/>
          <pc:sldMk cId="2154708693" sldId="330"/>
        </pc:sldMkLst>
      </pc:sldChg>
      <pc:sldChg chg="del">
        <pc:chgData name="Yip, Arthur" userId="449abbf6-f4cb-4fa5-ac32-cf7a55bef8bf" providerId="ADAL" clId="{B4B9B720-4D6B-49D0-964B-73FD2AA04E37}" dt="2023-03-28T15:11:51.159" v="173" actId="47"/>
        <pc:sldMkLst>
          <pc:docMk/>
          <pc:sldMk cId="848049614" sldId="331"/>
        </pc:sldMkLst>
      </pc:sldChg>
      <pc:sldChg chg="del">
        <pc:chgData name="Yip, Arthur" userId="449abbf6-f4cb-4fa5-ac32-cf7a55bef8bf" providerId="ADAL" clId="{B4B9B720-4D6B-49D0-964B-73FD2AA04E37}" dt="2023-03-28T15:11:43.048" v="172" actId="47"/>
        <pc:sldMkLst>
          <pc:docMk/>
          <pc:sldMk cId="3171420101" sldId="333"/>
        </pc:sldMkLst>
      </pc:sldChg>
      <pc:sldChg chg="del">
        <pc:chgData name="Yip, Arthur" userId="449abbf6-f4cb-4fa5-ac32-cf7a55bef8bf" providerId="ADAL" clId="{B4B9B720-4D6B-49D0-964B-73FD2AA04E37}" dt="2023-03-28T15:11:43.048" v="172" actId="47"/>
        <pc:sldMkLst>
          <pc:docMk/>
          <pc:sldMk cId="1794058667" sldId="334"/>
        </pc:sldMkLst>
      </pc:sldChg>
      <pc:sldChg chg="del">
        <pc:chgData name="Yip, Arthur" userId="449abbf6-f4cb-4fa5-ac32-cf7a55bef8bf" providerId="ADAL" clId="{B4B9B720-4D6B-49D0-964B-73FD2AA04E37}" dt="2023-03-28T15:11:43.048" v="172" actId="47"/>
        <pc:sldMkLst>
          <pc:docMk/>
          <pc:sldMk cId="280924925" sldId="335"/>
        </pc:sldMkLst>
      </pc:sldChg>
      <pc:sldChg chg="del">
        <pc:chgData name="Yip, Arthur" userId="449abbf6-f4cb-4fa5-ac32-cf7a55bef8bf" providerId="ADAL" clId="{B4B9B720-4D6B-49D0-964B-73FD2AA04E37}" dt="2023-03-28T15:11:43.048" v="172" actId="47"/>
        <pc:sldMkLst>
          <pc:docMk/>
          <pc:sldMk cId="1552186646" sldId="336"/>
        </pc:sldMkLst>
      </pc:sldChg>
      <pc:sldChg chg="del">
        <pc:chgData name="Yip, Arthur" userId="449abbf6-f4cb-4fa5-ac32-cf7a55bef8bf" providerId="ADAL" clId="{B4B9B720-4D6B-49D0-964B-73FD2AA04E37}" dt="2023-03-28T15:11:43.048" v="172" actId="47"/>
        <pc:sldMkLst>
          <pc:docMk/>
          <pc:sldMk cId="3635011839" sldId="337"/>
        </pc:sldMkLst>
      </pc:sldChg>
      <pc:sldChg chg="del">
        <pc:chgData name="Yip, Arthur" userId="449abbf6-f4cb-4fa5-ac32-cf7a55bef8bf" providerId="ADAL" clId="{B4B9B720-4D6B-49D0-964B-73FD2AA04E37}" dt="2023-03-28T15:11:43.048" v="172" actId="47"/>
        <pc:sldMkLst>
          <pc:docMk/>
          <pc:sldMk cId="2802186739" sldId="338"/>
        </pc:sldMkLst>
      </pc:sldChg>
      <pc:sldChg chg="del">
        <pc:chgData name="Yip, Arthur" userId="449abbf6-f4cb-4fa5-ac32-cf7a55bef8bf" providerId="ADAL" clId="{B4B9B720-4D6B-49D0-964B-73FD2AA04E37}" dt="2023-03-28T15:11:43.048" v="172" actId="47"/>
        <pc:sldMkLst>
          <pc:docMk/>
          <pc:sldMk cId="3937542267" sldId="339"/>
        </pc:sldMkLst>
      </pc:sldChg>
      <pc:sldChg chg="del">
        <pc:chgData name="Yip, Arthur" userId="449abbf6-f4cb-4fa5-ac32-cf7a55bef8bf" providerId="ADAL" clId="{B4B9B720-4D6B-49D0-964B-73FD2AA04E37}" dt="2023-03-28T15:11:43.048" v="172" actId="47"/>
        <pc:sldMkLst>
          <pc:docMk/>
          <pc:sldMk cId="4279099155" sldId="340"/>
        </pc:sldMkLst>
      </pc:sldChg>
      <pc:sldChg chg="del">
        <pc:chgData name="Yip, Arthur" userId="449abbf6-f4cb-4fa5-ac32-cf7a55bef8bf" providerId="ADAL" clId="{B4B9B720-4D6B-49D0-964B-73FD2AA04E37}" dt="2023-03-28T15:11:43.048" v="172" actId="47"/>
        <pc:sldMkLst>
          <pc:docMk/>
          <pc:sldMk cId="950320440" sldId="341"/>
        </pc:sldMkLst>
      </pc:sldChg>
      <pc:sldChg chg="del">
        <pc:chgData name="Yip, Arthur" userId="449abbf6-f4cb-4fa5-ac32-cf7a55bef8bf" providerId="ADAL" clId="{B4B9B720-4D6B-49D0-964B-73FD2AA04E37}" dt="2023-03-28T15:11:43.048" v="172" actId="47"/>
        <pc:sldMkLst>
          <pc:docMk/>
          <pc:sldMk cId="1180486622" sldId="342"/>
        </pc:sldMkLst>
      </pc:sldChg>
      <pc:sldChg chg="del">
        <pc:chgData name="Yip, Arthur" userId="449abbf6-f4cb-4fa5-ac32-cf7a55bef8bf" providerId="ADAL" clId="{B4B9B720-4D6B-49D0-964B-73FD2AA04E37}" dt="2023-03-28T15:11:43.048" v="172" actId="47"/>
        <pc:sldMkLst>
          <pc:docMk/>
          <pc:sldMk cId="3926270154" sldId="343"/>
        </pc:sldMkLst>
      </pc:sldChg>
      <pc:sldChg chg="del">
        <pc:chgData name="Yip, Arthur" userId="449abbf6-f4cb-4fa5-ac32-cf7a55bef8bf" providerId="ADAL" clId="{B4B9B720-4D6B-49D0-964B-73FD2AA04E37}" dt="2023-03-28T15:11:43.048" v="172" actId="47"/>
        <pc:sldMkLst>
          <pc:docMk/>
          <pc:sldMk cId="2069774747" sldId="344"/>
        </pc:sldMkLst>
      </pc:sldChg>
      <pc:sldChg chg="del">
        <pc:chgData name="Yip, Arthur" userId="449abbf6-f4cb-4fa5-ac32-cf7a55bef8bf" providerId="ADAL" clId="{B4B9B720-4D6B-49D0-964B-73FD2AA04E37}" dt="2023-03-28T15:11:43.048" v="172" actId="47"/>
        <pc:sldMkLst>
          <pc:docMk/>
          <pc:sldMk cId="2155362269" sldId="345"/>
        </pc:sldMkLst>
      </pc:sldChg>
      <pc:sldChg chg="del">
        <pc:chgData name="Yip, Arthur" userId="449abbf6-f4cb-4fa5-ac32-cf7a55bef8bf" providerId="ADAL" clId="{B4B9B720-4D6B-49D0-964B-73FD2AA04E37}" dt="2023-03-28T15:11:43.048" v="172" actId="47"/>
        <pc:sldMkLst>
          <pc:docMk/>
          <pc:sldMk cId="629436894" sldId="346"/>
        </pc:sldMkLst>
      </pc:sldChg>
      <pc:sldChg chg="del">
        <pc:chgData name="Yip, Arthur" userId="449abbf6-f4cb-4fa5-ac32-cf7a55bef8bf" providerId="ADAL" clId="{B4B9B720-4D6B-49D0-964B-73FD2AA04E37}" dt="2023-03-28T15:11:43.048" v="172" actId="47"/>
        <pc:sldMkLst>
          <pc:docMk/>
          <pc:sldMk cId="1497792771" sldId="347"/>
        </pc:sldMkLst>
      </pc:sldChg>
      <pc:sldChg chg="del">
        <pc:chgData name="Yip, Arthur" userId="449abbf6-f4cb-4fa5-ac32-cf7a55bef8bf" providerId="ADAL" clId="{B4B9B720-4D6B-49D0-964B-73FD2AA04E37}" dt="2023-03-28T15:11:43.048" v="172" actId="47"/>
        <pc:sldMkLst>
          <pc:docMk/>
          <pc:sldMk cId="3032502736" sldId="348"/>
        </pc:sldMkLst>
      </pc:sldChg>
      <pc:sldChg chg="del">
        <pc:chgData name="Yip, Arthur" userId="449abbf6-f4cb-4fa5-ac32-cf7a55bef8bf" providerId="ADAL" clId="{B4B9B720-4D6B-49D0-964B-73FD2AA04E37}" dt="2023-03-28T15:11:43.048" v="172" actId="47"/>
        <pc:sldMkLst>
          <pc:docMk/>
          <pc:sldMk cId="284195817" sldId="349"/>
        </pc:sldMkLst>
      </pc:sldChg>
      <pc:sldChg chg="del">
        <pc:chgData name="Yip, Arthur" userId="449abbf6-f4cb-4fa5-ac32-cf7a55bef8bf" providerId="ADAL" clId="{B4B9B720-4D6B-49D0-964B-73FD2AA04E37}" dt="2023-03-28T15:11:43.048" v="172" actId="47"/>
        <pc:sldMkLst>
          <pc:docMk/>
          <pc:sldMk cId="420389909" sldId="350"/>
        </pc:sldMkLst>
      </pc:sldChg>
      <pc:sldChg chg="del">
        <pc:chgData name="Yip, Arthur" userId="449abbf6-f4cb-4fa5-ac32-cf7a55bef8bf" providerId="ADAL" clId="{B4B9B720-4D6B-49D0-964B-73FD2AA04E37}" dt="2023-03-28T15:11:43.048" v="172" actId="47"/>
        <pc:sldMkLst>
          <pc:docMk/>
          <pc:sldMk cId="1911920846" sldId="351"/>
        </pc:sldMkLst>
      </pc:sldChg>
      <pc:sldChg chg="del">
        <pc:chgData name="Yip, Arthur" userId="449abbf6-f4cb-4fa5-ac32-cf7a55bef8bf" providerId="ADAL" clId="{B4B9B720-4D6B-49D0-964B-73FD2AA04E37}" dt="2023-03-28T15:11:43.048" v="172" actId="47"/>
        <pc:sldMkLst>
          <pc:docMk/>
          <pc:sldMk cId="4127380501" sldId="352"/>
        </pc:sldMkLst>
      </pc:sldChg>
      <pc:sldChg chg="addSp delSp modSp mod">
        <pc:chgData name="Yip, Arthur" userId="449abbf6-f4cb-4fa5-ac32-cf7a55bef8bf" providerId="ADAL" clId="{B4B9B720-4D6B-49D0-964B-73FD2AA04E37}" dt="2023-03-28T15:14:00.093" v="235" actId="14100"/>
        <pc:sldMkLst>
          <pc:docMk/>
          <pc:sldMk cId="51140694" sldId="353"/>
        </pc:sldMkLst>
      </pc:sldChg>
      <pc:sldChg chg="modSp mod modNotesTx">
        <pc:chgData name="Yip, Arthur" userId="449abbf6-f4cb-4fa5-ac32-cf7a55bef8bf" providerId="ADAL" clId="{B4B9B720-4D6B-49D0-964B-73FD2AA04E37}" dt="2023-03-31T20:19:39.671" v="930" actId="20577"/>
        <pc:sldMkLst>
          <pc:docMk/>
          <pc:sldMk cId="3787731009" sldId="354"/>
        </pc:sldMkLst>
      </pc:sldChg>
    </pc:docChg>
  </pc:docChgLst>
  <pc:docChgLst>
    <pc:chgData name="Arthur Yip" userId="449abbf6-f4cb-4fa5-ac32-cf7a55bef8bf" providerId="ADAL" clId="{B4B9B720-4D6B-49D0-964B-73FD2AA04E37}"/>
    <pc:docChg chg="custSel modSld">
      <pc:chgData name="Arthur Yip" userId="449abbf6-f4cb-4fa5-ac32-cf7a55bef8bf" providerId="ADAL" clId="{B4B9B720-4D6B-49D0-964B-73FD2AA04E37}" dt="2023-04-11T23:04:11.156" v="53" actId="20577"/>
      <pc:docMkLst>
        <pc:docMk/>
      </pc:docMkLst>
      <pc:sldChg chg="addSp delSp modSp mod">
        <pc:chgData name="Arthur Yip" userId="449abbf6-f4cb-4fa5-ac32-cf7a55bef8bf" providerId="ADAL" clId="{B4B9B720-4D6B-49D0-964B-73FD2AA04E37}" dt="2023-04-11T23:04:11.156" v="53" actId="20577"/>
        <pc:sldMkLst>
          <pc:docMk/>
          <pc:sldMk cId="51140694" sldId="353"/>
        </pc:sldMkLst>
      </pc:sldChg>
    </pc:docChg>
  </pc:docChgLst>
  <pc:docChgLst>
    <pc:chgData name="Arthur" userId="449abbf6-f4cb-4fa5-ac32-cf7a55bef8bf" providerId="ADAL" clId="{B4B9B720-4D6B-49D0-964B-73FD2AA04E37}"/>
    <pc:docChg chg="custSel addSld modSld">
      <pc:chgData name="Arthur" userId="449abbf6-f4cb-4fa5-ac32-cf7a55bef8bf" providerId="ADAL" clId="{B4B9B720-4D6B-49D0-964B-73FD2AA04E37}" dt="2023-04-13T17:51:12.944" v="497" actId="20577"/>
      <pc:docMkLst>
        <pc:docMk/>
      </pc:docMkLst>
      <pc:sldChg chg="modNotesTx">
        <pc:chgData name="Arthur" userId="449abbf6-f4cb-4fa5-ac32-cf7a55bef8bf" providerId="ADAL" clId="{B4B9B720-4D6B-49D0-964B-73FD2AA04E37}" dt="2023-04-13T17:23:20.208" v="40" actId="20577"/>
        <pc:sldMkLst>
          <pc:docMk/>
          <pc:sldMk cId="51140694" sldId="353"/>
        </pc:sldMkLst>
      </pc:sldChg>
      <pc:sldChg chg="modSp new mod">
        <pc:chgData name="Arthur" userId="449abbf6-f4cb-4fa5-ac32-cf7a55bef8bf" providerId="ADAL" clId="{B4B9B720-4D6B-49D0-964B-73FD2AA04E37}" dt="2023-04-13T17:51:12.944" v="497" actId="20577"/>
        <pc:sldMkLst>
          <pc:docMk/>
          <pc:sldMk cId="1609794337" sldId="356"/>
        </pc:sldMkLst>
      </pc:sldChg>
    </pc:docChg>
  </pc:docChgLst>
  <pc:docChgLst>
    <pc:chgData name="Yip, Arthur" userId="449abbf6-f4cb-4fa5-ac32-cf7a55bef8bf" providerId="ADAL" clId="{E61C7EF5-0200-4AA9-85F2-AAFA36A4DFB4}"/>
    <pc:docChg chg="custSel addSld modSld">
      <pc:chgData name="Yip, Arthur" userId="449abbf6-f4cb-4fa5-ac32-cf7a55bef8bf" providerId="ADAL" clId="{E61C7EF5-0200-4AA9-85F2-AAFA36A4DFB4}" dt="2025-10-19T12:03:36.321" v="109" actId="255"/>
      <pc:docMkLst>
        <pc:docMk/>
      </pc:docMkLst>
      <pc:sldChg chg="modSp mod">
        <pc:chgData name="Yip, Arthur" userId="449abbf6-f4cb-4fa5-ac32-cf7a55bef8bf" providerId="ADAL" clId="{E61C7EF5-0200-4AA9-85F2-AAFA36A4DFB4}" dt="2025-10-19T12:03:36.321" v="109" actId="255"/>
        <pc:sldMkLst>
          <pc:docMk/>
          <pc:sldMk cId="3647876161" sldId="2147375008"/>
        </pc:sldMkLst>
        <pc:spChg chg="mod">
          <ac:chgData name="Yip, Arthur" userId="449abbf6-f4cb-4fa5-ac32-cf7a55bef8bf" providerId="ADAL" clId="{E61C7EF5-0200-4AA9-85F2-AAFA36A4DFB4}" dt="2025-10-19T12:03:36.321" v="109" actId="255"/>
          <ac:spMkLst>
            <pc:docMk/>
            <pc:sldMk cId="3647876161" sldId="2147375008"/>
            <ac:spMk id="3" creationId="{13841CDE-C91A-EB44-5388-3E2ED2953A1B}"/>
          </ac:spMkLst>
        </pc:spChg>
      </pc:sldChg>
      <pc:sldChg chg="modSp mod">
        <pc:chgData name="Yip, Arthur" userId="449abbf6-f4cb-4fa5-ac32-cf7a55bef8bf" providerId="ADAL" clId="{E61C7EF5-0200-4AA9-85F2-AAFA36A4DFB4}" dt="2025-10-17T23:14:16.939" v="108" actId="255"/>
        <pc:sldMkLst>
          <pc:docMk/>
          <pc:sldMk cId="1286511618" sldId="2147375092"/>
        </pc:sldMkLst>
        <pc:spChg chg="mod">
          <ac:chgData name="Yip, Arthur" userId="449abbf6-f4cb-4fa5-ac32-cf7a55bef8bf" providerId="ADAL" clId="{E61C7EF5-0200-4AA9-85F2-AAFA36A4DFB4}" dt="2025-10-17T23:14:16.939" v="108" actId="255"/>
          <ac:spMkLst>
            <pc:docMk/>
            <pc:sldMk cId="1286511618" sldId="2147375092"/>
            <ac:spMk id="3" creationId="{79D5E61A-4D31-73C1-633D-B32CD3CB2EBF}"/>
          </ac:spMkLst>
        </pc:spChg>
      </pc:sldChg>
      <pc:sldChg chg="modSp new mod">
        <pc:chgData name="Yip, Arthur" userId="449abbf6-f4cb-4fa5-ac32-cf7a55bef8bf" providerId="ADAL" clId="{E61C7EF5-0200-4AA9-85F2-AAFA36A4DFB4}" dt="2025-10-01T00:04:02.990" v="107" actId="20577"/>
        <pc:sldMkLst>
          <pc:docMk/>
          <pc:sldMk cId="3285958361" sldId="2147375093"/>
        </pc:sldMkLst>
        <pc:spChg chg="mod">
          <ac:chgData name="Yip, Arthur" userId="449abbf6-f4cb-4fa5-ac32-cf7a55bef8bf" providerId="ADAL" clId="{E61C7EF5-0200-4AA9-85F2-AAFA36A4DFB4}" dt="2025-10-01T00:04:02.990" v="107" actId="20577"/>
          <ac:spMkLst>
            <pc:docMk/>
            <pc:sldMk cId="3285958361" sldId="2147375093"/>
            <ac:spMk id="3" creationId="{3455B21C-2510-BA0F-B567-9613FE652DE8}"/>
          </ac:spMkLst>
        </pc:spChg>
      </pc:sldChg>
    </pc:docChg>
  </pc:docChgLst>
  <pc:docChgLst>
    <pc:chgData name="Yip, Arthur" userId="449abbf6-f4cb-4fa5-ac32-cf7a55bef8bf" providerId="ADAL" clId="{DB7228CE-BE97-4080-9812-371BA8458095}"/>
    <pc:docChg chg="undo custSel addSld delSld modSld sldOrd">
      <pc:chgData name="Yip, Arthur" userId="449abbf6-f4cb-4fa5-ac32-cf7a55bef8bf" providerId="ADAL" clId="{DB7228CE-BE97-4080-9812-371BA8458095}" dt="2025-06-27T16:51:33.346" v="10188" actId="2696"/>
      <pc:docMkLst>
        <pc:docMk/>
      </pc:docMkLst>
      <pc:sldChg chg="modSp mod modAnim modNotesTx">
        <pc:chgData name="Yip, Arthur" userId="449abbf6-f4cb-4fa5-ac32-cf7a55bef8bf" providerId="ADAL" clId="{DB7228CE-BE97-4080-9812-371BA8458095}" dt="2024-10-24T23:43:16.822" v="3433"/>
        <pc:sldMkLst>
          <pc:docMk/>
          <pc:sldMk cId="51140694" sldId="353"/>
        </pc:sldMkLst>
      </pc:sldChg>
      <pc:sldChg chg="modSp mod ord">
        <pc:chgData name="Yip, Arthur" userId="449abbf6-f4cb-4fa5-ac32-cf7a55bef8bf" providerId="ADAL" clId="{DB7228CE-BE97-4080-9812-371BA8458095}" dt="2024-11-05T08:02:18.857" v="3664" actId="6549"/>
        <pc:sldMkLst>
          <pc:docMk/>
          <pc:sldMk cId="3787731009" sldId="354"/>
        </pc:sldMkLst>
      </pc:sldChg>
      <pc:sldChg chg="modNotesTx">
        <pc:chgData name="Yip, Arthur" userId="449abbf6-f4cb-4fa5-ac32-cf7a55bef8bf" providerId="ADAL" clId="{DB7228CE-BE97-4080-9812-371BA8458095}" dt="2024-10-24T23:52:56.818" v="3434"/>
        <pc:sldMkLst>
          <pc:docMk/>
          <pc:sldMk cId="1538577884" sldId="355"/>
        </pc:sldMkLst>
      </pc:sldChg>
      <pc:sldChg chg="modSp mod ord">
        <pc:chgData name="Yip, Arthur" userId="449abbf6-f4cb-4fa5-ac32-cf7a55bef8bf" providerId="ADAL" clId="{DB7228CE-BE97-4080-9812-371BA8458095}" dt="2024-11-05T08:01:29.910" v="3608"/>
        <pc:sldMkLst>
          <pc:docMk/>
          <pc:sldMk cId="1609794337" sldId="356"/>
        </pc:sldMkLst>
      </pc:sldChg>
      <pc:sldChg chg="new del ord">
        <pc:chgData name="Yip, Arthur" userId="449abbf6-f4cb-4fa5-ac32-cf7a55bef8bf" providerId="ADAL" clId="{DB7228CE-BE97-4080-9812-371BA8458095}" dt="2024-06-06T18:30:56.891" v="4" actId="47"/>
        <pc:sldMkLst>
          <pc:docMk/>
          <pc:sldMk cId="27786673" sldId="357"/>
        </pc:sldMkLst>
      </pc:sldChg>
      <pc:sldChg chg="modSp new mod">
        <pc:chgData name="Yip, Arthur" userId="449abbf6-f4cb-4fa5-ac32-cf7a55bef8bf" providerId="ADAL" clId="{DB7228CE-BE97-4080-9812-371BA8458095}" dt="2024-06-06T18:31:16.971" v="63" actId="20577"/>
        <pc:sldMkLst>
          <pc:docMk/>
          <pc:sldMk cId="424802083" sldId="358"/>
        </pc:sldMkLst>
      </pc:sldChg>
      <pc:sldChg chg="addSp delSp modSp new del mod">
        <pc:chgData name="Yip, Arthur" userId="449abbf6-f4cb-4fa5-ac32-cf7a55bef8bf" providerId="ADAL" clId="{DB7228CE-BE97-4080-9812-371BA8458095}" dt="2024-08-13T19:04:45.704" v="2996" actId="47"/>
        <pc:sldMkLst>
          <pc:docMk/>
          <pc:sldMk cId="294603090" sldId="359"/>
        </pc:sldMkLst>
      </pc:sldChg>
      <pc:sldChg chg="addSp modSp new mod">
        <pc:chgData name="Yip, Arthur" userId="449abbf6-f4cb-4fa5-ac32-cf7a55bef8bf" providerId="ADAL" clId="{DB7228CE-BE97-4080-9812-371BA8458095}" dt="2024-11-05T08:12:21.125" v="4609" actId="14100"/>
        <pc:sldMkLst>
          <pc:docMk/>
          <pc:sldMk cId="3682518207" sldId="360"/>
        </pc:sldMkLst>
      </pc:sldChg>
      <pc:sldChg chg="addSp modSp new mod modNotesTx">
        <pc:chgData name="Yip, Arthur" userId="449abbf6-f4cb-4fa5-ac32-cf7a55bef8bf" providerId="ADAL" clId="{DB7228CE-BE97-4080-9812-371BA8458095}" dt="2024-11-05T20:10:36.178" v="4711" actId="20577"/>
        <pc:sldMkLst>
          <pc:docMk/>
          <pc:sldMk cId="316569111" sldId="361"/>
        </pc:sldMkLst>
      </pc:sldChg>
      <pc:sldChg chg="addSp delSp modSp new del mod">
        <pc:chgData name="Yip, Arthur" userId="449abbf6-f4cb-4fa5-ac32-cf7a55bef8bf" providerId="ADAL" clId="{DB7228CE-BE97-4080-9812-371BA8458095}" dt="2024-11-07T19:15:27.625" v="4736" actId="47"/>
        <pc:sldMkLst>
          <pc:docMk/>
          <pc:sldMk cId="2108110321" sldId="362"/>
        </pc:sldMkLst>
      </pc:sldChg>
      <pc:sldChg chg="new del">
        <pc:chgData name="Yip, Arthur" userId="449abbf6-f4cb-4fa5-ac32-cf7a55bef8bf" providerId="ADAL" clId="{DB7228CE-BE97-4080-9812-371BA8458095}" dt="2024-06-10T19:04:54.383" v="592" actId="47"/>
        <pc:sldMkLst>
          <pc:docMk/>
          <pc:sldMk cId="2205252942" sldId="363"/>
        </pc:sldMkLst>
      </pc:sldChg>
      <pc:sldChg chg="addSp delSp modSp new mod ord">
        <pc:chgData name="Yip, Arthur" userId="449abbf6-f4cb-4fa5-ac32-cf7a55bef8bf" providerId="ADAL" clId="{DB7228CE-BE97-4080-9812-371BA8458095}" dt="2024-11-05T07:55:12.658" v="3446" actId="20577"/>
        <pc:sldMkLst>
          <pc:docMk/>
          <pc:sldMk cId="1731212681" sldId="364"/>
        </pc:sldMkLst>
      </pc:sldChg>
      <pc:sldChg chg="modSp new mod">
        <pc:chgData name="Yip, Arthur" userId="449abbf6-f4cb-4fa5-ac32-cf7a55bef8bf" providerId="ADAL" clId="{DB7228CE-BE97-4080-9812-371BA8458095}" dt="2024-06-10T19:12:16.643" v="1271" actId="6549"/>
        <pc:sldMkLst>
          <pc:docMk/>
          <pc:sldMk cId="184502838" sldId="365"/>
        </pc:sldMkLst>
      </pc:sldChg>
      <pc:sldChg chg="modSp new mod">
        <pc:chgData name="Yip, Arthur" userId="449abbf6-f4cb-4fa5-ac32-cf7a55bef8bf" providerId="ADAL" clId="{DB7228CE-BE97-4080-9812-371BA8458095}" dt="2024-06-21T18:30:21.397" v="1687" actId="20577"/>
        <pc:sldMkLst>
          <pc:docMk/>
          <pc:sldMk cId="216927926" sldId="366"/>
        </pc:sldMkLst>
      </pc:sldChg>
      <pc:sldChg chg="addSp delSp modSp add mod">
        <pc:chgData name="Yip, Arthur" userId="449abbf6-f4cb-4fa5-ac32-cf7a55bef8bf" providerId="ADAL" clId="{DB7228CE-BE97-4080-9812-371BA8458095}" dt="2024-06-21T19:19:12.843" v="1695" actId="1076"/>
        <pc:sldMkLst>
          <pc:docMk/>
          <pc:sldMk cId="1670722076" sldId="2147375007"/>
        </pc:sldMkLst>
      </pc:sldChg>
      <pc:sldChg chg="modSp new mod">
        <pc:chgData name="Yip, Arthur" userId="449abbf6-f4cb-4fa5-ac32-cf7a55bef8bf" providerId="ADAL" clId="{DB7228CE-BE97-4080-9812-371BA8458095}" dt="2024-07-10T20:33:10.214" v="1770" actId="20577"/>
        <pc:sldMkLst>
          <pc:docMk/>
          <pc:sldMk cId="3647876161" sldId="2147375008"/>
        </pc:sldMkLst>
      </pc:sldChg>
      <pc:sldChg chg="modSp new mod">
        <pc:chgData name="Yip, Arthur" userId="449abbf6-f4cb-4fa5-ac32-cf7a55bef8bf" providerId="ADAL" clId="{DB7228CE-BE97-4080-9812-371BA8458095}" dt="2024-07-10T20:33:33.371" v="1793" actId="20577"/>
        <pc:sldMkLst>
          <pc:docMk/>
          <pc:sldMk cId="4273192180" sldId="2147375009"/>
        </pc:sldMkLst>
      </pc:sldChg>
      <pc:sldChg chg="modSp new mod">
        <pc:chgData name="Yip, Arthur" userId="449abbf6-f4cb-4fa5-ac32-cf7a55bef8bf" providerId="ADAL" clId="{DB7228CE-BE97-4080-9812-371BA8458095}" dt="2024-07-10T20:35:25.967" v="2189" actId="20577"/>
        <pc:sldMkLst>
          <pc:docMk/>
          <pc:sldMk cId="4018903945" sldId="2147375010"/>
        </pc:sldMkLst>
      </pc:sldChg>
      <pc:sldChg chg="addSp delSp modSp new mod">
        <pc:chgData name="Yip, Arthur" userId="449abbf6-f4cb-4fa5-ac32-cf7a55bef8bf" providerId="ADAL" clId="{DB7228CE-BE97-4080-9812-371BA8458095}" dt="2024-07-10T20:58:09.899" v="2223" actId="1076"/>
        <pc:sldMkLst>
          <pc:docMk/>
          <pc:sldMk cId="980931132" sldId="2147375011"/>
        </pc:sldMkLst>
      </pc:sldChg>
      <pc:sldChg chg="addSp delSp modSp new mod modNotesTx">
        <pc:chgData name="Yip, Arthur" userId="449abbf6-f4cb-4fa5-ac32-cf7a55bef8bf" providerId="ADAL" clId="{DB7228CE-BE97-4080-9812-371BA8458095}" dt="2024-11-08T21:19:38.988" v="4962" actId="20577"/>
        <pc:sldMkLst>
          <pc:docMk/>
          <pc:sldMk cId="3090955779" sldId="2147375012"/>
        </pc:sldMkLst>
      </pc:sldChg>
      <pc:sldChg chg="modSp add del mod ord">
        <pc:chgData name="Yip, Arthur" userId="449abbf6-f4cb-4fa5-ac32-cf7a55bef8bf" providerId="ADAL" clId="{DB7228CE-BE97-4080-9812-371BA8458095}" dt="2024-08-13T19:01:56.586" v="2969" actId="47"/>
        <pc:sldMkLst>
          <pc:docMk/>
          <pc:sldMk cId="2898055666" sldId="2147375013"/>
        </pc:sldMkLst>
      </pc:sldChg>
      <pc:sldChg chg="modSp add mod">
        <pc:chgData name="Yip, Arthur" userId="449abbf6-f4cb-4fa5-ac32-cf7a55bef8bf" providerId="ADAL" clId="{DB7228CE-BE97-4080-9812-371BA8458095}" dt="2024-11-05T08:00:45.475" v="3552" actId="20577"/>
        <pc:sldMkLst>
          <pc:docMk/>
          <pc:sldMk cId="3341536745" sldId="2147375081"/>
        </pc:sldMkLst>
      </pc:sldChg>
      <pc:sldChg chg="modSp new mod">
        <pc:chgData name="Yip, Arthur" userId="449abbf6-f4cb-4fa5-ac32-cf7a55bef8bf" providerId="ADAL" clId="{DB7228CE-BE97-4080-9812-371BA8458095}" dt="2024-08-30T18:51:54.228" v="2998"/>
        <pc:sldMkLst>
          <pc:docMk/>
          <pc:sldMk cId="2529141535" sldId="2147375082"/>
        </pc:sldMkLst>
      </pc:sldChg>
      <pc:sldChg chg="modSp new mod">
        <pc:chgData name="Yip, Arthur" userId="449abbf6-f4cb-4fa5-ac32-cf7a55bef8bf" providerId="ADAL" clId="{DB7228CE-BE97-4080-9812-371BA8458095}" dt="2024-09-21T09:32:27.656" v="3266" actId="20577"/>
        <pc:sldMkLst>
          <pc:docMk/>
          <pc:sldMk cId="2000938766" sldId="2147375083"/>
        </pc:sldMkLst>
      </pc:sldChg>
      <pc:sldChg chg="modSp new mod">
        <pc:chgData name="Yip, Arthur" userId="449abbf6-f4cb-4fa5-ac32-cf7a55bef8bf" providerId="ADAL" clId="{DB7228CE-BE97-4080-9812-371BA8458095}" dt="2024-11-05T08:06:47.069" v="4497" actId="20577"/>
        <pc:sldMkLst>
          <pc:docMk/>
          <pc:sldMk cId="2037218749" sldId="2147375084"/>
        </pc:sldMkLst>
      </pc:sldChg>
      <pc:sldChg chg="addSp modSp new mod">
        <pc:chgData name="Yip, Arthur" userId="449abbf6-f4cb-4fa5-ac32-cf7a55bef8bf" providerId="ADAL" clId="{DB7228CE-BE97-4080-9812-371BA8458095}" dt="2024-11-05T20:09:20.571" v="4636" actId="1076"/>
        <pc:sldMkLst>
          <pc:docMk/>
          <pc:sldMk cId="1431316772" sldId="2147375085"/>
        </pc:sldMkLst>
      </pc:sldChg>
      <pc:sldChg chg="add">
        <pc:chgData name="Yip, Arthur" userId="449abbf6-f4cb-4fa5-ac32-cf7a55bef8bf" providerId="ADAL" clId="{DB7228CE-BE97-4080-9812-371BA8458095}" dt="2024-11-07T19:15:23.866" v="4735"/>
        <pc:sldMkLst>
          <pc:docMk/>
          <pc:sldMk cId="3689276678" sldId="2147375086"/>
        </pc:sldMkLst>
      </pc:sldChg>
      <pc:sldChg chg="modSp new del mod ord">
        <pc:chgData name="Yip, Arthur" userId="449abbf6-f4cb-4fa5-ac32-cf7a55bef8bf" providerId="ADAL" clId="{DB7228CE-BE97-4080-9812-371BA8458095}" dt="2025-06-27T16:51:33.346" v="10188" actId="2696"/>
        <pc:sldMkLst>
          <pc:docMk/>
          <pc:sldMk cId="3104943910" sldId="2147375087"/>
        </pc:sldMkLst>
      </pc:sldChg>
      <pc:sldChg chg="new del">
        <pc:chgData name="Yip, Arthur" userId="449abbf6-f4cb-4fa5-ac32-cf7a55bef8bf" providerId="ADAL" clId="{DB7228CE-BE97-4080-9812-371BA8458095}" dt="2025-06-26T18:59:37" v="4967" actId="47"/>
        <pc:sldMkLst>
          <pc:docMk/>
          <pc:sldMk cId="1471765913" sldId="2147375088"/>
        </pc:sldMkLst>
      </pc:sldChg>
      <pc:sldChg chg="modSp new del mod ord">
        <pc:chgData name="Yip, Arthur" userId="449abbf6-f4cb-4fa5-ac32-cf7a55bef8bf" providerId="ADAL" clId="{DB7228CE-BE97-4080-9812-371BA8458095}" dt="2025-06-27T16:51:33.346" v="10188" actId="2696"/>
        <pc:sldMkLst>
          <pc:docMk/>
          <pc:sldMk cId="3064614741" sldId="2147375089"/>
        </pc:sldMkLst>
      </pc:sldChg>
      <pc:sldChg chg="modSp new mod">
        <pc:chgData name="Yip, Arthur" userId="449abbf6-f4cb-4fa5-ac32-cf7a55bef8bf" providerId="ADAL" clId="{DB7228CE-BE97-4080-9812-371BA8458095}" dt="2025-06-27T08:55:03.750" v="5855" actId="20577"/>
        <pc:sldMkLst>
          <pc:docMk/>
          <pc:sldMk cId="4161239863" sldId="2147375090"/>
        </pc:sldMkLst>
      </pc:sldChg>
      <pc:sldChg chg="modSp new mod">
        <pc:chgData name="Yip, Arthur" userId="449abbf6-f4cb-4fa5-ac32-cf7a55bef8bf" providerId="ADAL" clId="{DB7228CE-BE97-4080-9812-371BA8458095}" dt="2025-06-27T08:22:31.080" v="5451" actId="20577"/>
        <pc:sldMkLst>
          <pc:docMk/>
          <pc:sldMk cId="733753568" sldId="2147375091"/>
        </pc:sldMkLst>
      </pc:sldChg>
      <pc:sldChg chg="modSp new mod">
        <pc:chgData name="Yip, Arthur" userId="449abbf6-f4cb-4fa5-ac32-cf7a55bef8bf" providerId="ADAL" clId="{DB7228CE-BE97-4080-9812-371BA8458095}" dt="2025-06-27T08:43:59.965" v="5457"/>
        <pc:sldMkLst>
          <pc:docMk/>
          <pc:sldMk cId="1286511618" sldId="2147375092"/>
        </pc:sldMkLst>
      </pc:sldChg>
      <pc:sldChg chg="new del">
        <pc:chgData name="Yip, Arthur" userId="449abbf6-f4cb-4fa5-ac32-cf7a55bef8bf" providerId="ADAL" clId="{DB7228CE-BE97-4080-9812-371BA8458095}" dt="2025-06-27T08:48:14.475" v="5624" actId="47"/>
        <pc:sldMkLst>
          <pc:docMk/>
          <pc:sldMk cId="1424827448" sldId="2147375093"/>
        </pc:sldMkLst>
      </pc:sldChg>
      <pc:sldChg chg="modSp new del mod ord">
        <pc:chgData name="Yip, Arthur" userId="449abbf6-f4cb-4fa5-ac32-cf7a55bef8bf" providerId="ADAL" clId="{DB7228CE-BE97-4080-9812-371BA8458095}" dt="2025-06-27T16:51:33.346" v="10188" actId="2696"/>
        <pc:sldMkLst>
          <pc:docMk/>
          <pc:sldMk cId="3151237707" sldId="2147375093"/>
        </pc:sldMkLst>
      </pc:sldChg>
      <pc:sldChg chg="modSp new del mod modNotesTx">
        <pc:chgData name="Yip, Arthur" userId="449abbf6-f4cb-4fa5-ac32-cf7a55bef8bf" providerId="ADAL" clId="{DB7228CE-BE97-4080-9812-371BA8458095}" dt="2025-06-27T16:51:33.346" v="10188" actId="2696"/>
        <pc:sldMkLst>
          <pc:docMk/>
          <pc:sldMk cId="1637577003" sldId="214737509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D67FED6-1CE0-9E49-8E28-4BC1AFD39CD7}" type="datetimeFigureOut">
              <a:t>2025-10-09</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F285793-58F2-5D45-93FF-B0076DA99FD1}" type="slidenum">
              <a:t>‹#›</a:t>
            </a:fld>
            <a:endParaRPr lang="en-US"/>
          </a:p>
        </p:txBody>
      </p:sp>
    </p:spTree>
    <p:extLst>
      <p:ext uri="{BB962C8B-B14F-4D97-AF65-F5344CB8AC3E}">
        <p14:creationId xmlns:p14="http://schemas.microsoft.com/office/powerpoint/2010/main" val="3729033853"/>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effectLst/>
                <a:latin typeface="-apple-system"/>
              </a:rPr>
              <a:t>Higher median vehicle age in a county can arise from </a:t>
            </a:r>
          </a:p>
          <a:p>
            <a:r>
              <a:rPr lang="en-US" b="0" i="0" dirty="0">
                <a:effectLst/>
                <a:latin typeface="-apple-system"/>
              </a:rPr>
              <a:t>-transfers of used vehicles from other counties</a:t>
            </a:r>
          </a:p>
          <a:p>
            <a:r>
              <a:rPr lang="en-US" b="0" i="0" dirty="0">
                <a:effectLst/>
                <a:latin typeface="-apple-system"/>
              </a:rPr>
              <a:t>-households holding onto vehicles longer - quality of v</a:t>
            </a:r>
            <a:r>
              <a:rPr lang="en-US" dirty="0"/>
              <a:t>ehicles lasting longer, or “preference” for cheaper/used vehicles</a:t>
            </a:r>
          </a:p>
          <a:p>
            <a:r>
              <a:rPr lang="en-US" dirty="0"/>
              <a:t>-VMT impacts on survival/repairability</a:t>
            </a:r>
          </a:p>
          <a:p>
            <a:pPr marL="171450" indent="-171450">
              <a:buFontTx/>
              <a:buChar char="-"/>
            </a:pPr>
            <a:r>
              <a:rPr lang="en-US" dirty="0"/>
              <a:t>Ownership / backup vehicles</a:t>
            </a:r>
          </a:p>
          <a:p>
            <a:pPr marL="171450" indent="-171450">
              <a:buFontTx/>
              <a:buChar char="-"/>
            </a:pPr>
            <a:r>
              <a:rPr lang="en-US" dirty="0"/>
              <a:t>Incentives, new/used car subsidies, programs e.g. cash for clunkers</a:t>
            </a:r>
          </a:p>
          <a:p>
            <a:pPr marL="171450" indent="-171450">
              <a:buFontTx/>
              <a:buChar char="-"/>
            </a:pPr>
            <a:r>
              <a:rPr lang="en-US" dirty="0"/>
              <a:t>Winter road salt corrosion (correlated with temperature/climate)</a:t>
            </a:r>
          </a:p>
          <a:p>
            <a:pPr marL="171450" indent="-171450">
              <a:buFontTx/>
              <a:buChar char="-"/>
            </a:pPr>
            <a:r>
              <a:rPr lang="en-US" dirty="0"/>
              <a:t>Summer heat impact on EV battery degradation, range, and longevity</a:t>
            </a:r>
          </a:p>
          <a:p>
            <a:pPr marL="0" marR="0">
              <a:spcBef>
                <a:spcPts val="0"/>
              </a:spcBef>
              <a:spcAft>
                <a:spcPts val="0"/>
              </a:spcAft>
            </a:pPr>
            <a:r>
              <a:rPr lang="en-US" sz="1200" dirty="0">
                <a:effectLst/>
                <a:latin typeface="Times New Roman" panose="02020603050405020304" pitchFamily="18" charset="0"/>
                <a:ea typeface="Times New Roman" panose="02020603050405020304" pitchFamily="18" charset="0"/>
              </a:rPr>
              <a:t>- not necessarily spatially different, but over the years, vehicle age has gone up, quite possibly partially due to improved vehicle lifetimes.</a:t>
            </a:r>
            <a:br>
              <a:rPr lang="en-US" sz="1200" dirty="0">
                <a:effectLst/>
                <a:latin typeface="Times New Roman" panose="02020603050405020304" pitchFamily="18" charset="0"/>
                <a:ea typeface="Times New Roman" panose="02020603050405020304" pitchFamily="18" charset="0"/>
              </a:rPr>
            </a:br>
            <a:r>
              <a:rPr lang="en-US" sz="1200" dirty="0">
                <a:effectLst/>
                <a:latin typeface="Times New Roman" panose="02020603050405020304" pitchFamily="18" charset="0"/>
                <a:ea typeface="Times New Roman" panose="02020603050405020304" pitchFamily="18" charset="0"/>
              </a:rPr>
              <a:t>- not visible/I don’t have the evidence, but some make/models/types probably last longer than others...</a:t>
            </a:r>
          </a:p>
          <a:p>
            <a:pPr marL="0" marR="0">
              <a:spcBef>
                <a:spcPts val="0"/>
              </a:spcBef>
              <a:spcAft>
                <a:spcPts val="0"/>
              </a:spcAft>
            </a:pPr>
            <a:r>
              <a:rPr lang="en-US" sz="1200" dirty="0">
                <a:effectLst/>
                <a:latin typeface="Times New Roman" panose="02020603050405020304" pitchFamily="18" charset="0"/>
                <a:ea typeface="Times New Roman" panose="02020603050405020304" pitchFamily="18" charset="0"/>
              </a:rPr>
              <a:t> </a:t>
            </a:r>
            <a:r>
              <a:rPr lang="en-US" sz="1200" dirty="0">
                <a:solidFill>
                  <a:srgbClr val="000000"/>
                </a:solidFill>
                <a:effectLst/>
                <a:latin typeface="Times New Roman" panose="02020603050405020304" pitchFamily="18" charset="0"/>
                <a:ea typeface="Times New Roman" panose="02020603050405020304" pitchFamily="18" charset="0"/>
              </a:rPr>
              <a:t>I’d delete</a:t>
            </a:r>
            <a:endParaRPr lang="en-US" sz="1200" dirty="0">
              <a:effectLst/>
              <a:latin typeface="Times New Roman" panose="02020603050405020304" pitchFamily="18" charset="0"/>
              <a:ea typeface="Times New Roman" panose="02020603050405020304" pitchFamily="18" charset="0"/>
            </a:endParaRPr>
          </a:p>
          <a:p>
            <a:pPr marL="171450" indent="-171450">
              <a:buFontTx/>
              <a:buChar char="-"/>
            </a:pPr>
            <a:endParaRPr lang="en-US" dirty="0"/>
          </a:p>
          <a:p>
            <a:pPr marL="171450" indent="-171450">
              <a:buFontTx/>
              <a:buChar char="-"/>
            </a:pPr>
            <a:endParaRPr lang="en-US" dirty="0"/>
          </a:p>
          <a:p>
            <a:pPr marL="171450" indent="-171450">
              <a:buFontTx/>
              <a:buChar char="-"/>
            </a:pPr>
            <a:r>
              <a:rPr lang="en-US" sz="1800" dirty="0">
                <a:effectLst/>
                <a:latin typeface="Times New Roman" panose="02020603050405020304" pitchFamily="18" charset="0"/>
                <a:ea typeface="Times New Roman" panose="02020603050405020304" pitchFamily="18" charset="0"/>
              </a:rPr>
              <a:t>Higher average vehicle age in a local jurisdiction can arise from many phenomena, including lower new vehicle sales, imports of older used vehicles from other counties, exports of newer used vehicles to other counties, or households holding onto and using vehicles longer before scrapping them</a:t>
            </a:r>
          </a:p>
          <a:p>
            <a:pPr marL="0" marR="0">
              <a:spcBef>
                <a:spcPts val="0"/>
              </a:spcBef>
              <a:spcAft>
                <a:spcPts val="0"/>
              </a:spcAft>
            </a:pPr>
            <a:r>
              <a:rPr lang="en-US" sz="1800" dirty="0">
                <a:effectLst/>
                <a:latin typeface="Times New Roman" panose="02020603050405020304" pitchFamily="18" charset="0"/>
                <a:ea typeface="Times New Roman" panose="02020603050405020304" pitchFamily="18" charset="0"/>
              </a:rPr>
              <a:t>, which could be from either the higher quality   of owned vehicles or the higher acceptance of or reliance on used/older vehicles </a:t>
            </a:r>
            <a:r>
              <a:rPr lang="en-US" sz="2800" dirty="0">
                <a:effectLst/>
              </a:rPr>
              <a:t> </a:t>
            </a:r>
            <a:r>
              <a:rPr lang="en-US" sz="1800" dirty="0">
                <a:effectLst/>
                <a:latin typeface="Times New Roman" panose="02020603050405020304" pitchFamily="18" charset="0"/>
                <a:ea typeface="Times New Roman" panose="02020603050405020304" pitchFamily="18" charset="0"/>
              </a:rPr>
              <a:t> </a:t>
            </a:r>
          </a:p>
          <a:p>
            <a:pPr marL="0" marR="0">
              <a:spcBef>
                <a:spcPts val="0"/>
              </a:spcBef>
              <a:spcAft>
                <a:spcPts val="0"/>
              </a:spcAft>
            </a:pP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Times New Roman" panose="02020603050405020304" pitchFamily="18" charset="0"/>
                <a:ea typeface="Times New Roman" panose="02020603050405020304" pitchFamily="18" charset="0"/>
              </a:rPr>
              <a:t>Is this a common reason? Do we have examples of this</a:t>
            </a:r>
          </a:p>
          <a:p>
            <a:pPr marL="0" marR="0">
              <a:spcBef>
                <a:spcPts val="0"/>
              </a:spcBef>
              <a:spcAft>
                <a:spcPts val="0"/>
              </a:spcAft>
            </a:pPr>
            <a:endParaRPr lang="en-US" sz="1800" dirty="0">
              <a:effectLst/>
              <a:latin typeface="Times New Roman" panose="02020603050405020304" pitchFamily="18" charset="0"/>
              <a:ea typeface="Times New Roman" panose="02020603050405020304" pitchFamily="18" charset="0"/>
            </a:endParaRPr>
          </a:p>
          <a:p>
            <a:pPr marL="171450" indent="-171450">
              <a:buFontTx/>
              <a:buChar char="-"/>
            </a:pPr>
            <a:endParaRPr lang="en-US" sz="1800" dirty="0">
              <a:effectLst/>
              <a:latin typeface="Times New Roman" panose="02020603050405020304" pitchFamily="18" charset="0"/>
              <a:ea typeface="Times New Roman" panose="02020603050405020304" pitchFamily="18" charset="0"/>
            </a:endParaRPr>
          </a:p>
          <a:p>
            <a:pPr marL="171450" indent="-171450">
              <a:buFontTx/>
              <a:buChar char="-"/>
            </a:pPr>
            <a:endParaRPr lang="en-US" sz="1800" dirty="0">
              <a:effectLst/>
              <a:latin typeface="Times New Roman" panose="02020603050405020304" pitchFamily="18" charset="0"/>
              <a:ea typeface="Times New Roman" panose="02020603050405020304" pitchFamily="18" charset="0"/>
            </a:endParaRPr>
          </a:p>
          <a:p>
            <a:pPr marL="171450" indent="-171450">
              <a:buFontTx/>
              <a:buChar char="-"/>
            </a:pPr>
            <a:endParaRPr lang="en-US" sz="1800" dirty="0">
              <a:effectLst/>
              <a:latin typeface="Times New Roman" panose="02020603050405020304" pitchFamily="18"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effectLst/>
                <a:latin typeface="Segoe UI" panose="020B0502040204020203" pitchFamily="34" charset="0"/>
              </a:rPr>
              <a:t>- Lack of corrosion due to winter salt</a:t>
            </a:r>
            <a:br>
              <a:rPr lang="en-US" sz="1800" dirty="0">
                <a:effectLst/>
                <a:latin typeface="Segoe UI" panose="020B0502040204020203" pitchFamily="34" charset="0"/>
              </a:rPr>
            </a:br>
            <a:r>
              <a:rPr lang="en-US" sz="1800" dirty="0">
                <a:effectLst/>
                <a:latin typeface="Segoe UI" panose="020B0502040204020203" pitchFamily="34" charset="0"/>
              </a:rPr>
              <a:t>- EV-specific: lack of battery degradation due to summer heat</a:t>
            </a:r>
            <a:br>
              <a:rPr lang="en-US" sz="1800" dirty="0">
                <a:effectLst/>
                <a:latin typeface="Segoe UI" panose="020B0502040204020203" pitchFamily="34" charset="0"/>
              </a:rPr>
            </a:br>
            <a:r>
              <a:rPr lang="en-US" sz="1800" dirty="0">
                <a:effectLst/>
                <a:latin typeface="Segoe UI" panose="020B0502040204020203" pitchFamily="34" charset="0"/>
              </a:rPr>
              <a:t>- not necessarily spatially different, but over the years, vehicle age has gone up, quite possibly partially due to improved vehicle lifetimes.</a:t>
            </a:r>
            <a:br>
              <a:rPr lang="en-US" sz="1800" dirty="0">
                <a:effectLst/>
                <a:latin typeface="Segoe UI" panose="020B0502040204020203" pitchFamily="34" charset="0"/>
              </a:rPr>
            </a:br>
            <a:r>
              <a:rPr lang="en-US" sz="1800" dirty="0">
                <a:effectLst/>
                <a:latin typeface="Segoe UI" panose="020B0502040204020203" pitchFamily="34" charset="0"/>
              </a:rPr>
              <a:t>- not visible/I don’t have the evidence, but some make/models/types probably last longer than others...</a:t>
            </a:r>
            <a:endParaRPr lang="en-US" sz="1800" dirty="0">
              <a:effectLst/>
              <a:latin typeface="Arial" panose="020B0604020202020204" pitchFamily="34" charset="0"/>
            </a:endParaRPr>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AF285793-58F2-5D45-93FF-B0076DA99FD1}" type="slidenum">
              <a:rPr lang="en-US" smtClean="0"/>
              <a:t>4</a:t>
            </a:fld>
            <a:endParaRPr lang="en-US"/>
          </a:p>
        </p:txBody>
      </p:sp>
    </p:spTree>
    <p:extLst>
      <p:ext uri="{BB962C8B-B14F-4D97-AF65-F5344CB8AC3E}">
        <p14:creationId xmlns:p14="http://schemas.microsoft.com/office/powerpoint/2010/main" val="5372607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Times New Roman" panose="02020603050405020304" pitchFamily="18" charset="0"/>
              </a:rPr>
              <a:t>The correlation between regional stock turnover rates and EV sales is also of near-term importance. To date, US counties that have had higher EV shares have also been typically the ones that sell more new vehicles and have faster vehicle stock turnover (such as urban/suburban locations in California with populations with higher income and early adopters of technology). This can be observed in Figure 13, which shows EV sales shares and average vehicle age being anti-correlated (especially in California), where regions with the highest EV sales also tend to have lowest vehicle age, meaning EV stock will turnover faster in these regions. However, this is concurrent and correlated with many other factors – such as both lower EV sales share and higher vehicle age in more rural and lower-income counties – and therefore, the EV sales-to-stock transition may evolve differently in other regions and in the future. </a:t>
            </a:r>
          </a:p>
          <a:p>
            <a:endParaRPr lang="en-US" dirty="0"/>
          </a:p>
        </p:txBody>
      </p:sp>
      <p:sp>
        <p:nvSpPr>
          <p:cNvPr id="4" name="Slide Number Placeholder 3"/>
          <p:cNvSpPr>
            <a:spLocks noGrp="1"/>
          </p:cNvSpPr>
          <p:nvPr>
            <p:ph type="sldNum" sz="quarter" idx="5"/>
          </p:nvPr>
        </p:nvSpPr>
        <p:spPr/>
        <p:txBody>
          <a:bodyPr/>
          <a:lstStyle/>
          <a:p>
            <a:fld id="{AF285793-58F2-5D45-93FF-B0076DA99FD1}" type="slidenum">
              <a:rPr lang="en-US" smtClean="0"/>
              <a:t>5</a:t>
            </a:fld>
            <a:endParaRPr lang="en-US"/>
          </a:p>
        </p:txBody>
      </p:sp>
    </p:spTree>
    <p:extLst>
      <p:ext uri="{BB962C8B-B14F-4D97-AF65-F5344CB8AC3E}">
        <p14:creationId xmlns:p14="http://schemas.microsoft.com/office/powerpoint/2010/main" val="21183584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EARLY net survival = import/export</a:t>
            </a:r>
          </a:p>
          <a:p>
            <a:r>
              <a:rPr lang="en-US" dirty="0"/>
              <a:t>LATE net survival = scrappage</a:t>
            </a:r>
          </a:p>
          <a:p>
            <a:endParaRPr lang="en-US" dirty="0"/>
          </a:p>
          <a:p>
            <a:r>
              <a:rPr lang="en-US" dirty="0"/>
              <a:t>Global/national conservation of vehicle stocks and flows</a:t>
            </a:r>
          </a:p>
          <a:p>
            <a:r>
              <a:rPr lang="en-US" dirty="0"/>
              <a:t>State neighbors, spatial </a:t>
            </a:r>
            <a:r>
              <a:rPr lang="en-US"/>
              <a:t>interaction, gravity </a:t>
            </a:r>
            <a:r>
              <a:rPr lang="en-US" dirty="0"/>
              <a:t>modeling</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AF285793-58F2-5D45-93FF-B0076DA99FD1}" type="slidenum">
              <a:rPr lang="en-US" smtClean="0"/>
              <a:t>6</a:t>
            </a:fld>
            <a:endParaRPr lang="en-US"/>
          </a:p>
        </p:txBody>
      </p:sp>
    </p:spTree>
    <p:extLst>
      <p:ext uri="{BB962C8B-B14F-4D97-AF65-F5344CB8AC3E}">
        <p14:creationId xmlns:p14="http://schemas.microsoft.com/office/powerpoint/2010/main" val="16921312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Automotive industry</a:t>
            </a:r>
          </a:p>
          <a:p>
            <a:r>
              <a:rPr lang="en-US" dirty="0"/>
              <a:t>Recession – year-specific</a:t>
            </a:r>
          </a:p>
          <a:p>
            <a:r>
              <a:rPr lang="en-US" dirty="0"/>
              <a:t>Policy years</a:t>
            </a:r>
          </a:p>
          <a:p>
            <a:endParaRPr lang="en-US" dirty="0"/>
          </a:p>
        </p:txBody>
      </p:sp>
      <p:sp>
        <p:nvSpPr>
          <p:cNvPr id="4" name="Slide Number Placeholder 3"/>
          <p:cNvSpPr>
            <a:spLocks noGrp="1"/>
          </p:cNvSpPr>
          <p:nvPr>
            <p:ph type="sldNum" sz="quarter" idx="5"/>
          </p:nvPr>
        </p:nvSpPr>
        <p:spPr/>
        <p:txBody>
          <a:bodyPr/>
          <a:lstStyle/>
          <a:p>
            <a:fld id="{AF285793-58F2-5D45-93FF-B0076DA99FD1}" type="slidenum">
              <a:rPr lang="en-US" smtClean="0"/>
              <a:t>7</a:t>
            </a:fld>
            <a:endParaRPr lang="en-US"/>
          </a:p>
        </p:txBody>
      </p:sp>
    </p:spTree>
    <p:extLst>
      <p:ext uri="{BB962C8B-B14F-4D97-AF65-F5344CB8AC3E}">
        <p14:creationId xmlns:p14="http://schemas.microsoft.com/office/powerpoint/2010/main" val="15410246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national as actual scrap</a:t>
            </a:r>
          </a:p>
          <a:p>
            <a:r>
              <a:rPr lang="en-US" dirty="0"/>
              <a:t>Total stock of a vintage = previous vintage + net used transfers in - actual scrap (note new sales in vintage 0)</a:t>
            </a:r>
          </a:p>
          <a:p>
            <a:r>
              <a:rPr lang="en-US" dirty="0"/>
              <a:t>Exogenous national scenario could inform EV share of net used transfers in</a:t>
            </a:r>
          </a:p>
          <a:p>
            <a:r>
              <a:rPr lang="en-US" dirty="0"/>
              <a:t>Total net transfers out</a:t>
            </a:r>
          </a:p>
          <a:p>
            <a:r>
              <a:rPr lang="en-US" dirty="0"/>
              <a:t>Total net transfers in</a:t>
            </a:r>
          </a:p>
          <a:p>
            <a:r>
              <a:rPr lang="en-US" dirty="0"/>
              <a:t>Idea: run counties with net transfers out first. This would provide details (fuel type, vintage, class) of the transferred vehicle market.</a:t>
            </a:r>
          </a:p>
          <a:p>
            <a:r>
              <a:rPr lang="en-US" dirty="0"/>
              <a:t>Determine tech shares </a:t>
            </a:r>
            <a:r>
              <a:rPr lang="en-US"/>
              <a:t>for remaining counties.</a:t>
            </a:r>
          </a:p>
          <a:p>
            <a:r>
              <a:rPr lang="en-US" dirty="0"/>
              <a:t>Run counties with net transfer in, pulling from the transferred vehicle market. Uniform/average. </a:t>
            </a:r>
          </a:p>
          <a:p>
            <a:endParaRPr lang="en-US" dirty="0"/>
          </a:p>
          <a:p>
            <a:endParaRPr lang="en-US" dirty="0"/>
          </a:p>
        </p:txBody>
      </p:sp>
      <p:sp>
        <p:nvSpPr>
          <p:cNvPr id="4" name="Slide Number Placeholder 3"/>
          <p:cNvSpPr>
            <a:spLocks noGrp="1"/>
          </p:cNvSpPr>
          <p:nvPr>
            <p:ph type="sldNum" sz="quarter" idx="5"/>
          </p:nvPr>
        </p:nvSpPr>
        <p:spPr/>
        <p:txBody>
          <a:bodyPr/>
          <a:lstStyle/>
          <a:p>
            <a:fld id="{AF285793-58F2-5D45-93FF-B0076DA99FD1}" type="slidenum">
              <a:rPr lang="en-US" smtClean="0"/>
              <a:t>12</a:t>
            </a:fld>
            <a:endParaRPr lang="en-US"/>
          </a:p>
        </p:txBody>
      </p:sp>
    </p:spTree>
    <p:extLst>
      <p:ext uri="{BB962C8B-B14F-4D97-AF65-F5344CB8AC3E}">
        <p14:creationId xmlns:p14="http://schemas.microsoft.com/office/powerpoint/2010/main" val="18428186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hyperlink" Target="https://thesource.nrel.gov/publishing/disclaimers.html" TargetMode="Externa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9D0B5D6-19C6-C240-8A4A-D91733D8371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805" t="13288" r="3423" b="57134"/>
          <a:stretch/>
        </p:blipFill>
        <p:spPr>
          <a:xfrm>
            <a:off x="2793503" y="249408"/>
            <a:ext cx="6052183" cy="2904103"/>
          </a:xfrm>
          <a:prstGeom prst="rect">
            <a:avLst/>
          </a:prstGeom>
          <a:ln>
            <a:solidFill>
              <a:schemeClr val="tx1">
                <a:lumMod val="20000"/>
                <a:lumOff val="80000"/>
              </a:schemeClr>
            </a:solidFill>
          </a:ln>
        </p:spPr>
      </p:pic>
      <p:sp>
        <p:nvSpPr>
          <p:cNvPr id="9" name="TextBox 8">
            <a:extLst>
              <a:ext uri="{FF2B5EF4-FFF2-40B4-BE49-F238E27FC236}">
                <a16:creationId xmlns:a16="http://schemas.microsoft.com/office/drawing/2014/main" id="{6A94802A-09A8-9E4E-AB4D-1EBB9F228F21}"/>
              </a:ext>
            </a:extLst>
          </p:cNvPr>
          <p:cNvSpPr txBox="1"/>
          <p:nvPr userDrawn="1"/>
        </p:nvSpPr>
        <p:spPr>
          <a:xfrm>
            <a:off x="240329" y="140544"/>
            <a:ext cx="2507077" cy="2970044"/>
          </a:xfrm>
          <a:prstGeom prst="rect">
            <a:avLst/>
          </a:prstGeom>
          <a:noFill/>
        </p:spPr>
        <p:txBody>
          <a:bodyPr wrap="square" rtlCol="0">
            <a:spAutoFit/>
          </a:bodyPr>
          <a:lstStyle/>
          <a:p>
            <a:pPr algn="l"/>
            <a:r>
              <a:rPr lang="en-US" sz="1700" b="1" i="1" dirty="0">
                <a:solidFill>
                  <a:srgbClr val="FF0000"/>
                </a:solidFill>
              </a:rPr>
              <a:t>PC Users:</a:t>
            </a:r>
          </a:p>
          <a:p>
            <a:pPr algn="l"/>
            <a:r>
              <a:rPr lang="en-US" sz="1700" i="1" dirty="0">
                <a:solidFill>
                  <a:srgbClr val="FF0000"/>
                </a:solidFill>
              </a:rPr>
              <a:t>Microsoft PowerPoint for Windows has default settings that continually compress images. To avoid loss</a:t>
            </a:r>
            <a:r>
              <a:rPr lang="en-US" sz="1700" i="1" baseline="0" dirty="0">
                <a:solidFill>
                  <a:srgbClr val="FF0000"/>
                </a:solidFill>
              </a:rPr>
              <a:t> of quality </a:t>
            </a:r>
            <a:r>
              <a:rPr lang="en-US" sz="1700" i="1" dirty="0">
                <a:solidFill>
                  <a:srgbClr val="FF0000"/>
                </a:solidFill>
              </a:rPr>
              <a:t>for photos and graphics within this presentation file,</a:t>
            </a:r>
            <a:r>
              <a:rPr lang="en-US" sz="1700" i="1" baseline="0" dirty="0">
                <a:solidFill>
                  <a:srgbClr val="FF0000"/>
                </a:solidFill>
              </a:rPr>
              <a:t> </a:t>
            </a:r>
            <a:r>
              <a:rPr lang="en-US" sz="1700" i="1" dirty="0">
                <a:solidFill>
                  <a:srgbClr val="FF0000"/>
                </a:solidFill>
              </a:rPr>
              <a:t>please follow these</a:t>
            </a:r>
            <a:r>
              <a:rPr lang="en-US" sz="1700" i="1" baseline="0" dirty="0">
                <a:solidFill>
                  <a:srgbClr val="FF0000"/>
                </a:solidFill>
              </a:rPr>
              <a:t> instructions </a:t>
            </a:r>
            <a:r>
              <a:rPr lang="en-US" sz="1700" i="1" dirty="0">
                <a:solidFill>
                  <a:srgbClr val="FF0000"/>
                </a:solidFill>
              </a:rPr>
              <a:t>to change your software settings.</a:t>
            </a:r>
            <a:endParaRPr lang="en-US" sz="1700" dirty="0"/>
          </a:p>
        </p:txBody>
      </p:sp>
      <p:sp>
        <p:nvSpPr>
          <p:cNvPr id="10" name="Rectangle 9">
            <a:extLst>
              <a:ext uri="{FF2B5EF4-FFF2-40B4-BE49-F238E27FC236}">
                <a16:creationId xmlns:a16="http://schemas.microsoft.com/office/drawing/2014/main" id="{CBA3EC89-8FD7-AD49-87E0-02D7F2DF5F59}"/>
              </a:ext>
            </a:extLst>
          </p:cNvPr>
          <p:cNvSpPr/>
          <p:nvPr userDrawn="1"/>
        </p:nvSpPr>
        <p:spPr>
          <a:xfrm>
            <a:off x="0" y="3339831"/>
            <a:ext cx="9144000" cy="1232170"/>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B1BB405-73FA-544A-9D06-35DD6B110F85}"/>
              </a:ext>
            </a:extLst>
          </p:cNvPr>
          <p:cNvSpPr txBox="1"/>
          <p:nvPr userDrawn="1"/>
        </p:nvSpPr>
        <p:spPr>
          <a:xfrm>
            <a:off x="1509306" y="3410717"/>
            <a:ext cx="6958187" cy="1107996"/>
          </a:xfrm>
          <a:prstGeom prst="rect">
            <a:avLst/>
          </a:prstGeom>
          <a:noFill/>
        </p:spPr>
        <p:txBody>
          <a:bodyPr wrap="square" rtlCol="0">
            <a:spAutoFit/>
          </a:bodyPr>
          <a:lstStyle/>
          <a:p>
            <a:pPr algn="l"/>
            <a:r>
              <a:rPr lang="en-US" sz="1600" b="1" i="0" u="none" strike="noStrike" kern="1200" dirty="0">
                <a:solidFill>
                  <a:schemeClr val="bg1"/>
                </a:solidFill>
                <a:effectLst/>
                <a:latin typeface="+mn-lt"/>
                <a:ea typeface="+mn-ea"/>
                <a:cs typeface="+mn-cs"/>
              </a:rPr>
              <a:t>Note: </a:t>
            </a:r>
            <a:r>
              <a:rPr lang="en-US" sz="1600" b="0" i="0" u="none" strike="noStrike" kern="1200" dirty="0">
                <a:solidFill>
                  <a:schemeClr val="bg1"/>
                </a:solidFill>
                <a:effectLst/>
                <a:latin typeface="+mn-lt"/>
                <a:ea typeface="+mn-ea"/>
                <a:cs typeface="+mn-cs"/>
              </a:rPr>
              <a:t>To view and access all available template examples and change the title slide background image, click on </a:t>
            </a:r>
            <a:r>
              <a:rPr lang="en-US" sz="1600" b="0" i="1" u="none" strike="noStrike" kern="1200" dirty="0">
                <a:solidFill>
                  <a:schemeClr val="bg1"/>
                </a:solidFill>
                <a:effectLst/>
                <a:latin typeface="+mn-lt"/>
                <a:ea typeface="+mn-ea"/>
                <a:cs typeface="+mn-cs"/>
              </a:rPr>
              <a:t>View &gt; Slide Master</a:t>
            </a:r>
            <a:r>
              <a:rPr lang="en-US" sz="1600" b="0" i="0" u="none" strike="noStrike" kern="1200" dirty="0">
                <a:solidFill>
                  <a:schemeClr val="bg1"/>
                </a:solidFill>
                <a:effectLst/>
                <a:latin typeface="+mn-lt"/>
                <a:ea typeface="+mn-ea"/>
                <a:cs typeface="+mn-cs"/>
              </a:rPr>
              <a:t>. Be sure to close out of the Master slide view when working on slide content by clicking on </a:t>
            </a:r>
            <a:r>
              <a:rPr lang="en-US" sz="1600" b="0" i="1" u="none" strike="noStrike" kern="1200" dirty="0">
                <a:solidFill>
                  <a:schemeClr val="bg1"/>
                </a:solidFill>
                <a:effectLst/>
                <a:latin typeface="+mn-lt"/>
                <a:ea typeface="+mn-ea"/>
                <a:cs typeface="+mn-cs"/>
              </a:rPr>
              <a:t>View &gt; Normal</a:t>
            </a:r>
            <a:r>
              <a:rPr lang="en-US" sz="1600" b="0" i="0" u="none" strike="noStrike" kern="1200" dirty="0">
                <a:solidFill>
                  <a:schemeClr val="bg1"/>
                </a:solidFill>
                <a:effectLst/>
                <a:latin typeface="+mn-lt"/>
                <a:ea typeface="+mn-ea"/>
                <a:cs typeface="+mn-cs"/>
              </a:rPr>
              <a:t>. Full frame photo size is </a:t>
            </a:r>
            <a:r>
              <a:rPr lang="en-US" sz="1800" b="0" i="0" u="none" strike="noStrike" kern="1200" dirty="0">
                <a:solidFill>
                  <a:schemeClr val="bg1"/>
                </a:solidFill>
                <a:effectLst/>
                <a:latin typeface="+mn-lt"/>
                <a:ea typeface="+mn-ea"/>
                <a:cs typeface="+mn-cs"/>
              </a:rPr>
              <a:t>10” x 5.63”</a:t>
            </a:r>
            <a:r>
              <a:rPr lang="en-US" sz="1600" b="0" i="0" u="none" strike="noStrike" kern="1200" dirty="0">
                <a:solidFill>
                  <a:schemeClr val="bg1"/>
                </a:solidFill>
                <a:effectLst/>
                <a:latin typeface="+mn-lt"/>
                <a:ea typeface="+mn-ea"/>
                <a:cs typeface="+mn-cs"/>
              </a:rPr>
              <a:t>or </a:t>
            </a:r>
            <a:r>
              <a:rPr lang="en-US" sz="1800" b="0" i="0" u="none" strike="noStrike" kern="1200" dirty="0">
                <a:solidFill>
                  <a:schemeClr val="bg1"/>
                </a:solidFill>
                <a:effectLst/>
                <a:latin typeface="+mn-lt"/>
                <a:ea typeface="+mn-ea"/>
                <a:cs typeface="+mn-cs"/>
              </a:rPr>
              <a:t>1500 pixels x 844 pixels </a:t>
            </a:r>
            <a:r>
              <a:rPr lang="en-US" sz="1600" b="0" i="0" u="none" strike="noStrike" kern="1200" dirty="0">
                <a:solidFill>
                  <a:schemeClr val="bg1"/>
                </a:solidFill>
                <a:effectLst/>
                <a:latin typeface="+mn-lt"/>
                <a:ea typeface="+mn-ea"/>
                <a:cs typeface="+mn-cs"/>
              </a:rPr>
              <a:t>@ 150 DPI.</a:t>
            </a:r>
            <a:endParaRPr lang="en-US" sz="1600" i="0" dirty="0">
              <a:solidFill>
                <a:schemeClr val="bg1"/>
              </a:solidFill>
            </a:endParaRPr>
          </a:p>
        </p:txBody>
      </p:sp>
      <p:sp>
        <p:nvSpPr>
          <p:cNvPr id="12" name="Oval 11">
            <a:extLst>
              <a:ext uri="{FF2B5EF4-FFF2-40B4-BE49-F238E27FC236}">
                <a16:creationId xmlns:a16="http://schemas.microsoft.com/office/drawing/2014/main" id="{3056F585-18BE-674F-A94A-18D71683402A}"/>
              </a:ext>
            </a:extLst>
          </p:cNvPr>
          <p:cNvSpPr/>
          <p:nvPr userDrawn="1"/>
        </p:nvSpPr>
        <p:spPr>
          <a:xfrm>
            <a:off x="391886" y="3535136"/>
            <a:ext cx="840921" cy="840921"/>
          </a:xfrm>
          <a:prstGeom prst="ellipse">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73AEB9E5-6B41-3742-B632-83E2CC8D1741}"/>
              </a:ext>
            </a:extLst>
          </p:cNvPr>
          <p:cNvSpPr txBox="1"/>
          <p:nvPr userDrawn="1"/>
        </p:nvSpPr>
        <p:spPr>
          <a:xfrm>
            <a:off x="495980" y="3302040"/>
            <a:ext cx="600076" cy="1323439"/>
          </a:xfrm>
          <a:prstGeom prst="rect">
            <a:avLst/>
          </a:prstGeom>
          <a:noFill/>
        </p:spPr>
        <p:txBody>
          <a:bodyPr wrap="square" rtlCol="0">
            <a:spAutoFit/>
          </a:bodyPr>
          <a:lstStyle/>
          <a:p>
            <a:pPr algn="ctr"/>
            <a:r>
              <a:rPr lang="en-US" sz="8000" b="1" dirty="0"/>
              <a:t>!</a:t>
            </a:r>
          </a:p>
        </p:txBody>
      </p:sp>
    </p:spTree>
    <p:extLst>
      <p:ext uri="{BB962C8B-B14F-4D97-AF65-F5344CB8AC3E}">
        <p14:creationId xmlns:p14="http://schemas.microsoft.com/office/powerpoint/2010/main" val="161363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Simpl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3736975" y="1252017"/>
            <a:ext cx="4322144" cy="1348326"/>
          </a:xfrm>
        </p:spPr>
        <p:txBody>
          <a:bodyPr anchor="b" anchorCtr="0">
            <a:noAutofit/>
          </a:bodyPr>
          <a:lstStyle>
            <a:lvl1pPr marL="0" indent="0">
              <a:buNone/>
              <a:defRPr sz="3000"/>
            </a:lvl1pPr>
          </a:lstStyle>
          <a:p>
            <a:pPr lvl="0"/>
            <a:r>
              <a:rPr lang="en-US"/>
              <a:t>Title</a:t>
            </a:r>
          </a:p>
        </p:txBody>
      </p:sp>
      <p:cxnSp>
        <p:nvCxnSpPr>
          <p:cNvPr id="10" name="Straight Connector 9"/>
          <p:cNvCxnSpPr/>
          <p:nvPr userDrawn="1"/>
        </p:nvCxnSpPr>
        <p:spPr>
          <a:xfrm>
            <a:off x="3839856" y="2780783"/>
            <a:ext cx="4219263"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15" name="Text Placeholder 14"/>
          <p:cNvSpPr>
            <a:spLocks noGrp="1"/>
          </p:cNvSpPr>
          <p:nvPr>
            <p:ph type="body" sz="quarter" idx="11" hasCustomPrompt="1"/>
          </p:nvPr>
        </p:nvSpPr>
        <p:spPr>
          <a:xfrm>
            <a:off x="3736975" y="2961483"/>
            <a:ext cx="4322763" cy="1101551"/>
          </a:xfrm>
        </p:spPr>
        <p:txBody>
          <a:bodyPr>
            <a:noAutofit/>
          </a:bodyPr>
          <a:lstStyle>
            <a:lvl1pPr marL="0" indent="0">
              <a:spcBef>
                <a:spcPts val="400"/>
              </a:spcBef>
              <a:buNone/>
              <a:defRPr sz="1800"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63528C9F-D43C-8E4B-8E26-1B7ED4C7506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67454" y="0"/>
            <a:ext cx="2331892" cy="1092307"/>
          </a:xfrm>
          <a:prstGeom prst="rect">
            <a:avLst/>
          </a:prstGeom>
        </p:spPr>
      </p:pic>
    </p:spTree>
    <p:extLst>
      <p:ext uri="{BB962C8B-B14F-4D97-AF65-F5344CB8AC3E}">
        <p14:creationId xmlns:p14="http://schemas.microsoft.com/office/powerpoint/2010/main" val="42901271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Full Photo">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6949" cy="5143500"/>
          </a:xfrm>
          <a:prstGeom prst="rect">
            <a:avLst/>
          </a:prstGeom>
        </p:spPr>
      </p:pic>
      <p:sp>
        <p:nvSpPr>
          <p:cNvPr id="8" name="Text Placeholder 7"/>
          <p:cNvSpPr>
            <a:spLocks noGrp="1"/>
          </p:cNvSpPr>
          <p:nvPr>
            <p:ph type="body" sz="quarter" idx="10" hasCustomPrompt="1"/>
          </p:nvPr>
        </p:nvSpPr>
        <p:spPr>
          <a:xfrm>
            <a:off x="3736975" y="1504827"/>
            <a:ext cx="5393498" cy="1095516"/>
          </a:xfrm>
          <a:solidFill>
            <a:schemeClr val="accent1">
              <a:alpha val="75000"/>
            </a:schemeClr>
          </a:solidFill>
        </p:spPr>
        <p:txBody>
          <a:bodyPr lIns="182880" tIns="137160" rIns="182880" bIns="137160" anchor="ctr" anchorCtr="0">
            <a:noAutofit/>
          </a:bodyPr>
          <a:lstStyle>
            <a:lvl1pPr marL="0" indent="0">
              <a:lnSpc>
                <a:spcPts val="2800"/>
              </a:lnSpc>
              <a:buNone/>
              <a:defRPr sz="3000">
                <a:solidFill>
                  <a:schemeClr val="bg1"/>
                </a:solidFill>
              </a:defRPr>
            </a:lvl1pPr>
          </a:lstStyle>
          <a:p>
            <a:pPr lvl="0"/>
            <a:r>
              <a:rPr lang="en-US"/>
              <a:t>Title</a:t>
            </a:r>
          </a:p>
        </p:txBody>
      </p:sp>
      <p:sp>
        <p:nvSpPr>
          <p:cNvPr id="15" name="Text Placeholder 14"/>
          <p:cNvSpPr>
            <a:spLocks noGrp="1"/>
          </p:cNvSpPr>
          <p:nvPr>
            <p:ph type="body" sz="quarter" idx="11" hasCustomPrompt="1"/>
          </p:nvPr>
        </p:nvSpPr>
        <p:spPr>
          <a:xfrm>
            <a:off x="3736975" y="2744787"/>
            <a:ext cx="4322763" cy="1101551"/>
          </a:xfrm>
          <a:solidFill>
            <a:schemeClr val="accent1">
              <a:alpha val="75000"/>
            </a:schemeClr>
          </a:solidFill>
        </p:spPr>
        <p:txBody>
          <a:bodyPr lIns="182880" tIns="137160" rIns="182880" bIns="137160" anchor="ctr" anchorCtr="0">
            <a:noAutofit/>
          </a:bodyPr>
          <a:lstStyle>
            <a:lvl1pPr marL="0" indent="0">
              <a:lnSpc>
                <a:spcPts val="1760"/>
              </a:lnSpc>
              <a:spcBef>
                <a:spcPts val="400"/>
              </a:spcBef>
              <a:buNone/>
              <a:defRPr sz="18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465B8CD2-BF47-094F-B614-5CEAE71B3F3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67454" y="0"/>
            <a:ext cx="2331892" cy="1092307"/>
          </a:xfrm>
          <a:prstGeom prst="rect">
            <a:avLst/>
          </a:prstGeom>
        </p:spPr>
      </p:pic>
    </p:spTree>
    <p:extLst>
      <p:ext uri="{BB962C8B-B14F-4D97-AF65-F5344CB8AC3E}">
        <p14:creationId xmlns:p14="http://schemas.microsoft.com/office/powerpoint/2010/main" val="13933316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 Full Photo">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stretch>
            <a:fillRect/>
          </a:stretch>
        </p:blipFill>
        <p:spPr>
          <a:xfrm>
            <a:off x="1474" y="0"/>
            <a:ext cx="9144000" cy="5143500"/>
          </a:xfrm>
          <a:prstGeom prst="rect">
            <a:avLst/>
          </a:prstGeom>
        </p:spPr>
      </p:pic>
      <p:sp>
        <p:nvSpPr>
          <p:cNvPr id="8" name="Text Placeholder 7"/>
          <p:cNvSpPr>
            <a:spLocks noGrp="1"/>
          </p:cNvSpPr>
          <p:nvPr>
            <p:ph type="body" sz="quarter" idx="10" hasCustomPrompt="1"/>
          </p:nvPr>
        </p:nvSpPr>
        <p:spPr>
          <a:xfrm>
            <a:off x="3736975" y="1504827"/>
            <a:ext cx="5393498" cy="1095516"/>
          </a:xfrm>
          <a:solidFill>
            <a:schemeClr val="accent1">
              <a:alpha val="75000"/>
            </a:schemeClr>
          </a:solidFill>
        </p:spPr>
        <p:txBody>
          <a:bodyPr lIns="182880" tIns="137160" rIns="182880" bIns="137160" anchor="ctr" anchorCtr="0">
            <a:noAutofit/>
          </a:bodyPr>
          <a:lstStyle>
            <a:lvl1pPr marL="0" indent="0">
              <a:lnSpc>
                <a:spcPts val="2800"/>
              </a:lnSpc>
              <a:buNone/>
              <a:defRPr sz="3000">
                <a:solidFill>
                  <a:schemeClr val="bg1"/>
                </a:solidFill>
              </a:defRPr>
            </a:lvl1pPr>
          </a:lstStyle>
          <a:p>
            <a:pPr lvl="0"/>
            <a:r>
              <a:rPr lang="en-US"/>
              <a:t>Title</a:t>
            </a:r>
          </a:p>
        </p:txBody>
      </p:sp>
      <p:sp>
        <p:nvSpPr>
          <p:cNvPr id="15" name="Text Placeholder 14"/>
          <p:cNvSpPr>
            <a:spLocks noGrp="1"/>
          </p:cNvSpPr>
          <p:nvPr>
            <p:ph type="body" sz="quarter" idx="11" hasCustomPrompt="1"/>
          </p:nvPr>
        </p:nvSpPr>
        <p:spPr>
          <a:xfrm>
            <a:off x="3736975" y="2744787"/>
            <a:ext cx="4322763" cy="1101551"/>
          </a:xfrm>
          <a:solidFill>
            <a:schemeClr val="accent1">
              <a:alpha val="75000"/>
            </a:schemeClr>
          </a:solidFill>
        </p:spPr>
        <p:txBody>
          <a:bodyPr lIns="182880" tIns="137160" rIns="182880" bIns="137160" anchor="ctr" anchorCtr="0">
            <a:noAutofit/>
          </a:bodyPr>
          <a:lstStyle>
            <a:lvl1pPr marL="0" indent="0">
              <a:lnSpc>
                <a:spcPts val="1760"/>
              </a:lnSpc>
              <a:spcBef>
                <a:spcPts val="400"/>
              </a:spcBef>
              <a:buNone/>
              <a:defRPr sz="18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821FBE40-03AF-2040-B470-29B21F4E356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67454" y="0"/>
            <a:ext cx="2331892" cy="1092307"/>
          </a:xfrm>
          <a:prstGeom prst="rect">
            <a:avLst/>
          </a:prstGeom>
        </p:spPr>
      </p:pic>
    </p:spTree>
    <p:extLst>
      <p:ext uri="{BB962C8B-B14F-4D97-AF65-F5344CB8AC3E}">
        <p14:creationId xmlns:p14="http://schemas.microsoft.com/office/powerpoint/2010/main" val="38372515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Slide - Blue Background">
    <p:spTree>
      <p:nvGrpSpPr>
        <p:cNvPr id="1" name=""/>
        <p:cNvGrpSpPr/>
        <p:nvPr/>
      </p:nvGrpSpPr>
      <p:grpSpPr>
        <a:xfrm>
          <a:off x="0" y="0"/>
          <a:ext cx="0" cy="0"/>
          <a:chOff x="0" y="0"/>
          <a:chExt cx="0" cy="0"/>
        </a:xfrm>
      </p:grpSpPr>
      <p:pic>
        <p:nvPicPr>
          <p:cNvPr id="6" name="Picture 5" descr="iStock-505476426_FlareFree.jpg">
            <a:extLst>
              <a:ext uri="{FF2B5EF4-FFF2-40B4-BE49-F238E27FC236}">
                <a16:creationId xmlns:a16="http://schemas.microsoft.com/office/drawing/2014/main" id="{312AD4B6-5589-B742-BDDC-8DE22CCB220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9144000" cy="5151120"/>
          </a:xfrm>
          <a:prstGeom prst="rect">
            <a:avLst/>
          </a:prstGeom>
        </p:spPr>
      </p:pic>
      <p:sp>
        <p:nvSpPr>
          <p:cNvPr id="8" name="Text Placeholder 7"/>
          <p:cNvSpPr>
            <a:spLocks noGrp="1"/>
          </p:cNvSpPr>
          <p:nvPr>
            <p:ph type="body" sz="quarter" idx="10" hasCustomPrompt="1"/>
          </p:nvPr>
        </p:nvSpPr>
        <p:spPr>
          <a:xfrm>
            <a:off x="3736975" y="1504827"/>
            <a:ext cx="5393498" cy="1095516"/>
          </a:xfrm>
          <a:solidFill>
            <a:schemeClr val="accent1">
              <a:alpha val="75000"/>
            </a:schemeClr>
          </a:solidFill>
        </p:spPr>
        <p:txBody>
          <a:bodyPr lIns="182880" tIns="137160" rIns="182880" bIns="137160" anchor="ctr" anchorCtr="0">
            <a:noAutofit/>
          </a:bodyPr>
          <a:lstStyle>
            <a:lvl1pPr marL="0" indent="0">
              <a:lnSpc>
                <a:spcPts val="2800"/>
              </a:lnSpc>
              <a:buNone/>
              <a:defRPr sz="3000">
                <a:solidFill>
                  <a:schemeClr val="bg1"/>
                </a:solidFill>
              </a:defRPr>
            </a:lvl1pPr>
          </a:lstStyle>
          <a:p>
            <a:pPr lvl="0"/>
            <a:r>
              <a:rPr lang="en-US"/>
              <a:t>Title</a:t>
            </a:r>
          </a:p>
        </p:txBody>
      </p:sp>
      <p:sp>
        <p:nvSpPr>
          <p:cNvPr id="15" name="Text Placeholder 14"/>
          <p:cNvSpPr>
            <a:spLocks noGrp="1"/>
          </p:cNvSpPr>
          <p:nvPr>
            <p:ph type="body" sz="quarter" idx="11" hasCustomPrompt="1"/>
          </p:nvPr>
        </p:nvSpPr>
        <p:spPr>
          <a:xfrm>
            <a:off x="3736975" y="2744787"/>
            <a:ext cx="4322763" cy="1101551"/>
          </a:xfrm>
          <a:solidFill>
            <a:schemeClr val="accent1">
              <a:alpha val="75000"/>
            </a:schemeClr>
          </a:solidFill>
        </p:spPr>
        <p:txBody>
          <a:bodyPr lIns="182880" tIns="137160" rIns="182880" bIns="137160" anchor="ctr" anchorCtr="0">
            <a:noAutofit/>
          </a:bodyPr>
          <a:lstStyle>
            <a:lvl1pPr marL="0" indent="0">
              <a:lnSpc>
                <a:spcPts val="1760"/>
              </a:lnSpc>
              <a:spcBef>
                <a:spcPts val="400"/>
              </a:spcBef>
              <a:buNone/>
              <a:defRPr sz="18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67876295-9728-A943-A66A-D4797EDDAE2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67454" y="0"/>
            <a:ext cx="2331892" cy="1092307"/>
          </a:xfrm>
          <a:prstGeom prst="rect">
            <a:avLst/>
          </a:prstGeom>
        </p:spPr>
      </p:pic>
    </p:spTree>
    <p:extLst>
      <p:ext uri="{BB962C8B-B14F-4D97-AF65-F5344CB8AC3E}">
        <p14:creationId xmlns:p14="http://schemas.microsoft.com/office/powerpoint/2010/main" val="1291168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imple Slid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Simple Slide</a:t>
            </a:r>
          </a:p>
        </p:txBody>
      </p:sp>
      <p:sp>
        <p:nvSpPr>
          <p:cNvPr id="9" name="Text Placeholder 8"/>
          <p:cNvSpPr>
            <a:spLocks noGrp="1"/>
          </p:cNvSpPr>
          <p:nvPr>
            <p:ph type="body" sz="quarter" idx="10"/>
          </p:nvPr>
        </p:nvSpPr>
        <p:spPr>
          <a:xfrm>
            <a:off x="457200" y="1371600"/>
            <a:ext cx="8120063" cy="33750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Tree>
    <p:extLst>
      <p:ext uri="{BB962C8B-B14F-4D97-AF65-F5344CB8AC3E}">
        <p14:creationId xmlns:p14="http://schemas.microsoft.com/office/powerpoint/2010/main" val="737464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imple Slide - Tex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199" y="0"/>
            <a:ext cx="5936343" cy="907143"/>
          </a:xfrm>
        </p:spPr>
        <p:txBody>
          <a:bodyPr/>
          <a:lstStyle/>
          <a:p>
            <a:r>
              <a:rPr lang="en-US"/>
              <a:t>Simple Slide</a:t>
            </a:r>
          </a:p>
        </p:txBody>
      </p:sp>
      <p:sp>
        <p:nvSpPr>
          <p:cNvPr id="9" name="Text Placeholder 8"/>
          <p:cNvSpPr>
            <a:spLocks noGrp="1"/>
          </p:cNvSpPr>
          <p:nvPr>
            <p:ph type="body" sz="quarter" idx="10"/>
          </p:nvPr>
        </p:nvSpPr>
        <p:spPr>
          <a:xfrm>
            <a:off x="457200" y="1124857"/>
            <a:ext cx="8120063" cy="362176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Tree>
    <p:extLst>
      <p:ext uri="{BB962C8B-B14F-4D97-AF65-F5344CB8AC3E}">
        <p14:creationId xmlns:p14="http://schemas.microsoft.com/office/powerpoint/2010/main" val="28254053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mple Slide - Any Content">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457199" y="1"/>
            <a:ext cx="8236857" cy="776514"/>
          </a:xfrm>
        </p:spPr>
        <p:txBody>
          <a:bodyPr/>
          <a:lstStyle/>
          <a:p>
            <a:r>
              <a:rPr lang="en-US"/>
              <a:t>Simple Slide</a:t>
            </a:r>
          </a:p>
        </p:txBody>
      </p:sp>
      <p:sp>
        <p:nvSpPr>
          <p:cNvPr id="5" name="TextBox 4"/>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t>NREL</a:t>
            </a:r>
            <a:r>
              <a:rPr lang="en-US" sz="800" baseline="0" dirty="0"/>
              <a:t>    </a:t>
            </a:r>
            <a:r>
              <a:rPr lang="en-US" sz="800" dirty="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p>
        </p:txBody>
      </p:sp>
    </p:spTree>
    <p:extLst>
      <p:ext uri="{BB962C8B-B14F-4D97-AF65-F5344CB8AC3E}">
        <p14:creationId xmlns:p14="http://schemas.microsoft.com/office/powerpoint/2010/main" val="14850096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Simple Slide - Tex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199" y="0"/>
            <a:ext cx="5936343" cy="907143"/>
          </a:xfrm>
        </p:spPr>
        <p:txBody>
          <a:bodyPr/>
          <a:lstStyle/>
          <a:p>
            <a:r>
              <a:rPr lang="en-US" dirty="0"/>
              <a:t>Simple Slide + Image</a:t>
            </a:r>
          </a:p>
        </p:txBody>
      </p:sp>
      <p:sp>
        <p:nvSpPr>
          <p:cNvPr id="9" name="Text Placeholder 8"/>
          <p:cNvSpPr>
            <a:spLocks noGrp="1"/>
          </p:cNvSpPr>
          <p:nvPr>
            <p:ph type="body" sz="quarter" idx="10" hasCustomPrompt="1"/>
          </p:nvPr>
        </p:nvSpPr>
        <p:spPr>
          <a:xfrm>
            <a:off x="457200" y="1124857"/>
            <a:ext cx="5143499" cy="3621769"/>
          </a:xfrm>
        </p:spPr>
        <p:txBody>
          <a:bodyPr/>
          <a:lstStyle>
            <a:lvl1pPr marL="0" indent="0">
              <a:buNone/>
              <a:defRPr b="1"/>
            </a:lvl1pPr>
            <a:lvl2pPr>
              <a:defRPr sz="2000"/>
            </a:lvl2pPr>
          </a:lstStyle>
          <a:p>
            <a:pPr lvl="0"/>
            <a:r>
              <a:rPr lang="en-US" dirty="0"/>
              <a:t>Header text</a:t>
            </a:r>
          </a:p>
          <a:p>
            <a:pPr lvl="1"/>
            <a:r>
              <a:rPr lang="en-US" dirty="0"/>
              <a:t>Bullet point 1</a:t>
            </a:r>
          </a:p>
          <a:p>
            <a:pPr lvl="1"/>
            <a:r>
              <a:rPr lang="en-US" dirty="0"/>
              <a:t>Bullet point 2</a:t>
            </a:r>
          </a:p>
          <a:p>
            <a:pPr lvl="1"/>
            <a:r>
              <a:rPr lang="en-US" dirty="0"/>
              <a:t>Bullet point 3</a:t>
            </a:r>
            <a:br>
              <a:rPr lang="en-US" dirty="0"/>
            </a:br>
            <a:endParaRPr lang="en-US" dirty="0"/>
          </a:p>
          <a:p>
            <a:pPr lvl="0"/>
            <a:r>
              <a:rPr lang="en-US" dirty="0"/>
              <a:t>Header text</a:t>
            </a:r>
          </a:p>
          <a:p>
            <a:pPr lvl="1"/>
            <a:r>
              <a:rPr lang="en-US" dirty="0"/>
              <a:t>Bullet point 1</a:t>
            </a:r>
          </a:p>
          <a:p>
            <a:pPr lvl="1"/>
            <a:r>
              <a:rPr lang="en-US" dirty="0"/>
              <a:t>Bullet point 2</a:t>
            </a:r>
          </a:p>
          <a:p>
            <a:pPr lvl="1"/>
            <a:r>
              <a:rPr lang="en-US" dirty="0"/>
              <a:t>Bullet point 3</a:t>
            </a:r>
          </a:p>
        </p:txBody>
      </p:sp>
      <p:sp>
        <p:nvSpPr>
          <p:cNvPr id="4" name="TextBox 3"/>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5" name="Picture Placeholder 4">
            <a:extLst>
              <a:ext uri="{FF2B5EF4-FFF2-40B4-BE49-F238E27FC236}">
                <a16:creationId xmlns:a16="http://schemas.microsoft.com/office/drawing/2014/main" id="{610250B1-824A-CC4A-9A13-92F03EBFAA8F}"/>
              </a:ext>
            </a:extLst>
          </p:cNvPr>
          <p:cNvSpPr>
            <a:spLocks noGrp="1"/>
          </p:cNvSpPr>
          <p:nvPr>
            <p:ph type="pic" sz="quarter" idx="11" hasCustomPrompt="1"/>
          </p:nvPr>
        </p:nvSpPr>
        <p:spPr>
          <a:xfrm>
            <a:off x="5952392" y="1125538"/>
            <a:ext cx="2734407" cy="3621088"/>
          </a:xfrm>
          <a:solidFill>
            <a:schemeClr val="bg1">
              <a:lumMod val="85000"/>
            </a:schemeClr>
          </a:solidFill>
        </p:spPr>
        <p:txBody>
          <a:bodyPr>
            <a:normAutofit/>
          </a:bodyPr>
          <a:lstStyle>
            <a:lvl1pPr marL="0" indent="0">
              <a:buNone/>
              <a:defRPr sz="1600"/>
            </a:lvl1pPr>
          </a:lstStyle>
          <a:p>
            <a:r>
              <a:rPr lang="en-US" dirty="0"/>
              <a:t>Insert image here</a:t>
            </a:r>
          </a:p>
        </p:txBody>
      </p:sp>
    </p:spTree>
    <p:extLst>
      <p:ext uri="{BB962C8B-B14F-4D97-AF65-F5344CB8AC3E}">
        <p14:creationId xmlns:p14="http://schemas.microsoft.com/office/powerpoint/2010/main" val="357078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Simple Slide - Text 2">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457201" y="395095"/>
            <a:ext cx="4114800" cy="2176655"/>
          </a:xfrm>
        </p:spPr>
        <p:txBody>
          <a:bodyPr>
            <a:normAutofit/>
          </a:bodyPr>
          <a:lstStyle>
            <a:lvl1pPr marL="0" indent="0">
              <a:buNone/>
              <a:defRPr sz="2000" b="0"/>
            </a:lvl1pPr>
            <a:lvl2pPr marL="457200" indent="0">
              <a:buNone/>
              <a:defRPr/>
            </a:lvl2pPr>
          </a:lstStyle>
          <a:p>
            <a:pPr lvl="0"/>
            <a:r>
              <a:rPr lang="en-US" dirty="0"/>
              <a:t>Summary or description text about the slide, images, charts, data go here.</a:t>
            </a:r>
          </a:p>
        </p:txBody>
      </p:sp>
      <p:sp>
        <p:nvSpPr>
          <p:cNvPr id="4" name="TextBox 3"/>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5" name="Picture Placeholder 4">
            <a:extLst>
              <a:ext uri="{FF2B5EF4-FFF2-40B4-BE49-F238E27FC236}">
                <a16:creationId xmlns:a16="http://schemas.microsoft.com/office/drawing/2014/main" id="{610250B1-824A-CC4A-9A13-92F03EBFAA8F}"/>
              </a:ext>
            </a:extLst>
          </p:cNvPr>
          <p:cNvSpPr>
            <a:spLocks noGrp="1"/>
          </p:cNvSpPr>
          <p:nvPr>
            <p:ph type="pic" sz="quarter" idx="11" hasCustomPrompt="1"/>
          </p:nvPr>
        </p:nvSpPr>
        <p:spPr>
          <a:xfrm>
            <a:off x="457200" y="2795954"/>
            <a:ext cx="2651760" cy="1950672"/>
          </a:xfrm>
          <a:solidFill>
            <a:schemeClr val="bg1">
              <a:lumMod val="85000"/>
            </a:schemeClr>
          </a:solidFill>
        </p:spPr>
        <p:txBody>
          <a:bodyPr>
            <a:normAutofit/>
          </a:bodyPr>
          <a:lstStyle>
            <a:lvl1pPr marL="0" indent="0">
              <a:buNone/>
              <a:defRPr sz="1600"/>
            </a:lvl1pPr>
          </a:lstStyle>
          <a:p>
            <a:r>
              <a:rPr lang="en-US" dirty="0"/>
              <a:t>Insert image here</a:t>
            </a:r>
          </a:p>
        </p:txBody>
      </p:sp>
      <p:sp>
        <p:nvSpPr>
          <p:cNvPr id="6" name="Picture Placeholder 4">
            <a:extLst>
              <a:ext uri="{FF2B5EF4-FFF2-40B4-BE49-F238E27FC236}">
                <a16:creationId xmlns:a16="http://schemas.microsoft.com/office/drawing/2014/main" id="{4F619479-75AC-A745-A352-0D743D62E3EA}"/>
              </a:ext>
            </a:extLst>
          </p:cNvPr>
          <p:cNvSpPr>
            <a:spLocks noGrp="1"/>
          </p:cNvSpPr>
          <p:nvPr>
            <p:ph type="pic" sz="quarter" idx="12" hasCustomPrompt="1"/>
          </p:nvPr>
        </p:nvSpPr>
        <p:spPr>
          <a:xfrm>
            <a:off x="3246120" y="2795954"/>
            <a:ext cx="2651760" cy="1950672"/>
          </a:xfrm>
          <a:solidFill>
            <a:schemeClr val="bg1">
              <a:lumMod val="85000"/>
            </a:schemeClr>
          </a:solidFill>
        </p:spPr>
        <p:txBody>
          <a:bodyPr>
            <a:normAutofit/>
          </a:bodyPr>
          <a:lstStyle>
            <a:lvl1pPr marL="0" indent="0">
              <a:buNone/>
              <a:defRPr sz="1600"/>
            </a:lvl1pPr>
          </a:lstStyle>
          <a:p>
            <a:r>
              <a:rPr lang="en-US" dirty="0"/>
              <a:t>Insert image here</a:t>
            </a:r>
          </a:p>
        </p:txBody>
      </p:sp>
      <p:sp>
        <p:nvSpPr>
          <p:cNvPr id="7" name="Picture Placeholder 4">
            <a:extLst>
              <a:ext uri="{FF2B5EF4-FFF2-40B4-BE49-F238E27FC236}">
                <a16:creationId xmlns:a16="http://schemas.microsoft.com/office/drawing/2014/main" id="{FEC72F80-AAAF-2747-9B70-3072CB21FAAD}"/>
              </a:ext>
            </a:extLst>
          </p:cNvPr>
          <p:cNvSpPr>
            <a:spLocks noGrp="1"/>
          </p:cNvSpPr>
          <p:nvPr>
            <p:ph type="pic" sz="quarter" idx="13" hasCustomPrompt="1"/>
          </p:nvPr>
        </p:nvSpPr>
        <p:spPr>
          <a:xfrm>
            <a:off x="6035040" y="2795954"/>
            <a:ext cx="2651760" cy="1950672"/>
          </a:xfrm>
          <a:solidFill>
            <a:schemeClr val="bg1">
              <a:lumMod val="85000"/>
            </a:schemeClr>
          </a:solidFill>
        </p:spPr>
        <p:txBody>
          <a:bodyPr>
            <a:normAutofit/>
          </a:bodyPr>
          <a:lstStyle>
            <a:lvl1pPr marL="0" indent="0">
              <a:buNone/>
              <a:defRPr sz="1600"/>
            </a:lvl1pPr>
          </a:lstStyle>
          <a:p>
            <a:r>
              <a:rPr lang="en-US" dirty="0"/>
              <a:t>Insert image here</a:t>
            </a:r>
          </a:p>
        </p:txBody>
      </p:sp>
      <p:sp>
        <p:nvSpPr>
          <p:cNvPr id="8" name="Chart Placeholder 6">
            <a:extLst>
              <a:ext uri="{FF2B5EF4-FFF2-40B4-BE49-F238E27FC236}">
                <a16:creationId xmlns:a16="http://schemas.microsoft.com/office/drawing/2014/main" id="{EEADAD7D-0DCA-B946-BD57-8AFA7A8BDDF7}"/>
              </a:ext>
            </a:extLst>
          </p:cNvPr>
          <p:cNvSpPr>
            <a:spLocks noGrp="1"/>
          </p:cNvSpPr>
          <p:nvPr>
            <p:ph type="chart" sz="quarter" idx="14" hasCustomPrompt="1"/>
          </p:nvPr>
        </p:nvSpPr>
        <p:spPr>
          <a:xfrm>
            <a:off x="4765432" y="395095"/>
            <a:ext cx="3921368" cy="2176655"/>
          </a:xfrm>
          <a:prstGeom prst="rect">
            <a:avLst/>
          </a:prstGeom>
          <a:solidFill>
            <a:schemeClr val="bg1">
              <a:lumMod val="95000"/>
            </a:schemeClr>
          </a:solidFill>
        </p:spPr>
        <p:txBody>
          <a:bodyPr vert="horz"/>
          <a:lstStyle>
            <a:lvl1pPr marL="0" indent="0">
              <a:buNone/>
              <a:defRPr sz="1200"/>
            </a:lvl1pPr>
          </a:lstStyle>
          <a:p>
            <a:r>
              <a:rPr lang="en-US"/>
              <a:t>Insert Chart</a:t>
            </a:r>
          </a:p>
        </p:txBody>
      </p:sp>
    </p:spTree>
    <p:extLst>
      <p:ext uri="{BB962C8B-B14F-4D97-AF65-F5344CB8AC3E}">
        <p14:creationId xmlns:p14="http://schemas.microsoft.com/office/powerpoint/2010/main" val="30454538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457200" y="2148571"/>
            <a:ext cx="8120063" cy="536572"/>
          </a:xfrm>
        </p:spPr>
        <p:txBody>
          <a:bodyPr/>
          <a:lstStyle>
            <a:lvl1pPr marL="0" indent="0" algn="ctr">
              <a:buNone/>
              <a:defRPr baseline="0"/>
            </a:lvl1pPr>
          </a:lstStyle>
          <a:p>
            <a:pPr lvl="0"/>
            <a:r>
              <a:rPr lang="en-US"/>
              <a:t>Blank Slide for Any Content</a:t>
            </a:r>
          </a:p>
        </p:txBody>
      </p:sp>
      <p:sp>
        <p:nvSpPr>
          <p:cNvPr id="4" name="TextBox 3"/>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Tree>
    <p:extLst>
      <p:ext uri="{BB962C8B-B14F-4D97-AF65-F5344CB8AC3E}">
        <p14:creationId xmlns:p14="http://schemas.microsoft.com/office/powerpoint/2010/main" val="22785705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OC Slide - Main">
    <p:spTree>
      <p:nvGrpSpPr>
        <p:cNvPr id="1" name=""/>
        <p:cNvGrpSpPr/>
        <p:nvPr/>
      </p:nvGrpSpPr>
      <p:grpSpPr>
        <a:xfrm>
          <a:off x="0" y="0"/>
          <a:ext cx="0" cy="0"/>
          <a:chOff x="0" y="0"/>
          <a:chExt cx="0" cy="0"/>
        </a:xfrm>
      </p:grpSpPr>
      <p:sp>
        <p:nvSpPr>
          <p:cNvPr id="4" name="TextBox 3"/>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2" name="Title 1"/>
          <p:cNvSpPr>
            <a:spLocks noGrp="1"/>
          </p:cNvSpPr>
          <p:nvPr>
            <p:ph type="title" hasCustomPrompt="1"/>
          </p:nvPr>
        </p:nvSpPr>
        <p:spPr>
          <a:xfrm>
            <a:off x="457200" y="0"/>
            <a:ext cx="3214914" cy="1200151"/>
          </a:xfrm>
        </p:spPr>
        <p:txBody>
          <a:bodyPr/>
          <a:lstStyle/>
          <a:p>
            <a:r>
              <a:rPr lang="en-US"/>
              <a:t>Contents</a:t>
            </a:r>
          </a:p>
        </p:txBody>
      </p:sp>
      <p:sp>
        <p:nvSpPr>
          <p:cNvPr id="34" name="Text Placeholder 6"/>
          <p:cNvSpPr>
            <a:spLocks noGrp="1"/>
          </p:cNvSpPr>
          <p:nvPr>
            <p:ph type="body" sz="quarter" idx="11" hasCustomPrompt="1"/>
          </p:nvPr>
        </p:nvSpPr>
        <p:spPr>
          <a:xfrm>
            <a:off x="983661" y="1387198"/>
            <a:ext cx="5164903" cy="389572"/>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37" name="Straight Connector 36"/>
          <p:cNvCxnSpPr/>
          <p:nvPr userDrawn="1"/>
        </p:nvCxnSpPr>
        <p:spPr>
          <a:xfrm>
            <a:off x="983661" y="177677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983661" y="1866532"/>
            <a:ext cx="5164903" cy="389572"/>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0" name="Straight Connector 39"/>
          <p:cNvCxnSpPr/>
          <p:nvPr userDrawn="1"/>
        </p:nvCxnSpPr>
        <p:spPr>
          <a:xfrm>
            <a:off x="983661" y="22561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983661" y="2351089"/>
            <a:ext cx="5164903" cy="389572"/>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4" name="Straight Connector 43"/>
          <p:cNvCxnSpPr/>
          <p:nvPr userDrawn="1"/>
        </p:nvCxnSpPr>
        <p:spPr>
          <a:xfrm>
            <a:off x="983661" y="274066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983661" y="2836648"/>
            <a:ext cx="5164903" cy="389572"/>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1" name="Straight Connector 50"/>
          <p:cNvCxnSpPr/>
          <p:nvPr userDrawn="1"/>
        </p:nvCxnSpPr>
        <p:spPr>
          <a:xfrm>
            <a:off x="983661" y="322622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983661" y="3328432"/>
            <a:ext cx="5164903" cy="389572"/>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4" name="Straight Connector 53"/>
          <p:cNvCxnSpPr/>
          <p:nvPr userDrawn="1"/>
        </p:nvCxnSpPr>
        <p:spPr>
          <a:xfrm>
            <a:off x="983661" y="37180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983661" y="3813991"/>
            <a:ext cx="5164903" cy="389572"/>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7" name="Straight Connector 56"/>
          <p:cNvCxnSpPr/>
          <p:nvPr userDrawn="1"/>
        </p:nvCxnSpPr>
        <p:spPr>
          <a:xfrm>
            <a:off x="983661" y="4203563"/>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983661" y="4299549"/>
            <a:ext cx="5164903" cy="389572"/>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60" name="Straight Connector 59"/>
          <p:cNvCxnSpPr/>
          <p:nvPr userDrawn="1"/>
        </p:nvCxnSpPr>
        <p:spPr>
          <a:xfrm>
            <a:off x="983661" y="468912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468313" y="1390711"/>
            <a:ext cx="431573" cy="38957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468313" y="1868884"/>
            <a:ext cx="431573" cy="38957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468313" y="2347056"/>
            <a:ext cx="431573" cy="38957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468313" y="2825229"/>
            <a:ext cx="431573" cy="38957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468313" y="3320179"/>
            <a:ext cx="431573" cy="38957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468313" y="3806741"/>
            <a:ext cx="431573" cy="38957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468313" y="4284913"/>
            <a:ext cx="431573" cy="38957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7</a:t>
            </a:r>
          </a:p>
        </p:txBody>
      </p:sp>
    </p:spTree>
    <p:extLst>
      <p:ext uri="{BB962C8B-B14F-4D97-AF65-F5344CB8AC3E}">
        <p14:creationId xmlns:p14="http://schemas.microsoft.com/office/powerpoint/2010/main" val="14988594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OC Slide - Main">
    <p:spTree>
      <p:nvGrpSpPr>
        <p:cNvPr id="1" name=""/>
        <p:cNvGrpSpPr/>
        <p:nvPr/>
      </p:nvGrpSpPr>
      <p:grpSpPr>
        <a:xfrm>
          <a:off x="0" y="0"/>
          <a:ext cx="0" cy="0"/>
          <a:chOff x="0" y="0"/>
          <a:chExt cx="0" cy="0"/>
        </a:xfrm>
      </p:grpSpPr>
      <p:sp>
        <p:nvSpPr>
          <p:cNvPr id="4" name="TextBox 3"/>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2" name="Title 1"/>
          <p:cNvSpPr>
            <a:spLocks noGrp="1"/>
          </p:cNvSpPr>
          <p:nvPr>
            <p:ph type="title" hasCustomPrompt="1"/>
          </p:nvPr>
        </p:nvSpPr>
        <p:spPr>
          <a:xfrm>
            <a:off x="457200" y="0"/>
            <a:ext cx="3214914" cy="1200151"/>
          </a:xfrm>
        </p:spPr>
        <p:txBody>
          <a:bodyPr/>
          <a:lstStyle/>
          <a:p>
            <a:r>
              <a:rPr lang="en-US"/>
              <a:t>Contents</a:t>
            </a:r>
          </a:p>
        </p:txBody>
      </p:sp>
      <p:sp>
        <p:nvSpPr>
          <p:cNvPr id="34" name="Text Placeholder 6"/>
          <p:cNvSpPr>
            <a:spLocks noGrp="1"/>
          </p:cNvSpPr>
          <p:nvPr>
            <p:ph type="body" sz="quarter" idx="11" hasCustomPrompt="1"/>
          </p:nvPr>
        </p:nvSpPr>
        <p:spPr>
          <a:xfrm>
            <a:off x="983661" y="1387198"/>
            <a:ext cx="5164903" cy="389572"/>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37" name="Straight Connector 36"/>
          <p:cNvCxnSpPr/>
          <p:nvPr userDrawn="1"/>
        </p:nvCxnSpPr>
        <p:spPr>
          <a:xfrm>
            <a:off x="983661" y="177677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983661" y="1866532"/>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dirty="0"/>
              <a:t>Section Name</a:t>
            </a:r>
          </a:p>
        </p:txBody>
      </p:sp>
      <p:cxnSp>
        <p:nvCxnSpPr>
          <p:cNvPr id="40" name="Straight Connector 39"/>
          <p:cNvCxnSpPr/>
          <p:nvPr userDrawn="1"/>
        </p:nvCxnSpPr>
        <p:spPr>
          <a:xfrm>
            <a:off x="983661" y="22561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983661" y="2351089"/>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4" name="Straight Connector 43"/>
          <p:cNvCxnSpPr/>
          <p:nvPr userDrawn="1"/>
        </p:nvCxnSpPr>
        <p:spPr>
          <a:xfrm>
            <a:off x="983661" y="274066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983661" y="2836648"/>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1" name="Straight Connector 50"/>
          <p:cNvCxnSpPr/>
          <p:nvPr userDrawn="1"/>
        </p:nvCxnSpPr>
        <p:spPr>
          <a:xfrm>
            <a:off x="983661" y="322622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983661" y="3328432"/>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4" name="Straight Connector 53"/>
          <p:cNvCxnSpPr/>
          <p:nvPr userDrawn="1"/>
        </p:nvCxnSpPr>
        <p:spPr>
          <a:xfrm>
            <a:off x="983661" y="37180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983661" y="3813991"/>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7" name="Straight Connector 56"/>
          <p:cNvCxnSpPr/>
          <p:nvPr userDrawn="1"/>
        </p:nvCxnSpPr>
        <p:spPr>
          <a:xfrm>
            <a:off x="983661" y="4203563"/>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983661" y="4299549"/>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60" name="Straight Connector 59"/>
          <p:cNvCxnSpPr/>
          <p:nvPr userDrawn="1"/>
        </p:nvCxnSpPr>
        <p:spPr>
          <a:xfrm>
            <a:off x="983661" y="468912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468313" y="1390711"/>
            <a:ext cx="431573" cy="38957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468313" y="1868884"/>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468313" y="2347056"/>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468313" y="2825229"/>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468313" y="3320179"/>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468313" y="3806741"/>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468313" y="4284913"/>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7</a:t>
            </a:r>
          </a:p>
        </p:txBody>
      </p:sp>
    </p:spTree>
    <p:extLst>
      <p:ext uri="{BB962C8B-B14F-4D97-AF65-F5344CB8AC3E}">
        <p14:creationId xmlns:p14="http://schemas.microsoft.com/office/powerpoint/2010/main" val="31427652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OC Slide - Main">
    <p:spTree>
      <p:nvGrpSpPr>
        <p:cNvPr id="1" name=""/>
        <p:cNvGrpSpPr/>
        <p:nvPr/>
      </p:nvGrpSpPr>
      <p:grpSpPr>
        <a:xfrm>
          <a:off x="0" y="0"/>
          <a:ext cx="0" cy="0"/>
          <a:chOff x="0" y="0"/>
          <a:chExt cx="0" cy="0"/>
        </a:xfrm>
      </p:grpSpPr>
      <p:sp>
        <p:nvSpPr>
          <p:cNvPr id="4" name="TextBox 3"/>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2" name="Title 1"/>
          <p:cNvSpPr>
            <a:spLocks noGrp="1"/>
          </p:cNvSpPr>
          <p:nvPr>
            <p:ph type="title" hasCustomPrompt="1"/>
          </p:nvPr>
        </p:nvSpPr>
        <p:spPr>
          <a:xfrm>
            <a:off x="457200" y="0"/>
            <a:ext cx="3214914" cy="1200151"/>
          </a:xfrm>
        </p:spPr>
        <p:txBody>
          <a:bodyPr/>
          <a:lstStyle/>
          <a:p>
            <a:r>
              <a:rPr lang="en-US"/>
              <a:t>Contents</a:t>
            </a:r>
          </a:p>
        </p:txBody>
      </p:sp>
      <p:sp>
        <p:nvSpPr>
          <p:cNvPr id="34" name="Text Placeholder 6"/>
          <p:cNvSpPr>
            <a:spLocks noGrp="1"/>
          </p:cNvSpPr>
          <p:nvPr>
            <p:ph type="body" sz="quarter" idx="11" hasCustomPrompt="1"/>
          </p:nvPr>
        </p:nvSpPr>
        <p:spPr>
          <a:xfrm>
            <a:off x="983661" y="1387198"/>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dirty="0"/>
              <a:t>Section Name</a:t>
            </a:r>
          </a:p>
        </p:txBody>
      </p:sp>
      <p:cxnSp>
        <p:nvCxnSpPr>
          <p:cNvPr id="37" name="Straight Connector 36"/>
          <p:cNvCxnSpPr/>
          <p:nvPr userDrawn="1"/>
        </p:nvCxnSpPr>
        <p:spPr>
          <a:xfrm>
            <a:off x="983661" y="177677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983661" y="1866532"/>
            <a:ext cx="5164903" cy="389572"/>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0" name="Straight Connector 39"/>
          <p:cNvCxnSpPr/>
          <p:nvPr userDrawn="1"/>
        </p:nvCxnSpPr>
        <p:spPr>
          <a:xfrm>
            <a:off x="983661" y="22561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983661" y="2351089"/>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4" name="Straight Connector 43"/>
          <p:cNvCxnSpPr/>
          <p:nvPr userDrawn="1"/>
        </p:nvCxnSpPr>
        <p:spPr>
          <a:xfrm>
            <a:off x="983661" y="274066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983661" y="2836648"/>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1" name="Straight Connector 50"/>
          <p:cNvCxnSpPr/>
          <p:nvPr userDrawn="1"/>
        </p:nvCxnSpPr>
        <p:spPr>
          <a:xfrm>
            <a:off x="983661" y="322622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983661" y="3328432"/>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4" name="Straight Connector 53"/>
          <p:cNvCxnSpPr/>
          <p:nvPr userDrawn="1"/>
        </p:nvCxnSpPr>
        <p:spPr>
          <a:xfrm>
            <a:off x="983661" y="37180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983661" y="3813991"/>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7" name="Straight Connector 56"/>
          <p:cNvCxnSpPr/>
          <p:nvPr userDrawn="1"/>
        </p:nvCxnSpPr>
        <p:spPr>
          <a:xfrm>
            <a:off x="983661" y="4203563"/>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983661" y="4299549"/>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60" name="Straight Connector 59"/>
          <p:cNvCxnSpPr/>
          <p:nvPr userDrawn="1"/>
        </p:nvCxnSpPr>
        <p:spPr>
          <a:xfrm>
            <a:off x="983661" y="468912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468313" y="1390711"/>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468313" y="1868884"/>
            <a:ext cx="431573" cy="38957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468313" y="2347056"/>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468313" y="2825229"/>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468313" y="3320179"/>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468313" y="3806741"/>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468313" y="4284913"/>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7</a:t>
            </a:r>
          </a:p>
        </p:txBody>
      </p:sp>
    </p:spTree>
    <p:extLst>
      <p:ext uri="{BB962C8B-B14F-4D97-AF65-F5344CB8AC3E}">
        <p14:creationId xmlns:p14="http://schemas.microsoft.com/office/powerpoint/2010/main" val="7252041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OC Slide - Main">
    <p:spTree>
      <p:nvGrpSpPr>
        <p:cNvPr id="1" name=""/>
        <p:cNvGrpSpPr/>
        <p:nvPr/>
      </p:nvGrpSpPr>
      <p:grpSpPr>
        <a:xfrm>
          <a:off x="0" y="0"/>
          <a:ext cx="0" cy="0"/>
          <a:chOff x="0" y="0"/>
          <a:chExt cx="0" cy="0"/>
        </a:xfrm>
      </p:grpSpPr>
      <p:sp>
        <p:nvSpPr>
          <p:cNvPr id="4" name="TextBox 3"/>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2" name="Title 1"/>
          <p:cNvSpPr>
            <a:spLocks noGrp="1"/>
          </p:cNvSpPr>
          <p:nvPr>
            <p:ph type="title" hasCustomPrompt="1"/>
          </p:nvPr>
        </p:nvSpPr>
        <p:spPr>
          <a:xfrm>
            <a:off x="457200" y="0"/>
            <a:ext cx="3214914" cy="1200151"/>
          </a:xfrm>
        </p:spPr>
        <p:txBody>
          <a:bodyPr/>
          <a:lstStyle/>
          <a:p>
            <a:r>
              <a:rPr lang="en-US"/>
              <a:t>Contents</a:t>
            </a:r>
          </a:p>
        </p:txBody>
      </p:sp>
      <p:sp>
        <p:nvSpPr>
          <p:cNvPr id="34" name="Text Placeholder 6"/>
          <p:cNvSpPr>
            <a:spLocks noGrp="1"/>
          </p:cNvSpPr>
          <p:nvPr>
            <p:ph type="body" sz="quarter" idx="11" hasCustomPrompt="1"/>
          </p:nvPr>
        </p:nvSpPr>
        <p:spPr>
          <a:xfrm>
            <a:off x="983661" y="1387198"/>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dirty="0"/>
              <a:t>Section Name</a:t>
            </a:r>
          </a:p>
        </p:txBody>
      </p:sp>
      <p:cxnSp>
        <p:nvCxnSpPr>
          <p:cNvPr id="37" name="Straight Connector 36"/>
          <p:cNvCxnSpPr/>
          <p:nvPr userDrawn="1"/>
        </p:nvCxnSpPr>
        <p:spPr>
          <a:xfrm>
            <a:off x="983661" y="177677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983661" y="1866532"/>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0" name="Straight Connector 39"/>
          <p:cNvCxnSpPr/>
          <p:nvPr userDrawn="1"/>
        </p:nvCxnSpPr>
        <p:spPr>
          <a:xfrm>
            <a:off x="983661" y="22561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983661" y="2351089"/>
            <a:ext cx="5164903" cy="389572"/>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4" name="Straight Connector 43"/>
          <p:cNvCxnSpPr/>
          <p:nvPr userDrawn="1"/>
        </p:nvCxnSpPr>
        <p:spPr>
          <a:xfrm>
            <a:off x="983661" y="274066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983661" y="2836648"/>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1" name="Straight Connector 50"/>
          <p:cNvCxnSpPr/>
          <p:nvPr userDrawn="1"/>
        </p:nvCxnSpPr>
        <p:spPr>
          <a:xfrm>
            <a:off x="983661" y="322622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983661" y="3328432"/>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4" name="Straight Connector 53"/>
          <p:cNvCxnSpPr/>
          <p:nvPr userDrawn="1"/>
        </p:nvCxnSpPr>
        <p:spPr>
          <a:xfrm>
            <a:off x="983661" y="37180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983661" y="3813991"/>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7" name="Straight Connector 56"/>
          <p:cNvCxnSpPr/>
          <p:nvPr userDrawn="1"/>
        </p:nvCxnSpPr>
        <p:spPr>
          <a:xfrm>
            <a:off x="983661" y="4203563"/>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983661" y="4299549"/>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60" name="Straight Connector 59"/>
          <p:cNvCxnSpPr/>
          <p:nvPr userDrawn="1"/>
        </p:nvCxnSpPr>
        <p:spPr>
          <a:xfrm>
            <a:off x="983661" y="468912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468313" y="1390711"/>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468313" y="1868884"/>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468313" y="2347056"/>
            <a:ext cx="431573" cy="38957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468313" y="2825229"/>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468313" y="3320179"/>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468313" y="3806741"/>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468313" y="4284913"/>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7</a:t>
            </a:r>
          </a:p>
        </p:txBody>
      </p:sp>
    </p:spTree>
    <p:extLst>
      <p:ext uri="{BB962C8B-B14F-4D97-AF65-F5344CB8AC3E}">
        <p14:creationId xmlns:p14="http://schemas.microsoft.com/office/powerpoint/2010/main" val="4265721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TOC Slide - Main">
    <p:spTree>
      <p:nvGrpSpPr>
        <p:cNvPr id="1" name=""/>
        <p:cNvGrpSpPr/>
        <p:nvPr/>
      </p:nvGrpSpPr>
      <p:grpSpPr>
        <a:xfrm>
          <a:off x="0" y="0"/>
          <a:ext cx="0" cy="0"/>
          <a:chOff x="0" y="0"/>
          <a:chExt cx="0" cy="0"/>
        </a:xfrm>
      </p:grpSpPr>
      <p:sp>
        <p:nvSpPr>
          <p:cNvPr id="4" name="TextBox 3"/>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2" name="Title 1"/>
          <p:cNvSpPr>
            <a:spLocks noGrp="1"/>
          </p:cNvSpPr>
          <p:nvPr>
            <p:ph type="title" hasCustomPrompt="1"/>
          </p:nvPr>
        </p:nvSpPr>
        <p:spPr>
          <a:xfrm>
            <a:off x="457200" y="0"/>
            <a:ext cx="3214914" cy="1200151"/>
          </a:xfrm>
        </p:spPr>
        <p:txBody>
          <a:bodyPr/>
          <a:lstStyle/>
          <a:p>
            <a:r>
              <a:rPr lang="en-US"/>
              <a:t>Contents</a:t>
            </a:r>
          </a:p>
        </p:txBody>
      </p:sp>
      <p:sp>
        <p:nvSpPr>
          <p:cNvPr id="34" name="Text Placeholder 6"/>
          <p:cNvSpPr>
            <a:spLocks noGrp="1"/>
          </p:cNvSpPr>
          <p:nvPr>
            <p:ph type="body" sz="quarter" idx="11" hasCustomPrompt="1"/>
          </p:nvPr>
        </p:nvSpPr>
        <p:spPr>
          <a:xfrm>
            <a:off x="983661" y="1387198"/>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dirty="0"/>
              <a:t>Section Name</a:t>
            </a:r>
          </a:p>
        </p:txBody>
      </p:sp>
      <p:cxnSp>
        <p:nvCxnSpPr>
          <p:cNvPr id="37" name="Straight Connector 36"/>
          <p:cNvCxnSpPr/>
          <p:nvPr userDrawn="1"/>
        </p:nvCxnSpPr>
        <p:spPr>
          <a:xfrm>
            <a:off x="983661" y="177677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983661" y="1866532"/>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0" name="Straight Connector 39"/>
          <p:cNvCxnSpPr/>
          <p:nvPr userDrawn="1"/>
        </p:nvCxnSpPr>
        <p:spPr>
          <a:xfrm>
            <a:off x="983661" y="22561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983661" y="2351089"/>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4" name="Straight Connector 43"/>
          <p:cNvCxnSpPr/>
          <p:nvPr userDrawn="1"/>
        </p:nvCxnSpPr>
        <p:spPr>
          <a:xfrm>
            <a:off x="983661" y="274066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983661" y="2836648"/>
            <a:ext cx="5164903" cy="389572"/>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1" name="Straight Connector 50"/>
          <p:cNvCxnSpPr/>
          <p:nvPr userDrawn="1"/>
        </p:nvCxnSpPr>
        <p:spPr>
          <a:xfrm>
            <a:off x="983661" y="322622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983661" y="3328432"/>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4" name="Straight Connector 53"/>
          <p:cNvCxnSpPr/>
          <p:nvPr userDrawn="1"/>
        </p:nvCxnSpPr>
        <p:spPr>
          <a:xfrm>
            <a:off x="983661" y="37180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983661" y="3813991"/>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7" name="Straight Connector 56"/>
          <p:cNvCxnSpPr/>
          <p:nvPr userDrawn="1"/>
        </p:nvCxnSpPr>
        <p:spPr>
          <a:xfrm>
            <a:off x="983661" y="4203563"/>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983661" y="4299549"/>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60" name="Straight Connector 59"/>
          <p:cNvCxnSpPr/>
          <p:nvPr userDrawn="1"/>
        </p:nvCxnSpPr>
        <p:spPr>
          <a:xfrm>
            <a:off x="983661" y="468912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468313" y="1390711"/>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468313" y="1868884"/>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468313" y="2347056"/>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468313" y="2825229"/>
            <a:ext cx="431573" cy="38957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468313" y="3320179"/>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468313" y="3806741"/>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468313" y="4284913"/>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7</a:t>
            </a:r>
          </a:p>
        </p:txBody>
      </p:sp>
    </p:spTree>
    <p:extLst>
      <p:ext uri="{BB962C8B-B14F-4D97-AF65-F5344CB8AC3E}">
        <p14:creationId xmlns:p14="http://schemas.microsoft.com/office/powerpoint/2010/main" val="11458664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TOC Slide - Main">
    <p:spTree>
      <p:nvGrpSpPr>
        <p:cNvPr id="1" name=""/>
        <p:cNvGrpSpPr/>
        <p:nvPr/>
      </p:nvGrpSpPr>
      <p:grpSpPr>
        <a:xfrm>
          <a:off x="0" y="0"/>
          <a:ext cx="0" cy="0"/>
          <a:chOff x="0" y="0"/>
          <a:chExt cx="0" cy="0"/>
        </a:xfrm>
      </p:grpSpPr>
      <p:sp>
        <p:nvSpPr>
          <p:cNvPr id="4" name="TextBox 3"/>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2" name="Title 1"/>
          <p:cNvSpPr>
            <a:spLocks noGrp="1"/>
          </p:cNvSpPr>
          <p:nvPr>
            <p:ph type="title" hasCustomPrompt="1"/>
          </p:nvPr>
        </p:nvSpPr>
        <p:spPr>
          <a:xfrm>
            <a:off x="457200" y="0"/>
            <a:ext cx="3214914" cy="1200151"/>
          </a:xfrm>
        </p:spPr>
        <p:txBody>
          <a:bodyPr/>
          <a:lstStyle/>
          <a:p>
            <a:r>
              <a:rPr lang="en-US"/>
              <a:t>Contents</a:t>
            </a:r>
          </a:p>
        </p:txBody>
      </p:sp>
      <p:sp>
        <p:nvSpPr>
          <p:cNvPr id="34" name="Text Placeholder 6"/>
          <p:cNvSpPr>
            <a:spLocks noGrp="1"/>
          </p:cNvSpPr>
          <p:nvPr>
            <p:ph type="body" sz="quarter" idx="11" hasCustomPrompt="1"/>
          </p:nvPr>
        </p:nvSpPr>
        <p:spPr>
          <a:xfrm>
            <a:off x="983661" y="1387198"/>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dirty="0"/>
              <a:t>Section Name</a:t>
            </a:r>
          </a:p>
        </p:txBody>
      </p:sp>
      <p:cxnSp>
        <p:nvCxnSpPr>
          <p:cNvPr id="37" name="Straight Connector 36"/>
          <p:cNvCxnSpPr/>
          <p:nvPr userDrawn="1"/>
        </p:nvCxnSpPr>
        <p:spPr>
          <a:xfrm>
            <a:off x="983661" y="177677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983661" y="1866532"/>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0" name="Straight Connector 39"/>
          <p:cNvCxnSpPr/>
          <p:nvPr userDrawn="1"/>
        </p:nvCxnSpPr>
        <p:spPr>
          <a:xfrm>
            <a:off x="983661" y="22561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983661" y="2351089"/>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4" name="Straight Connector 43"/>
          <p:cNvCxnSpPr/>
          <p:nvPr userDrawn="1"/>
        </p:nvCxnSpPr>
        <p:spPr>
          <a:xfrm>
            <a:off x="983661" y="274066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983661" y="2836648"/>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1" name="Straight Connector 50"/>
          <p:cNvCxnSpPr/>
          <p:nvPr userDrawn="1"/>
        </p:nvCxnSpPr>
        <p:spPr>
          <a:xfrm>
            <a:off x="983661" y="322622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983661" y="3328432"/>
            <a:ext cx="5164903" cy="389572"/>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4" name="Straight Connector 53"/>
          <p:cNvCxnSpPr/>
          <p:nvPr userDrawn="1"/>
        </p:nvCxnSpPr>
        <p:spPr>
          <a:xfrm>
            <a:off x="983661" y="37180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983661" y="3813991"/>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7" name="Straight Connector 56"/>
          <p:cNvCxnSpPr/>
          <p:nvPr userDrawn="1"/>
        </p:nvCxnSpPr>
        <p:spPr>
          <a:xfrm>
            <a:off x="983661" y="4203563"/>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983661" y="4299549"/>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60" name="Straight Connector 59"/>
          <p:cNvCxnSpPr/>
          <p:nvPr userDrawn="1"/>
        </p:nvCxnSpPr>
        <p:spPr>
          <a:xfrm>
            <a:off x="983661" y="468912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468313" y="1390711"/>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468313" y="1868884"/>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468313" y="2347056"/>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468313" y="2825229"/>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468313" y="3320179"/>
            <a:ext cx="431573" cy="38957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468313" y="3806741"/>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468313" y="4284913"/>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7</a:t>
            </a:r>
          </a:p>
        </p:txBody>
      </p:sp>
    </p:spTree>
    <p:extLst>
      <p:ext uri="{BB962C8B-B14F-4D97-AF65-F5344CB8AC3E}">
        <p14:creationId xmlns:p14="http://schemas.microsoft.com/office/powerpoint/2010/main" val="42234427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_TOC Slide - Main">
    <p:spTree>
      <p:nvGrpSpPr>
        <p:cNvPr id="1" name=""/>
        <p:cNvGrpSpPr/>
        <p:nvPr/>
      </p:nvGrpSpPr>
      <p:grpSpPr>
        <a:xfrm>
          <a:off x="0" y="0"/>
          <a:ext cx="0" cy="0"/>
          <a:chOff x="0" y="0"/>
          <a:chExt cx="0" cy="0"/>
        </a:xfrm>
      </p:grpSpPr>
      <p:sp>
        <p:nvSpPr>
          <p:cNvPr id="4" name="TextBox 3"/>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2" name="Title 1"/>
          <p:cNvSpPr>
            <a:spLocks noGrp="1"/>
          </p:cNvSpPr>
          <p:nvPr>
            <p:ph type="title" hasCustomPrompt="1"/>
          </p:nvPr>
        </p:nvSpPr>
        <p:spPr>
          <a:xfrm>
            <a:off x="457200" y="0"/>
            <a:ext cx="3214914" cy="1200151"/>
          </a:xfrm>
        </p:spPr>
        <p:txBody>
          <a:bodyPr/>
          <a:lstStyle/>
          <a:p>
            <a:r>
              <a:rPr lang="en-US"/>
              <a:t>Contents</a:t>
            </a:r>
          </a:p>
        </p:txBody>
      </p:sp>
      <p:sp>
        <p:nvSpPr>
          <p:cNvPr id="34" name="Text Placeholder 6"/>
          <p:cNvSpPr>
            <a:spLocks noGrp="1"/>
          </p:cNvSpPr>
          <p:nvPr>
            <p:ph type="body" sz="quarter" idx="11" hasCustomPrompt="1"/>
          </p:nvPr>
        </p:nvSpPr>
        <p:spPr>
          <a:xfrm>
            <a:off x="983661" y="1387198"/>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dirty="0"/>
              <a:t>Section Name</a:t>
            </a:r>
          </a:p>
        </p:txBody>
      </p:sp>
      <p:cxnSp>
        <p:nvCxnSpPr>
          <p:cNvPr id="37" name="Straight Connector 36"/>
          <p:cNvCxnSpPr/>
          <p:nvPr userDrawn="1"/>
        </p:nvCxnSpPr>
        <p:spPr>
          <a:xfrm>
            <a:off x="983661" y="177677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983661" y="1866532"/>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0" name="Straight Connector 39"/>
          <p:cNvCxnSpPr/>
          <p:nvPr userDrawn="1"/>
        </p:nvCxnSpPr>
        <p:spPr>
          <a:xfrm>
            <a:off x="983661" y="22561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983661" y="2351089"/>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4" name="Straight Connector 43"/>
          <p:cNvCxnSpPr/>
          <p:nvPr userDrawn="1"/>
        </p:nvCxnSpPr>
        <p:spPr>
          <a:xfrm>
            <a:off x="983661" y="274066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983661" y="2836648"/>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1" name="Straight Connector 50"/>
          <p:cNvCxnSpPr/>
          <p:nvPr userDrawn="1"/>
        </p:nvCxnSpPr>
        <p:spPr>
          <a:xfrm>
            <a:off x="983661" y="322622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983661" y="3328432"/>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4" name="Straight Connector 53"/>
          <p:cNvCxnSpPr/>
          <p:nvPr userDrawn="1"/>
        </p:nvCxnSpPr>
        <p:spPr>
          <a:xfrm>
            <a:off x="983661" y="37180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983661" y="3813991"/>
            <a:ext cx="5164903" cy="389572"/>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7" name="Straight Connector 56"/>
          <p:cNvCxnSpPr/>
          <p:nvPr userDrawn="1"/>
        </p:nvCxnSpPr>
        <p:spPr>
          <a:xfrm>
            <a:off x="983661" y="4203563"/>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983661" y="4299549"/>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60" name="Straight Connector 59"/>
          <p:cNvCxnSpPr/>
          <p:nvPr userDrawn="1"/>
        </p:nvCxnSpPr>
        <p:spPr>
          <a:xfrm>
            <a:off x="983661" y="468912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468313" y="1390711"/>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468313" y="1868884"/>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468313" y="2347056"/>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468313" y="2825229"/>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468313" y="3320179"/>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468313" y="3806741"/>
            <a:ext cx="431573" cy="38957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468313" y="4284913"/>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7</a:t>
            </a:r>
          </a:p>
        </p:txBody>
      </p:sp>
    </p:spTree>
    <p:extLst>
      <p:ext uri="{BB962C8B-B14F-4D97-AF65-F5344CB8AC3E}">
        <p14:creationId xmlns:p14="http://schemas.microsoft.com/office/powerpoint/2010/main" val="15676175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7_TOC Slide - Main">
    <p:spTree>
      <p:nvGrpSpPr>
        <p:cNvPr id="1" name=""/>
        <p:cNvGrpSpPr/>
        <p:nvPr/>
      </p:nvGrpSpPr>
      <p:grpSpPr>
        <a:xfrm>
          <a:off x="0" y="0"/>
          <a:ext cx="0" cy="0"/>
          <a:chOff x="0" y="0"/>
          <a:chExt cx="0" cy="0"/>
        </a:xfrm>
      </p:grpSpPr>
      <p:sp>
        <p:nvSpPr>
          <p:cNvPr id="4" name="TextBox 3"/>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2" name="Title 1"/>
          <p:cNvSpPr>
            <a:spLocks noGrp="1"/>
          </p:cNvSpPr>
          <p:nvPr>
            <p:ph type="title" hasCustomPrompt="1"/>
          </p:nvPr>
        </p:nvSpPr>
        <p:spPr>
          <a:xfrm>
            <a:off x="457200" y="0"/>
            <a:ext cx="3214914" cy="1200151"/>
          </a:xfrm>
        </p:spPr>
        <p:txBody>
          <a:bodyPr/>
          <a:lstStyle/>
          <a:p>
            <a:r>
              <a:rPr lang="en-US"/>
              <a:t>Contents</a:t>
            </a:r>
          </a:p>
        </p:txBody>
      </p:sp>
      <p:sp>
        <p:nvSpPr>
          <p:cNvPr id="34" name="Text Placeholder 6"/>
          <p:cNvSpPr>
            <a:spLocks noGrp="1"/>
          </p:cNvSpPr>
          <p:nvPr>
            <p:ph type="body" sz="quarter" idx="11" hasCustomPrompt="1"/>
          </p:nvPr>
        </p:nvSpPr>
        <p:spPr>
          <a:xfrm>
            <a:off x="983661" y="1387198"/>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dirty="0"/>
              <a:t>Section Name</a:t>
            </a:r>
          </a:p>
        </p:txBody>
      </p:sp>
      <p:cxnSp>
        <p:nvCxnSpPr>
          <p:cNvPr id="37" name="Straight Connector 36"/>
          <p:cNvCxnSpPr/>
          <p:nvPr userDrawn="1"/>
        </p:nvCxnSpPr>
        <p:spPr>
          <a:xfrm>
            <a:off x="983661" y="177677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983661" y="1866532"/>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0" name="Straight Connector 39"/>
          <p:cNvCxnSpPr/>
          <p:nvPr userDrawn="1"/>
        </p:nvCxnSpPr>
        <p:spPr>
          <a:xfrm>
            <a:off x="983661" y="22561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983661" y="2351089"/>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44" name="Straight Connector 43"/>
          <p:cNvCxnSpPr/>
          <p:nvPr userDrawn="1"/>
        </p:nvCxnSpPr>
        <p:spPr>
          <a:xfrm>
            <a:off x="983661" y="274066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983661" y="2836648"/>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1" name="Straight Connector 50"/>
          <p:cNvCxnSpPr/>
          <p:nvPr userDrawn="1"/>
        </p:nvCxnSpPr>
        <p:spPr>
          <a:xfrm>
            <a:off x="983661" y="3226220"/>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983661" y="3328432"/>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4" name="Straight Connector 53"/>
          <p:cNvCxnSpPr/>
          <p:nvPr userDrawn="1"/>
        </p:nvCxnSpPr>
        <p:spPr>
          <a:xfrm>
            <a:off x="983661" y="3718004"/>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983661" y="3813991"/>
            <a:ext cx="5164903" cy="389572"/>
          </a:xfrm>
          <a:prstGeom prst="rect">
            <a:avLst/>
          </a:prstGeom>
        </p:spPr>
        <p:txBody>
          <a:bodyPr vert="horz" wrap="none" lIns="0" tIns="0" rIns="0" bIns="0" anchor="ctr" anchorCtr="0"/>
          <a:lstStyle>
            <a:lvl1pPr marL="0" indent="0">
              <a:buNone/>
              <a:defRPr sz="2000" b="1">
                <a:solidFill>
                  <a:schemeClr val="bg1">
                    <a:lumMod val="65000"/>
                  </a:schemeClr>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57" name="Straight Connector 56"/>
          <p:cNvCxnSpPr/>
          <p:nvPr userDrawn="1"/>
        </p:nvCxnSpPr>
        <p:spPr>
          <a:xfrm>
            <a:off x="983661" y="4203563"/>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983661" y="4299549"/>
            <a:ext cx="5164903" cy="389572"/>
          </a:xfrm>
          <a:prstGeom prst="rect">
            <a:avLst/>
          </a:prstGeom>
        </p:spPr>
        <p:txBody>
          <a:bodyPr vert="horz" wrap="none" lIns="0" tIns="0" rIns="0" bIns="0" anchor="ctr" anchorCtr="0"/>
          <a:lstStyle>
            <a:lvl1pPr marL="0" indent="0">
              <a:buNone/>
              <a:defRPr sz="2000" b="1">
                <a:solidFill>
                  <a:srgbClr val="333333"/>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Section Name</a:t>
            </a:r>
          </a:p>
        </p:txBody>
      </p:sp>
      <p:cxnSp>
        <p:nvCxnSpPr>
          <p:cNvPr id="60" name="Straight Connector 59"/>
          <p:cNvCxnSpPr/>
          <p:nvPr userDrawn="1"/>
        </p:nvCxnSpPr>
        <p:spPr>
          <a:xfrm>
            <a:off x="983661" y="4689121"/>
            <a:ext cx="5164903" cy="7026"/>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468313" y="1390711"/>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468313" y="1868884"/>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468313" y="2347056"/>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468313" y="2825229"/>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468313" y="3320179"/>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468313" y="3806741"/>
            <a:ext cx="431573" cy="389572"/>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468313" y="4284913"/>
            <a:ext cx="431573" cy="389572"/>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b="1" dirty="0"/>
              <a:t>7</a:t>
            </a:r>
          </a:p>
        </p:txBody>
      </p:sp>
    </p:spTree>
    <p:extLst>
      <p:ext uri="{BB962C8B-B14F-4D97-AF65-F5344CB8AC3E}">
        <p14:creationId xmlns:p14="http://schemas.microsoft.com/office/powerpoint/2010/main" val="470116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ransition Slide - Whit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67454" y="1252017"/>
            <a:ext cx="3952146" cy="1348326"/>
          </a:xfrm>
        </p:spPr>
        <p:txBody>
          <a:bodyPr anchor="b" anchorCtr="0">
            <a:noAutofit/>
          </a:bodyPr>
          <a:lstStyle>
            <a:lvl1pPr marL="0" indent="0">
              <a:buNone/>
              <a:defRPr sz="3000"/>
            </a:lvl1pPr>
          </a:lstStyle>
          <a:p>
            <a:pPr lvl="0"/>
            <a:r>
              <a:rPr lang="en-US"/>
              <a:t>Transition Slide Title</a:t>
            </a:r>
          </a:p>
        </p:txBody>
      </p:sp>
      <p:cxnSp>
        <p:nvCxnSpPr>
          <p:cNvPr id="4" name="Straight Connector 3"/>
          <p:cNvCxnSpPr/>
          <p:nvPr userDrawn="1"/>
        </p:nvCxnSpPr>
        <p:spPr>
          <a:xfrm>
            <a:off x="570335" y="2780783"/>
            <a:ext cx="4574979" cy="0"/>
          </a:xfrm>
          <a:prstGeom prst="line">
            <a:avLst/>
          </a:prstGeom>
          <a:ln w="28575"/>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67455" y="2961483"/>
            <a:ext cx="3952712" cy="1101551"/>
          </a:xfrm>
        </p:spPr>
        <p:txBody>
          <a:bodyPr>
            <a:noAutofit/>
          </a:bodyPr>
          <a:lstStyle>
            <a:lvl1pPr marL="0" indent="0">
              <a:spcBef>
                <a:spcPts val="400"/>
              </a:spcBef>
              <a:buNone/>
              <a:defRPr sz="1800"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Subtitle or additional text</a:t>
            </a:r>
          </a:p>
        </p:txBody>
      </p:sp>
    </p:spTree>
    <p:extLst>
      <p:ext uri="{BB962C8B-B14F-4D97-AF65-F5344CB8AC3E}">
        <p14:creationId xmlns:p14="http://schemas.microsoft.com/office/powerpoint/2010/main" val="28112299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ransition Slide - Blue">
    <p:spTree>
      <p:nvGrpSpPr>
        <p:cNvPr id="1" name=""/>
        <p:cNvGrpSpPr/>
        <p:nvPr/>
      </p:nvGrpSpPr>
      <p:grpSpPr>
        <a:xfrm>
          <a:off x="0" y="0"/>
          <a:ext cx="0" cy="0"/>
          <a:chOff x="0" y="0"/>
          <a:chExt cx="0" cy="0"/>
        </a:xfrm>
      </p:grpSpPr>
      <p:sp>
        <p:nvSpPr>
          <p:cNvPr id="6" name="Rectangle 5"/>
          <p:cNvSpPr/>
          <p:nvPr userDrawn="1"/>
        </p:nvSpPr>
        <p:spPr>
          <a:xfrm>
            <a:off x="0" y="0"/>
            <a:ext cx="9144000"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 Placeholder 7"/>
          <p:cNvSpPr>
            <a:spLocks noGrp="1"/>
          </p:cNvSpPr>
          <p:nvPr>
            <p:ph type="body" sz="quarter" idx="10" hasCustomPrompt="1"/>
          </p:nvPr>
        </p:nvSpPr>
        <p:spPr>
          <a:xfrm>
            <a:off x="467454" y="1252017"/>
            <a:ext cx="3952146" cy="1348326"/>
          </a:xfrm>
        </p:spPr>
        <p:txBody>
          <a:bodyPr anchor="b" anchorCtr="0">
            <a:noAutofit/>
          </a:bodyPr>
          <a:lstStyle>
            <a:lvl1pPr marL="0" indent="0">
              <a:buNone/>
              <a:defRPr sz="3000">
                <a:solidFill>
                  <a:srgbClr val="FFFFFF"/>
                </a:solidFill>
              </a:defRPr>
            </a:lvl1pPr>
          </a:lstStyle>
          <a:p>
            <a:pPr lvl="0"/>
            <a:r>
              <a:rPr lang="en-US"/>
              <a:t>Transition Slide Title</a:t>
            </a:r>
          </a:p>
        </p:txBody>
      </p:sp>
      <p:cxnSp>
        <p:nvCxnSpPr>
          <p:cNvPr id="4" name="Straight Connector 3"/>
          <p:cNvCxnSpPr/>
          <p:nvPr userDrawn="1"/>
        </p:nvCxnSpPr>
        <p:spPr>
          <a:xfrm>
            <a:off x="570335" y="2780783"/>
            <a:ext cx="4574979" cy="0"/>
          </a:xfrm>
          <a:prstGeom prst="line">
            <a:avLst/>
          </a:prstGeom>
          <a:ln w="2857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67455" y="2961483"/>
            <a:ext cx="3952712" cy="1101551"/>
          </a:xfrm>
        </p:spPr>
        <p:txBody>
          <a:bodyPr>
            <a:noAutofit/>
          </a:bodyPr>
          <a:lstStyle>
            <a:lvl1pPr marL="0" indent="0">
              <a:spcBef>
                <a:spcPts val="400"/>
              </a:spcBef>
              <a:buNone/>
              <a:defRPr sz="1800" baseline="0">
                <a:solidFill>
                  <a:srgbClr val="FFFFFF"/>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Subtitle or additional text</a:t>
            </a:r>
          </a:p>
        </p:txBody>
      </p:sp>
    </p:spTree>
    <p:extLst>
      <p:ext uri="{BB962C8B-B14F-4D97-AF65-F5344CB8AC3E}">
        <p14:creationId xmlns:p14="http://schemas.microsoft.com/office/powerpoint/2010/main" val="194112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Key Messaging - Large Photo">
    <p:spTree>
      <p:nvGrpSpPr>
        <p:cNvPr id="1" name=""/>
        <p:cNvGrpSpPr/>
        <p:nvPr/>
      </p:nvGrpSpPr>
      <p:grpSpPr>
        <a:xfrm>
          <a:off x="0" y="0"/>
          <a:ext cx="0" cy="0"/>
          <a:chOff x="0" y="0"/>
          <a:chExt cx="0" cy="0"/>
        </a:xfrm>
      </p:grpSpPr>
      <p:sp>
        <p:nvSpPr>
          <p:cNvPr id="4" name="Picture Placeholder 3"/>
          <p:cNvSpPr>
            <a:spLocks noGrp="1"/>
          </p:cNvSpPr>
          <p:nvPr>
            <p:ph type="pic" sz="quarter" idx="10" hasCustomPrompt="1"/>
          </p:nvPr>
        </p:nvSpPr>
        <p:spPr>
          <a:xfrm>
            <a:off x="0" y="0"/>
            <a:ext cx="9144000" cy="5143500"/>
          </a:xfrm>
          <a:solidFill>
            <a:schemeClr val="bg1">
              <a:lumMod val="95000"/>
            </a:schemeClr>
          </a:solidFill>
        </p:spPr>
        <p:txBody>
          <a:bodyPr/>
          <a:lstStyle>
            <a:lvl1pPr marL="0" indent="0" algn="ctr">
              <a:buNone/>
              <a:defRPr baseline="0"/>
            </a:lvl1pPr>
          </a:lstStyle>
          <a:p>
            <a:r>
              <a:rPr lang="en-US"/>
              <a:t>Insert a large image here</a:t>
            </a:r>
          </a:p>
        </p:txBody>
      </p:sp>
      <p:sp>
        <p:nvSpPr>
          <p:cNvPr id="6" name="Text Placeholder 5"/>
          <p:cNvSpPr>
            <a:spLocks noGrp="1"/>
          </p:cNvSpPr>
          <p:nvPr>
            <p:ph type="body" sz="quarter" idx="11" hasCustomPrompt="1"/>
          </p:nvPr>
        </p:nvSpPr>
        <p:spPr>
          <a:xfrm>
            <a:off x="-1" y="1590675"/>
            <a:ext cx="5565779" cy="628650"/>
          </a:xfrm>
          <a:solidFill>
            <a:srgbClr val="000000">
              <a:alpha val="75000"/>
            </a:srgbClr>
          </a:solidFill>
        </p:spPr>
        <p:txBody>
          <a:bodyPr wrap="none" lIns="457200" tIns="0" rIns="457200" bIns="91440" anchor="ctr" anchorCtr="0">
            <a:noAutofit/>
          </a:bodyPr>
          <a:lstStyle>
            <a:lvl1pPr marL="0" indent="0">
              <a:buNone/>
              <a:defRPr sz="36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Key Messaging Slide One</a:t>
            </a:r>
          </a:p>
        </p:txBody>
      </p:sp>
      <p:sp>
        <p:nvSpPr>
          <p:cNvPr id="7" name="Text Placeholder 5"/>
          <p:cNvSpPr>
            <a:spLocks noGrp="1"/>
          </p:cNvSpPr>
          <p:nvPr>
            <p:ph type="body" sz="quarter" idx="12" hasCustomPrompt="1"/>
          </p:nvPr>
        </p:nvSpPr>
        <p:spPr>
          <a:xfrm>
            <a:off x="0" y="2281663"/>
            <a:ext cx="3747874" cy="628650"/>
          </a:xfrm>
          <a:solidFill>
            <a:srgbClr val="000000">
              <a:alpha val="75000"/>
            </a:srgbClr>
          </a:solidFill>
        </p:spPr>
        <p:txBody>
          <a:bodyPr wrap="none" lIns="457200" tIns="0" rIns="457200" bIns="91440" anchor="ctr" anchorCtr="0">
            <a:noAutofit/>
          </a:bodyPr>
          <a:lstStyle>
            <a:lvl1pPr marL="0" indent="0">
              <a:buNone/>
              <a:defRPr sz="36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t>Transition Slide</a:t>
            </a:r>
          </a:p>
        </p:txBody>
      </p:sp>
    </p:spTree>
    <p:extLst>
      <p:ext uri="{BB962C8B-B14F-4D97-AF65-F5344CB8AC3E}">
        <p14:creationId xmlns:p14="http://schemas.microsoft.com/office/powerpoint/2010/main" val="37887497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ata Slide - Char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0"/>
            <a:ext cx="3209739" cy="1699456"/>
          </a:xfrm>
        </p:spPr>
        <p:txBody>
          <a:bodyPr/>
          <a:lstStyle/>
          <a:p>
            <a:r>
              <a:rPr lang="en-US" dirty="0"/>
              <a:t>Data Slide: </a:t>
            </a:r>
            <a:br>
              <a:rPr lang="en-US" dirty="0"/>
            </a:br>
            <a:r>
              <a:rPr lang="en-US" dirty="0"/>
              <a:t>Keep Title Concise</a:t>
            </a:r>
          </a:p>
        </p:txBody>
      </p:sp>
      <p:sp>
        <p:nvSpPr>
          <p:cNvPr id="4" name="Text Placeholder 3"/>
          <p:cNvSpPr>
            <a:spLocks noGrp="1"/>
          </p:cNvSpPr>
          <p:nvPr>
            <p:ph type="body" sz="quarter" idx="10" hasCustomPrompt="1"/>
          </p:nvPr>
        </p:nvSpPr>
        <p:spPr>
          <a:xfrm>
            <a:off x="4077835" y="417513"/>
            <a:ext cx="4769303" cy="1281943"/>
          </a:xfrm>
        </p:spPr>
        <p:txBody>
          <a:bodyPr lIns="0" tIns="0" rIns="0" bIns="0" anchor="ctr" anchorCtr="0">
            <a:noAutofit/>
          </a:bodyPr>
          <a:lstStyle>
            <a:lvl1pPr marL="0" indent="0">
              <a:buNone/>
              <a:defRPr sz="2000"/>
            </a:lvl1pPr>
          </a:lstStyle>
          <a:p>
            <a:pPr lvl="0"/>
            <a:r>
              <a:rPr lang="en-US" dirty="0"/>
              <a:t>Summary or description text about the slide, charts, data go here.</a:t>
            </a:r>
          </a:p>
        </p:txBody>
      </p:sp>
      <p:sp>
        <p:nvSpPr>
          <p:cNvPr id="5" name="Chart Placeholder 6"/>
          <p:cNvSpPr>
            <a:spLocks noGrp="1"/>
          </p:cNvSpPr>
          <p:nvPr>
            <p:ph type="chart" sz="quarter" idx="11" hasCustomPrompt="1"/>
          </p:nvPr>
        </p:nvSpPr>
        <p:spPr>
          <a:xfrm>
            <a:off x="468313" y="2081080"/>
            <a:ext cx="1883539" cy="1436109"/>
          </a:xfrm>
          <a:prstGeom prst="rect">
            <a:avLst/>
          </a:prstGeom>
        </p:spPr>
        <p:txBody>
          <a:bodyPr vert="horz"/>
          <a:lstStyle>
            <a:lvl1pPr marL="0" indent="0">
              <a:buNone/>
              <a:defRPr sz="1200"/>
            </a:lvl1pPr>
          </a:lstStyle>
          <a:p>
            <a:r>
              <a:rPr lang="en-US"/>
              <a:t>Insert Chart</a:t>
            </a:r>
          </a:p>
        </p:txBody>
      </p:sp>
      <p:sp>
        <p:nvSpPr>
          <p:cNvPr id="10" name="Chart Placeholder 6"/>
          <p:cNvSpPr>
            <a:spLocks noGrp="1"/>
          </p:cNvSpPr>
          <p:nvPr>
            <p:ph type="chart" sz="quarter" idx="12" hasCustomPrompt="1"/>
          </p:nvPr>
        </p:nvSpPr>
        <p:spPr>
          <a:xfrm>
            <a:off x="6963599" y="2081080"/>
            <a:ext cx="1883539" cy="1436109"/>
          </a:xfrm>
          <a:prstGeom prst="rect">
            <a:avLst/>
          </a:prstGeom>
        </p:spPr>
        <p:txBody>
          <a:bodyPr vert="horz"/>
          <a:lstStyle>
            <a:lvl1pPr marL="0" indent="0">
              <a:buNone/>
              <a:defRPr sz="1200"/>
            </a:lvl1pPr>
          </a:lstStyle>
          <a:p>
            <a:r>
              <a:rPr lang="en-US"/>
              <a:t>Insert Chart</a:t>
            </a:r>
          </a:p>
        </p:txBody>
      </p:sp>
      <p:sp>
        <p:nvSpPr>
          <p:cNvPr id="11" name="Chart Placeholder 6"/>
          <p:cNvSpPr>
            <a:spLocks noGrp="1"/>
          </p:cNvSpPr>
          <p:nvPr>
            <p:ph type="chart" sz="quarter" idx="13" hasCustomPrompt="1"/>
          </p:nvPr>
        </p:nvSpPr>
        <p:spPr>
          <a:xfrm>
            <a:off x="4765926" y="2081080"/>
            <a:ext cx="1883539" cy="1436109"/>
          </a:xfrm>
          <a:prstGeom prst="rect">
            <a:avLst/>
          </a:prstGeom>
        </p:spPr>
        <p:txBody>
          <a:bodyPr vert="horz"/>
          <a:lstStyle>
            <a:lvl1pPr marL="0" indent="0">
              <a:buNone/>
              <a:defRPr sz="1200"/>
            </a:lvl1pPr>
          </a:lstStyle>
          <a:p>
            <a:r>
              <a:rPr lang="en-US"/>
              <a:t>Insert Chart</a:t>
            </a:r>
          </a:p>
        </p:txBody>
      </p:sp>
      <p:sp>
        <p:nvSpPr>
          <p:cNvPr id="12" name="Chart Placeholder 6"/>
          <p:cNvSpPr>
            <a:spLocks noGrp="1"/>
          </p:cNvSpPr>
          <p:nvPr>
            <p:ph type="chart" sz="quarter" idx="14" hasCustomPrompt="1"/>
          </p:nvPr>
        </p:nvSpPr>
        <p:spPr>
          <a:xfrm>
            <a:off x="2618059" y="2081080"/>
            <a:ext cx="1883539" cy="1436109"/>
          </a:xfrm>
          <a:prstGeom prst="rect">
            <a:avLst/>
          </a:prstGeom>
        </p:spPr>
        <p:txBody>
          <a:bodyPr vert="horz"/>
          <a:lstStyle>
            <a:lvl1pPr marL="0" indent="0">
              <a:buNone/>
              <a:defRPr sz="1200"/>
            </a:lvl1pPr>
          </a:lstStyle>
          <a:p>
            <a:r>
              <a:rPr lang="en-US"/>
              <a:t>Insert Chart</a:t>
            </a:r>
          </a:p>
        </p:txBody>
      </p:sp>
      <p:sp>
        <p:nvSpPr>
          <p:cNvPr id="14" name="Text Placeholder 13"/>
          <p:cNvSpPr>
            <a:spLocks noGrp="1"/>
          </p:cNvSpPr>
          <p:nvPr>
            <p:ph type="body" sz="quarter" idx="15" hasCustomPrompt="1"/>
          </p:nvPr>
        </p:nvSpPr>
        <p:spPr>
          <a:xfrm>
            <a:off x="468312" y="3598863"/>
            <a:ext cx="1882775" cy="266700"/>
          </a:xfrm>
        </p:spPr>
        <p:txBody>
          <a:bodyPr lIns="0" tIns="0" rIns="0" bIns="0">
            <a:noAutofit/>
          </a:bodyPr>
          <a:lstStyle>
            <a:lvl1pPr marL="0" indent="0" algn="ctr">
              <a:buNone/>
              <a:defRPr sz="1800" baseline="0"/>
            </a:lvl1pPr>
            <a:lvl2pPr>
              <a:defRPr sz="1400"/>
            </a:lvl2pPr>
            <a:lvl3pPr>
              <a:defRPr sz="1400"/>
            </a:lvl3pPr>
            <a:lvl4pPr>
              <a:defRPr sz="1400"/>
            </a:lvl4pPr>
            <a:lvl5pPr>
              <a:defRPr sz="1400"/>
            </a:lvl5pPr>
          </a:lstStyle>
          <a:p>
            <a:pPr lvl="0"/>
            <a:r>
              <a:rPr lang="en-US"/>
              <a:t>Chart Description</a:t>
            </a:r>
          </a:p>
        </p:txBody>
      </p:sp>
      <p:sp>
        <p:nvSpPr>
          <p:cNvPr id="15" name="Text Placeholder 13"/>
          <p:cNvSpPr>
            <a:spLocks noGrp="1"/>
          </p:cNvSpPr>
          <p:nvPr>
            <p:ph type="body" sz="quarter" idx="16" hasCustomPrompt="1"/>
          </p:nvPr>
        </p:nvSpPr>
        <p:spPr>
          <a:xfrm>
            <a:off x="2618823" y="3598863"/>
            <a:ext cx="1882775" cy="266700"/>
          </a:xfrm>
        </p:spPr>
        <p:txBody>
          <a:bodyPr lIns="0" tIns="0" rIns="0" bIns="0">
            <a:noAutofit/>
          </a:bodyPr>
          <a:lstStyle>
            <a:lvl1pPr marL="0" indent="0" algn="ctr">
              <a:buNone/>
              <a:defRPr sz="1800" baseline="0"/>
            </a:lvl1pPr>
            <a:lvl2pPr>
              <a:defRPr sz="1400"/>
            </a:lvl2pPr>
            <a:lvl3pPr>
              <a:defRPr sz="1400"/>
            </a:lvl3pPr>
            <a:lvl4pPr>
              <a:defRPr sz="1400"/>
            </a:lvl4pPr>
            <a:lvl5pPr>
              <a:defRPr sz="1400"/>
            </a:lvl5pPr>
          </a:lstStyle>
          <a:p>
            <a:pPr lvl="0"/>
            <a:r>
              <a:rPr lang="en-US"/>
              <a:t>Chart Description</a:t>
            </a:r>
          </a:p>
        </p:txBody>
      </p:sp>
      <p:sp>
        <p:nvSpPr>
          <p:cNvPr id="16" name="Text Placeholder 13"/>
          <p:cNvSpPr>
            <a:spLocks noGrp="1"/>
          </p:cNvSpPr>
          <p:nvPr>
            <p:ph type="body" sz="quarter" idx="17" hasCustomPrompt="1"/>
          </p:nvPr>
        </p:nvSpPr>
        <p:spPr>
          <a:xfrm>
            <a:off x="4766690" y="3598863"/>
            <a:ext cx="1882775" cy="266700"/>
          </a:xfrm>
        </p:spPr>
        <p:txBody>
          <a:bodyPr lIns="0" tIns="0" rIns="0" bIns="0">
            <a:noAutofit/>
          </a:bodyPr>
          <a:lstStyle>
            <a:lvl1pPr marL="0" indent="0" algn="ctr">
              <a:buNone/>
              <a:defRPr sz="1800" baseline="0"/>
            </a:lvl1pPr>
            <a:lvl2pPr>
              <a:defRPr sz="1400"/>
            </a:lvl2pPr>
            <a:lvl3pPr>
              <a:defRPr sz="1400"/>
            </a:lvl3pPr>
            <a:lvl4pPr>
              <a:defRPr sz="1400"/>
            </a:lvl4pPr>
            <a:lvl5pPr>
              <a:defRPr sz="1400"/>
            </a:lvl5pPr>
          </a:lstStyle>
          <a:p>
            <a:pPr lvl="0"/>
            <a:r>
              <a:rPr lang="en-US"/>
              <a:t>Chart Description</a:t>
            </a:r>
          </a:p>
        </p:txBody>
      </p:sp>
      <p:sp>
        <p:nvSpPr>
          <p:cNvPr id="17" name="Text Placeholder 13"/>
          <p:cNvSpPr>
            <a:spLocks noGrp="1"/>
          </p:cNvSpPr>
          <p:nvPr>
            <p:ph type="body" sz="quarter" idx="18" hasCustomPrompt="1"/>
          </p:nvPr>
        </p:nvSpPr>
        <p:spPr>
          <a:xfrm>
            <a:off x="6963599" y="3598863"/>
            <a:ext cx="1882775" cy="266700"/>
          </a:xfrm>
        </p:spPr>
        <p:txBody>
          <a:bodyPr lIns="0" tIns="0" rIns="0" bIns="0">
            <a:noAutofit/>
          </a:bodyPr>
          <a:lstStyle>
            <a:lvl1pPr marL="0" indent="0" algn="ctr">
              <a:buNone/>
              <a:defRPr sz="1800" baseline="0"/>
            </a:lvl1pPr>
            <a:lvl2pPr>
              <a:defRPr sz="1400"/>
            </a:lvl2pPr>
            <a:lvl3pPr>
              <a:defRPr sz="1400"/>
            </a:lvl3pPr>
            <a:lvl4pPr>
              <a:defRPr sz="1400"/>
            </a:lvl4pPr>
            <a:lvl5pPr>
              <a:defRPr sz="1400"/>
            </a:lvl5pPr>
          </a:lstStyle>
          <a:p>
            <a:pPr lvl="0"/>
            <a:r>
              <a:rPr lang="en-US"/>
              <a:t>Chart Description</a:t>
            </a:r>
          </a:p>
        </p:txBody>
      </p:sp>
      <p:sp>
        <p:nvSpPr>
          <p:cNvPr id="18" name="Text Placeholder 13"/>
          <p:cNvSpPr>
            <a:spLocks noGrp="1"/>
          </p:cNvSpPr>
          <p:nvPr>
            <p:ph type="body" sz="quarter" idx="19" hasCustomPrompt="1"/>
          </p:nvPr>
        </p:nvSpPr>
        <p:spPr>
          <a:xfrm>
            <a:off x="468312" y="4675059"/>
            <a:ext cx="1882775" cy="205197"/>
          </a:xfrm>
        </p:spPr>
        <p:txBody>
          <a:bodyPr lIns="0" tIns="0" rIns="0" bIns="0">
            <a:noAutofit/>
          </a:bodyPr>
          <a:lstStyle>
            <a:lvl1pPr marL="0" indent="0" algn="l">
              <a:buNone/>
              <a:defRPr sz="1000" baseline="0"/>
            </a:lvl1pPr>
            <a:lvl2pPr>
              <a:defRPr sz="1400"/>
            </a:lvl2pPr>
            <a:lvl3pPr>
              <a:defRPr sz="1400"/>
            </a:lvl3pPr>
            <a:lvl4pPr>
              <a:defRPr sz="1400"/>
            </a:lvl4pPr>
            <a:lvl5pPr>
              <a:defRPr sz="1400"/>
            </a:lvl5pPr>
          </a:lstStyle>
          <a:p>
            <a:pPr lvl="0"/>
            <a:r>
              <a:rPr lang="en-US"/>
              <a:t>Data citation</a:t>
            </a:r>
          </a:p>
        </p:txBody>
      </p:sp>
      <p:sp>
        <p:nvSpPr>
          <p:cNvPr id="19" name="TextBox 18"/>
          <p:cNvSpPr txBox="1"/>
          <p:nvPr userDrawn="1"/>
        </p:nvSpPr>
        <p:spPr>
          <a:xfrm>
            <a:off x="6711696"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t>NREL</a:t>
            </a:r>
            <a:r>
              <a:rPr lang="en-US" sz="800" baseline="0" dirty="0"/>
              <a:t>    </a:t>
            </a:r>
            <a:r>
              <a:rPr lang="en-US" sz="800" dirty="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p>
        </p:txBody>
      </p:sp>
    </p:spTree>
    <p:extLst>
      <p:ext uri="{BB962C8B-B14F-4D97-AF65-F5344CB8AC3E}">
        <p14:creationId xmlns:p14="http://schemas.microsoft.com/office/powerpoint/2010/main" val="133296963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Slide - Infographic Large Photo">
    <p:spTree>
      <p:nvGrpSpPr>
        <p:cNvPr id="1" name=""/>
        <p:cNvGrpSpPr/>
        <p:nvPr/>
      </p:nvGrpSpPr>
      <p:grpSpPr>
        <a:xfrm>
          <a:off x="0" y="0"/>
          <a:ext cx="0" cy="0"/>
          <a:chOff x="0" y="0"/>
          <a:chExt cx="0" cy="0"/>
        </a:xfrm>
      </p:grpSpPr>
      <p:sp>
        <p:nvSpPr>
          <p:cNvPr id="29" name="Picture Placeholder 28"/>
          <p:cNvSpPr>
            <a:spLocks noGrp="1"/>
          </p:cNvSpPr>
          <p:nvPr>
            <p:ph type="pic" sz="quarter" idx="49" hasCustomPrompt="1"/>
          </p:nvPr>
        </p:nvSpPr>
        <p:spPr>
          <a:xfrm>
            <a:off x="0" y="0"/>
            <a:ext cx="9144000" cy="5143500"/>
          </a:xfrm>
        </p:spPr>
        <p:txBody>
          <a:bodyPr>
            <a:normAutofit/>
          </a:bodyPr>
          <a:lstStyle>
            <a:lvl1pPr marL="0" indent="0" algn="r">
              <a:buNone/>
              <a:defRPr sz="1800"/>
            </a:lvl1pPr>
          </a:lstStyle>
          <a:p>
            <a:r>
              <a:rPr lang="en-US"/>
              <a:t>Insert a large image here</a:t>
            </a:r>
          </a:p>
        </p:txBody>
      </p:sp>
      <p:sp>
        <p:nvSpPr>
          <p:cNvPr id="16" name="Text Placeholder 6"/>
          <p:cNvSpPr>
            <a:spLocks noGrp="1"/>
          </p:cNvSpPr>
          <p:nvPr>
            <p:ph type="body" sz="quarter" idx="40"/>
          </p:nvPr>
        </p:nvSpPr>
        <p:spPr>
          <a:xfrm>
            <a:off x="0" y="2561212"/>
            <a:ext cx="9144000" cy="1983121"/>
          </a:xfrm>
          <a:prstGeom prst="rect">
            <a:avLst/>
          </a:prstGeom>
          <a:solidFill>
            <a:schemeClr val="bg1">
              <a:lumMod val="95000"/>
              <a:alpha val="85000"/>
            </a:schemeClr>
          </a:solidFill>
        </p:spPr>
        <p:txBody>
          <a:bodyPr vert="horz"/>
          <a:lstStyle>
            <a:lvl1pPr marL="0" indent="0" algn="ctr">
              <a:buNone/>
              <a:defRPr sz="100">
                <a:solidFill>
                  <a:srgbClr val="333333"/>
                </a:solidFill>
              </a:defRPr>
            </a:lvl1pPr>
          </a:lstStyle>
          <a:p>
            <a:pPr lvl="0"/>
            <a:r>
              <a:rPr lang="en-US"/>
              <a:t>Edit Master text styles</a:t>
            </a:r>
          </a:p>
        </p:txBody>
      </p:sp>
      <p:sp>
        <p:nvSpPr>
          <p:cNvPr id="17" name="Text Placeholder 3"/>
          <p:cNvSpPr>
            <a:spLocks noGrp="1"/>
          </p:cNvSpPr>
          <p:nvPr>
            <p:ph type="body" sz="quarter" idx="18" hasCustomPrompt="1"/>
          </p:nvPr>
        </p:nvSpPr>
        <p:spPr>
          <a:xfrm>
            <a:off x="468312" y="3793135"/>
            <a:ext cx="1336675" cy="570668"/>
          </a:xfrm>
          <a:prstGeom prst="rect">
            <a:avLst/>
          </a:prstGeom>
          <a:ln>
            <a:noFill/>
          </a:ln>
        </p:spPr>
        <p:txBody>
          <a:bodyPr vert="horz" lIns="0" tIns="0" rIns="0" bIns="0"/>
          <a:lstStyle>
            <a:lvl1pPr marL="0" indent="0" algn="ctr">
              <a:buNone/>
              <a:defRPr sz="1200" baseline="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Infographic information goes here</a:t>
            </a:r>
          </a:p>
        </p:txBody>
      </p:sp>
      <p:sp>
        <p:nvSpPr>
          <p:cNvPr id="18" name="Text Placeholder 17"/>
          <p:cNvSpPr>
            <a:spLocks noGrp="1"/>
          </p:cNvSpPr>
          <p:nvPr>
            <p:ph type="body" sz="quarter" idx="19" hasCustomPrompt="1"/>
          </p:nvPr>
        </p:nvSpPr>
        <p:spPr>
          <a:xfrm>
            <a:off x="468313" y="3389856"/>
            <a:ext cx="1336675" cy="326535"/>
          </a:xfrm>
          <a:prstGeom prst="rect">
            <a:avLst/>
          </a:prstGeom>
        </p:spPr>
        <p:txBody>
          <a:bodyPr vert="horz" lIns="0" tIns="0" rIns="0" bIns="0">
            <a:normAutofit/>
          </a:bodyPr>
          <a:lstStyle>
            <a:lvl1pPr marL="0" indent="0" algn="ctr">
              <a:buNone/>
              <a:defRPr sz="1800" baseline="0">
                <a:solidFill>
                  <a:schemeClr val="tx1"/>
                </a:solidFill>
              </a:defRPr>
            </a:lvl1pPr>
            <a:lvl2pPr marL="457200" indent="0">
              <a:buNone/>
              <a:defRPr sz="2200">
                <a:solidFill>
                  <a:srgbClr val="8DC63F"/>
                </a:solidFill>
              </a:defRPr>
            </a:lvl2pPr>
            <a:lvl3pPr marL="914400" indent="0">
              <a:buNone/>
              <a:defRPr sz="2200">
                <a:solidFill>
                  <a:srgbClr val="8DC63F"/>
                </a:solidFill>
              </a:defRPr>
            </a:lvl3pPr>
            <a:lvl4pPr marL="1371600" indent="0">
              <a:buNone/>
              <a:defRPr sz="2200">
                <a:solidFill>
                  <a:srgbClr val="8DC63F"/>
                </a:solidFill>
              </a:defRPr>
            </a:lvl4pPr>
            <a:lvl5pPr marL="1828800" indent="0">
              <a:buNone/>
              <a:defRPr sz="2200">
                <a:solidFill>
                  <a:srgbClr val="8DC63F"/>
                </a:solidFill>
              </a:defRPr>
            </a:lvl5pPr>
          </a:lstStyle>
          <a:p>
            <a:pPr lvl="0"/>
            <a:r>
              <a:rPr lang="en-US"/>
              <a:t>Emphasis Text</a:t>
            </a:r>
          </a:p>
        </p:txBody>
      </p:sp>
      <p:sp>
        <p:nvSpPr>
          <p:cNvPr id="19" name="Text Placeholder 3"/>
          <p:cNvSpPr>
            <a:spLocks noGrp="1"/>
          </p:cNvSpPr>
          <p:nvPr>
            <p:ph type="body" sz="quarter" idx="41" hasCustomPrompt="1"/>
          </p:nvPr>
        </p:nvSpPr>
        <p:spPr>
          <a:xfrm>
            <a:off x="2194869" y="3793135"/>
            <a:ext cx="1336675" cy="570668"/>
          </a:xfrm>
          <a:prstGeom prst="rect">
            <a:avLst/>
          </a:prstGeom>
          <a:ln>
            <a:noFill/>
          </a:ln>
        </p:spPr>
        <p:txBody>
          <a:bodyPr vert="horz" lIns="0" tIns="0" rIns="0" bIns="0"/>
          <a:lstStyle>
            <a:lvl1pPr marL="0" indent="0" algn="ctr">
              <a:buNone/>
              <a:defRPr sz="1200" baseline="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Infographic information goes here</a:t>
            </a:r>
          </a:p>
        </p:txBody>
      </p:sp>
      <p:sp>
        <p:nvSpPr>
          <p:cNvPr id="20" name="Text Placeholder 17"/>
          <p:cNvSpPr>
            <a:spLocks noGrp="1"/>
          </p:cNvSpPr>
          <p:nvPr>
            <p:ph type="body" sz="quarter" idx="42" hasCustomPrompt="1"/>
          </p:nvPr>
        </p:nvSpPr>
        <p:spPr>
          <a:xfrm>
            <a:off x="2194870" y="3389856"/>
            <a:ext cx="1336675" cy="326535"/>
          </a:xfrm>
          <a:prstGeom prst="rect">
            <a:avLst/>
          </a:prstGeom>
        </p:spPr>
        <p:txBody>
          <a:bodyPr vert="horz" lIns="0" tIns="0" rIns="0" bIns="0">
            <a:normAutofit/>
          </a:bodyPr>
          <a:lstStyle>
            <a:lvl1pPr marL="0" indent="0" algn="ctr">
              <a:buNone/>
              <a:defRPr sz="1800" baseline="0">
                <a:solidFill>
                  <a:schemeClr val="tx1"/>
                </a:solidFill>
              </a:defRPr>
            </a:lvl1pPr>
            <a:lvl2pPr marL="457200" indent="0">
              <a:buNone/>
              <a:defRPr sz="2200">
                <a:solidFill>
                  <a:srgbClr val="8DC63F"/>
                </a:solidFill>
              </a:defRPr>
            </a:lvl2pPr>
            <a:lvl3pPr marL="914400" indent="0">
              <a:buNone/>
              <a:defRPr sz="2200">
                <a:solidFill>
                  <a:srgbClr val="8DC63F"/>
                </a:solidFill>
              </a:defRPr>
            </a:lvl3pPr>
            <a:lvl4pPr marL="1371600" indent="0">
              <a:buNone/>
              <a:defRPr sz="2200">
                <a:solidFill>
                  <a:srgbClr val="8DC63F"/>
                </a:solidFill>
              </a:defRPr>
            </a:lvl4pPr>
            <a:lvl5pPr marL="1828800" indent="0">
              <a:buNone/>
              <a:defRPr sz="2200">
                <a:solidFill>
                  <a:srgbClr val="8DC63F"/>
                </a:solidFill>
              </a:defRPr>
            </a:lvl5pPr>
          </a:lstStyle>
          <a:p>
            <a:pPr lvl="0"/>
            <a:r>
              <a:rPr lang="en-US"/>
              <a:t>Emphasis Text</a:t>
            </a:r>
          </a:p>
        </p:txBody>
      </p:sp>
      <p:sp>
        <p:nvSpPr>
          <p:cNvPr id="21" name="Text Placeholder 3"/>
          <p:cNvSpPr>
            <a:spLocks noGrp="1"/>
          </p:cNvSpPr>
          <p:nvPr>
            <p:ph type="body" sz="quarter" idx="43" hasCustomPrompt="1"/>
          </p:nvPr>
        </p:nvSpPr>
        <p:spPr>
          <a:xfrm>
            <a:off x="3931141" y="3793135"/>
            <a:ext cx="1336675" cy="570668"/>
          </a:xfrm>
          <a:prstGeom prst="rect">
            <a:avLst/>
          </a:prstGeom>
          <a:ln>
            <a:noFill/>
          </a:ln>
        </p:spPr>
        <p:txBody>
          <a:bodyPr vert="horz" lIns="0" tIns="0" rIns="0" bIns="0"/>
          <a:lstStyle>
            <a:lvl1pPr marL="0" indent="0" algn="ctr">
              <a:buNone/>
              <a:defRPr sz="1200" baseline="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Infographic information goes here</a:t>
            </a:r>
          </a:p>
        </p:txBody>
      </p:sp>
      <p:sp>
        <p:nvSpPr>
          <p:cNvPr id="22" name="Text Placeholder 17"/>
          <p:cNvSpPr>
            <a:spLocks noGrp="1"/>
          </p:cNvSpPr>
          <p:nvPr>
            <p:ph type="body" sz="quarter" idx="44" hasCustomPrompt="1"/>
          </p:nvPr>
        </p:nvSpPr>
        <p:spPr>
          <a:xfrm>
            <a:off x="3931142" y="3389856"/>
            <a:ext cx="1336675" cy="326535"/>
          </a:xfrm>
          <a:prstGeom prst="rect">
            <a:avLst/>
          </a:prstGeom>
        </p:spPr>
        <p:txBody>
          <a:bodyPr vert="horz" lIns="0" tIns="0" rIns="0" bIns="0">
            <a:normAutofit/>
          </a:bodyPr>
          <a:lstStyle>
            <a:lvl1pPr marL="0" indent="0" algn="ctr">
              <a:buNone/>
              <a:defRPr sz="1800" baseline="0">
                <a:solidFill>
                  <a:schemeClr val="tx1"/>
                </a:solidFill>
              </a:defRPr>
            </a:lvl1pPr>
            <a:lvl2pPr marL="457200" indent="0">
              <a:buNone/>
              <a:defRPr sz="2200">
                <a:solidFill>
                  <a:srgbClr val="8DC63F"/>
                </a:solidFill>
              </a:defRPr>
            </a:lvl2pPr>
            <a:lvl3pPr marL="914400" indent="0">
              <a:buNone/>
              <a:defRPr sz="2200">
                <a:solidFill>
                  <a:srgbClr val="8DC63F"/>
                </a:solidFill>
              </a:defRPr>
            </a:lvl3pPr>
            <a:lvl4pPr marL="1371600" indent="0">
              <a:buNone/>
              <a:defRPr sz="2200">
                <a:solidFill>
                  <a:srgbClr val="8DC63F"/>
                </a:solidFill>
              </a:defRPr>
            </a:lvl4pPr>
            <a:lvl5pPr marL="1828800" indent="0">
              <a:buNone/>
              <a:defRPr sz="2200">
                <a:solidFill>
                  <a:srgbClr val="8DC63F"/>
                </a:solidFill>
              </a:defRPr>
            </a:lvl5pPr>
          </a:lstStyle>
          <a:p>
            <a:pPr lvl="0"/>
            <a:r>
              <a:rPr lang="en-US"/>
              <a:t>Emphasis Text</a:t>
            </a:r>
          </a:p>
        </p:txBody>
      </p:sp>
      <p:sp>
        <p:nvSpPr>
          <p:cNvPr id="23" name="Text Placeholder 3"/>
          <p:cNvSpPr>
            <a:spLocks noGrp="1"/>
          </p:cNvSpPr>
          <p:nvPr>
            <p:ph type="body" sz="quarter" idx="45" hasCustomPrompt="1"/>
          </p:nvPr>
        </p:nvSpPr>
        <p:spPr>
          <a:xfrm>
            <a:off x="5655659" y="3793135"/>
            <a:ext cx="1336675" cy="570668"/>
          </a:xfrm>
          <a:prstGeom prst="rect">
            <a:avLst/>
          </a:prstGeom>
          <a:ln>
            <a:noFill/>
          </a:ln>
        </p:spPr>
        <p:txBody>
          <a:bodyPr vert="horz" lIns="0" tIns="0" rIns="0" bIns="0"/>
          <a:lstStyle>
            <a:lvl1pPr marL="0" indent="0" algn="ctr">
              <a:buNone/>
              <a:defRPr sz="1200" baseline="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Infographic information goes here</a:t>
            </a:r>
          </a:p>
        </p:txBody>
      </p:sp>
      <p:sp>
        <p:nvSpPr>
          <p:cNvPr id="24" name="Text Placeholder 17"/>
          <p:cNvSpPr>
            <a:spLocks noGrp="1"/>
          </p:cNvSpPr>
          <p:nvPr>
            <p:ph type="body" sz="quarter" idx="46" hasCustomPrompt="1"/>
          </p:nvPr>
        </p:nvSpPr>
        <p:spPr>
          <a:xfrm>
            <a:off x="5655660" y="3389856"/>
            <a:ext cx="1336675" cy="326535"/>
          </a:xfrm>
          <a:prstGeom prst="rect">
            <a:avLst/>
          </a:prstGeom>
        </p:spPr>
        <p:txBody>
          <a:bodyPr vert="horz" lIns="0" tIns="0" rIns="0" bIns="0">
            <a:normAutofit/>
          </a:bodyPr>
          <a:lstStyle>
            <a:lvl1pPr marL="0" indent="0" algn="ctr">
              <a:buNone/>
              <a:defRPr sz="1800" baseline="0">
                <a:solidFill>
                  <a:schemeClr val="tx1"/>
                </a:solidFill>
              </a:defRPr>
            </a:lvl1pPr>
            <a:lvl2pPr marL="457200" indent="0">
              <a:buNone/>
              <a:defRPr sz="2200">
                <a:solidFill>
                  <a:srgbClr val="8DC63F"/>
                </a:solidFill>
              </a:defRPr>
            </a:lvl2pPr>
            <a:lvl3pPr marL="914400" indent="0">
              <a:buNone/>
              <a:defRPr sz="2200">
                <a:solidFill>
                  <a:srgbClr val="8DC63F"/>
                </a:solidFill>
              </a:defRPr>
            </a:lvl3pPr>
            <a:lvl4pPr marL="1371600" indent="0">
              <a:buNone/>
              <a:defRPr sz="2200">
                <a:solidFill>
                  <a:srgbClr val="8DC63F"/>
                </a:solidFill>
              </a:defRPr>
            </a:lvl4pPr>
            <a:lvl5pPr marL="1828800" indent="0">
              <a:buNone/>
              <a:defRPr sz="2200">
                <a:solidFill>
                  <a:srgbClr val="8DC63F"/>
                </a:solidFill>
              </a:defRPr>
            </a:lvl5pPr>
          </a:lstStyle>
          <a:p>
            <a:pPr lvl="0"/>
            <a:r>
              <a:rPr lang="en-US"/>
              <a:t>Emphasis Text</a:t>
            </a:r>
          </a:p>
        </p:txBody>
      </p:sp>
      <p:sp>
        <p:nvSpPr>
          <p:cNvPr id="25" name="Text Placeholder 3"/>
          <p:cNvSpPr>
            <a:spLocks noGrp="1"/>
          </p:cNvSpPr>
          <p:nvPr>
            <p:ph type="body" sz="quarter" idx="47" hasCustomPrompt="1"/>
          </p:nvPr>
        </p:nvSpPr>
        <p:spPr>
          <a:xfrm>
            <a:off x="7336601" y="3793135"/>
            <a:ext cx="1336675" cy="570668"/>
          </a:xfrm>
          <a:prstGeom prst="rect">
            <a:avLst/>
          </a:prstGeom>
          <a:ln>
            <a:noFill/>
          </a:ln>
        </p:spPr>
        <p:txBody>
          <a:bodyPr vert="horz" lIns="0" tIns="0" rIns="0" bIns="0"/>
          <a:lstStyle>
            <a:lvl1pPr marL="0" indent="0" algn="ctr">
              <a:buNone/>
              <a:defRPr sz="1200" baseline="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Infographic information goes here</a:t>
            </a:r>
          </a:p>
        </p:txBody>
      </p:sp>
      <p:sp>
        <p:nvSpPr>
          <p:cNvPr id="26" name="Text Placeholder 17"/>
          <p:cNvSpPr>
            <a:spLocks noGrp="1"/>
          </p:cNvSpPr>
          <p:nvPr>
            <p:ph type="body" sz="quarter" idx="48" hasCustomPrompt="1"/>
          </p:nvPr>
        </p:nvSpPr>
        <p:spPr>
          <a:xfrm>
            <a:off x="7336602" y="3389856"/>
            <a:ext cx="1336675" cy="326535"/>
          </a:xfrm>
          <a:prstGeom prst="rect">
            <a:avLst/>
          </a:prstGeom>
        </p:spPr>
        <p:txBody>
          <a:bodyPr vert="horz" lIns="0" tIns="0" rIns="0" bIns="0">
            <a:normAutofit/>
          </a:bodyPr>
          <a:lstStyle>
            <a:lvl1pPr marL="0" indent="0" algn="ctr">
              <a:buNone/>
              <a:defRPr sz="1800" baseline="0">
                <a:solidFill>
                  <a:schemeClr val="tx1"/>
                </a:solidFill>
              </a:defRPr>
            </a:lvl1pPr>
            <a:lvl2pPr marL="457200" indent="0">
              <a:buNone/>
              <a:defRPr sz="2200">
                <a:solidFill>
                  <a:srgbClr val="8DC63F"/>
                </a:solidFill>
              </a:defRPr>
            </a:lvl2pPr>
            <a:lvl3pPr marL="914400" indent="0">
              <a:buNone/>
              <a:defRPr sz="2200">
                <a:solidFill>
                  <a:srgbClr val="8DC63F"/>
                </a:solidFill>
              </a:defRPr>
            </a:lvl3pPr>
            <a:lvl4pPr marL="1371600" indent="0">
              <a:buNone/>
              <a:defRPr sz="2200">
                <a:solidFill>
                  <a:srgbClr val="8DC63F"/>
                </a:solidFill>
              </a:defRPr>
            </a:lvl4pPr>
            <a:lvl5pPr marL="1828800" indent="0">
              <a:buNone/>
              <a:defRPr sz="2200">
                <a:solidFill>
                  <a:srgbClr val="8DC63F"/>
                </a:solidFill>
              </a:defRPr>
            </a:lvl5pPr>
          </a:lstStyle>
          <a:p>
            <a:pPr lvl="0"/>
            <a:r>
              <a:rPr lang="en-US"/>
              <a:t>Emphasis Text</a:t>
            </a:r>
          </a:p>
        </p:txBody>
      </p:sp>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32" name="Title 31"/>
          <p:cNvSpPr>
            <a:spLocks noGrp="1"/>
          </p:cNvSpPr>
          <p:nvPr>
            <p:ph type="title" hasCustomPrompt="1"/>
          </p:nvPr>
        </p:nvSpPr>
        <p:spPr>
          <a:xfrm>
            <a:off x="457200" y="0"/>
            <a:ext cx="3213510" cy="1704258"/>
          </a:xfrm>
        </p:spPr>
        <p:txBody>
          <a:bodyPr/>
          <a:lstStyle/>
          <a:p>
            <a:r>
              <a:rPr lang="en-US"/>
              <a:t>Messaging + Blue Infographic Content</a:t>
            </a:r>
          </a:p>
        </p:txBody>
      </p:sp>
      <p:sp>
        <p:nvSpPr>
          <p:cNvPr id="33" name="Picture Placeholder 24"/>
          <p:cNvSpPr>
            <a:spLocks noGrp="1" noChangeAspect="1"/>
          </p:cNvSpPr>
          <p:nvPr>
            <p:ph type="pic" sz="quarter" idx="50" hasCustomPrompt="1"/>
          </p:nvPr>
        </p:nvSpPr>
        <p:spPr>
          <a:xfrm>
            <a:off x="490683" y="1962045"/>
            <a:ext cx="1291932" cy="1291928"/>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200">
                <a:solidFill>
                  <a:schemeClr val="bg1"/>
                </a:solidFill>
                <a:effectLst/>
              </a:defRPr>
            </a:lvl1pPr>
          </a:lstStyle>
          <a:p>
            <a:r>
              <a:rPr lang="en-US" dirty="0"/>
              <a:t>Insert icon</a:t>
            </a:r>
          </a:p>
        </p:txBody>
      </p:sp>
      <p:sp>
        <p:nvSpPr>
          <p:cNvPr id="35" name="Picture Placeholder 24"/>
          <p:cNvSpPr>
            <a:spLocks noGrp="1" noChangeAspect="1"/>
          </p:cNvSpPr>
          <p:nvPr>
            <p:ph type="pic" sz="quarter" idx="51" hasCustomPrompt="1"/>
          </p:nvPr>
        </p:nvSpPr>
        <p:spPr>
          <a:xfrm>
            <a:off x="2239612" y="1962045"/>
            <a:ext cx="1291932" cy="1291928"/>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200">
                <a:solidFill>
                  <a:schemeClr val="bg1"/>
                </a:solidFill>
                <a:effectLst/>
              </a:defRPr>
            </a:lvl1pPr>
          </a:lstStyle>
          <a:p>
            <a:r>
              <a:rPr lang="en-US"/>
              <a:t>Insert icon</a:t>
            </a:r>
          </a:p>
        </p:txBody>
      </p:sp>
      <p:sp>
        <p:nvSpPr>
          <p:cNvPr id="36" name="Picture Placeholder 24"/>
          <p:cNvSpPr>
            <a:spLocks noGrp="1" noChangeAspect="1"/>
          </p:cNvSpPr>
          <p:nvPr>
            <p:ph type="pic" sz="quarter" idx="52" hasCustomPrompt="1"/>
          </p:nvPr>
        </p:nvSpPr>
        <p:spPr>
          <a:xfrm>
            <a:off x="3926034" y="1962045"/>
            <a:ext cx="1291932" cy="1291928"/>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200">
                <a:solidFill>
                  <a:schemeClr val="bg1"/>
                </a:solidFill>
                <a:effectLst/>
              </a:defRPr>
            </a:lvl1pPr>
          </a:lstStyle>
          <a:p>
            <a:r>
              <a:rPr lang="en-US"/>
              <a:t>Insert icon</a:t>
            </a:r>
          </a:p>
        </p:txBody>
      </p:sp>
      <p:sp>
        <p:nvSpPr>
          <p:cNvPr id="37" name="Picture Placeholder 24"/>
          <p:cNvSpPr>
            <a:spLocks noGrp="1" noChangeAspect="1"/>
          </p:cNvSpPr>
          <p:nvPr>
            <p:ph type="pic" sz="quarter" idx="53" hasCustomPrompt="1"/>
          </p:nvPr>
        </p:nvSpPr>
        <p:spPr>
          <a:xfrm>
            <a:off x="5675688" y="1962045"/>
            <a:ext cx="1291932" cy="1291928"/>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200">
                <a:solidFill>
                  <a:schemeClr val="bg1"/>
                </a:solidFill>
                <a:effectLst/>
              </a:defRPr>
            </a:lvl1pPr>
          </a:lstStyle>
          <a:p>
            <a:r>
              <a:rPr lang="en-US"/>
              <a:t>Insert icon</a:t>
            </a:r>
          </a:p>
        </p:txBody>
      </p:sp>
      <p:sp>
        <p:nvSpPr>
          <p:cNvPr id="38" name="Picture Placeholder 24"/>
          <p:cNvSpPr>
            <a:spLocks noGrp="1" noChangeAspect="1"/>
          </p:cNvSpPr>
          <p:nvPr>
            <p:ph type="pic" sz="quarter" idx="54" hasCustomPrompt="1"/>
          </p:nvPr>
        </p:nvSpPr>
        <p:spPr>
          <a:xfrm>
            <a:off x="7336601" y="1962045"/>
            <a:ext cx="1291932" cy="1291928"/>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200">
                <a:solidFill>
                  <a:schemeClr val="bg1"/>
                </a:solidFill>
                <a:effectLst/>
              </a:defRPr>
            </a:lvl1pPr>
          </a:lstStyle>
          <a:p>
            <a:r>
              <a:rPr lang="en-US"/>
              <a:t>Insert icon</a:t>
            </a:r>
          </a:p>
        </p:txBody>
      </p:sp>
    </p:spTree>
    <p:extLst>
      <p:ext uri="{BB962C8B-B14F-4D97-AF65-F5344CB8AC3E}">
        <p14:creationId xmlns:p14="http://schemas.microsoft.com/office/powerpoint/2010/main" val="398210354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Slide - Infographic Half Photo">
    <p:spTree>
      <p:nvGrpSpPr>
        <p:cNvPr id="1" name=""/>
        <p:cNvGrpSpPr/>
        <p:nvPr/>
      </p:nvGrpSpPr>
      <p:grpSpPr>
        <a:xfrm>
          <a:off x="0" y="0"/>
          <a:ext cx="0" cy="0"/>
          <a:chOff x="0" y="0"/>
          <a:chExt cx="0" cy="0"/>
        </a:xfrm>
      </p:grpSpPr>
      <p:sp>
        <p:nvSpPr>
          <p:cNvPr id="3" name="Picture Placeholder 2"/>
          <p:cNvSpPr>
            <a:spLocks noGrp="1"/>
          </p:cNvSpPr>
          <p:nvPr>
            <p:ph type="pic" sz="quarter" idx="49" hasCustomPrompt="1"/>
          </p:nvPr>
        </p:nvSpPr>
        <p:spPr>
          <a:xfrm>
            <a:off x="0" y="0"/>
            <a:ext cx="9144000" cy="2682875"/>
          </a:xfrm>
          <a:solidFill>
            <a:schemeClr val="bg1">
              <a:lumMod val="85000"/>
            </a:schemeClr>
          </a:solidFill>
        </p:spPr>
        <p:txBody>
          <a:bodyPr>
            <a:normAutofit/>
          </a:bodyPr>
          <a:lstStyle>
            <a:lvl1pPr marL="0" indent="0" algn="r">
              <a:buNone/>
              <a:defRPr sz="1600"/>
            </a:lvl1pPr>
          </a:lstStyle>
          <a:p>
            <a:r>
              <a:rPr lang="en-US" dirty="0"/>
              <a:t>Insert a large image here</a:t>
            </a:r>
          </a:p>
        </p:txBody>
      </p:sp>
      <p:sp>
        <p:nvSpPr>
          <p:cNvPr id="17" name="Text Placeholder 3"/>
          <p:cNvSpPr>
            <a:spLocks noGrp="1"/>
          </p:cNvSpPr>
          <p:nvPr>
            <p:ph type="body" sz="quarter" idx="18" hasCustomPrompt="1"/>
          </p:nvPr>
        </p:nvSpPr>
        <p:spPr>
          <a:xfrm>
            <a:off x="468312" y="3793135"/>
            <a:ext cx="1336675" cy="570668"/>
          </a:xfrm>
          <a:prstGeom prst="rect">
            <a:avLst/>
          </a:prstGeom>
          <a:ln>
            <a:noFill/>
          </a:ln>
        </p:spPr>
        <p:txBody>
          <a:bodyPr vert="horz" lIns="0" tIns="0" rIns="0" bIns="0"/>
          <a:lstStyle>
            <a:lvl1pPr marL="0" indent="0" algn="ctr">
              <a:buNone/>
              <a:defRPr sz="1200" baseline="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Infographic information goes here</a:t>
            </a:r>
          </a:p>
        </p:txBody>
      </p:sp>
      <p:sp>
        <p:nvSpPr>
          <p:cNvPr id="18" name="Text Placeholder 17"/>
          <p:cNvSpPr>
            <a:spLocks noGrp="1"/>
          </p:cNvSpPr>
          <p:nvPr>
            <p:ph type="body" sz="quarter" idx="19" hasCustomPrompt="1"/>
          </p:nvPr>
        </p:nvSpPr>
        <p:spPr>
          <a:xfrm>
            <a:off x="468313" y="3389856"/>
            <a:ext cx="1336675" cy="326535"/>
          </a:xfrm>
          <a:prstGeom prst="rect">
            <a:avLst/>
          </a:prstGeom>
        </p:spPr>
        <p:txBody>
          <a:bodyPr vert="horz" lIns="0" tIns="0" rIns="0" bIns="0">
            <a:normAutofit/>
          </a:bodyPr>
          <a:lstStyle>
            <a:lvl1pPr marL="0" indent="0" algn="ctr">
              <a:buNone/>
              <a:defRPr sz="1800" baseline="0">
                <a:solidFill>
                  <a:schemeClr val="tx1"/>
                </a:solidFill>
              </a:defRPr>
            </a:lvl1pPr>
            <a:lvl2pPr marL="457200" indent="0">
              <a:buNone/>
              <a:defRPr sz="2200">
                <a:solidFill>
                  <a:srgbClr val="8DC63F"/>
                </a:solidFill>
              </a:defRPr>
            </a:lvl2pPr>
            <a:lvl3pPr marL="914400" indent="0">
              <a:buNone/>
              <a:defRPr sz="2200">
                <a:solidFill>
                  <a:srgbClr val="8DC63F"/>
                </a:solidFill>
              </a:defRPr>
            </a:lvl3pPr>
            <a:lvl4pPr marL="1371600" indent="0">
              <a:buNone/>
              <a:defRPr sz="2200">
                <a:solidFill>
                  <a:srgbClr val="8DC63F"/>
                </a:solidFill>
              </a:defRPr>
            </a:lvl4pPr>
            <a:lvl5pPr marL="1828800" indent="0">
              <a:buNone/>
              <a:defRPr sz="2200">
                <a:solidFill>
                  <a:srgbClr val="8DC63F"/>
                </a:solidFill>
              </a:defRPr>
            </a:lvl5pPr>
          </a:lstStyle>
          <a:p>
            <a:pPr lvl="0"/>
            <a:r>
              <a:rPr lang="en-US"/>
              <a:t>Emphasis Text</a:t>
            </a:r>
          </a:p>
        </p:txBody>
      </p:sp>
      <p:sp>
        <p:nvSpPr>
          <p:cNvPr id="19" name="Text Placeholder 3"/>
          <p:cNvSpPr>
            <a:spLocks noGrp="1"/>
          </p:cNvSpPr>
          <p:nvPr>
            <p:ph type="body" sz="quarter" idx="41" hasCustomPrompt="1"/>
          </p:nvPr>
        </p:nvSpPr>
        <p:spPr>
          <a:xfrm>
            <a:off x="2194869" y="3793135"/>
            <a:ext cx="1336675" cy="570668"/>
          </a:xfrm>
          <a:prstGeom prst="rect">
            <a:avLst/>
          </a:prstGeom>
          <a:ln>
            <a:noFill/>
          </a:ln>
        </p:spPr>
        <p:txBody>
          <a:bodyPr vert="horz" lIns="0" tIns="0" rIns="0" bIns="0"/>
          <a:lstStyle>
            <a:lvl1pPr marL="0" indent="0" algn="ctr">
              <a:buNone/>
              <a:defRPr sz="1200" baseline="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Infographic information goes here</a:t>
            </a:r>
          </a:p>
        </p:txBody>
      </p:sp>
      <p:sp>
        <p:nvSpPr>
          <p:cNvPr id="20" name="Text Placeholder 17"/>
          <p:cNvSpPr>
            <a:spLocks noGrp="1"/>
          </p:cNvSpPr>
          <p:nvPr>
            <p:ph type="body" sz="quarter" idx="42" hasCustomPrompt="1"/>
          </p:nvPr>
        </p:nvSpPr>
        <p:spPr>
          <a:xfrm>
            <a:off x="2194870" y="3389856"/>
            <a:ext cx="1336675" cy="326535"/>
          </a:xfrm>
          <a:prstGeom prst="rect">
            <a:avLst/>
          </a:prstGeom>
        </p:spPr>
        <p:txBody>
          <a:bodyPr vert="horz" lIns="0" tIns="0" rIns="0" bIns="0">
            <a:normAutofit/>
          </a:bodyPr>
          <a:lstStyle>
            <a:lvl1pPr marL="0" indent="0" algn="ctr">
              <a:buNone/>
              <a:defRPr sz="1800" baseline="0">
                <a:solidFill>
                  <a:schemeClr val="tx1"/>
                </a:solidFill>
              </a:defRPr>
            </a:lvl1pPr>
            <a:lvl2pPr marL="457200" indent="0">
              <a:buNone/>
              <a:defRPr sz="2200">
                <a:solidFill>
                  <a:srgbClr val="8DC63F"/>
                </a:solidFill>
              </a:defRPr>
            </a:lvl2pPr>
            <a:lvl3pPr marL="914400" indent="0">
              <a:buNone/>
              <a:defRPr sz="2200">
                <a:solidFill>
                  <a:srgbClr val="8DC63F"/>
                </a:solidFill>
              </a:defRPr>
            </a:lvl3pPr>
            <a:lvl4pPr marL="1371600" indent="0">
              <a:buNone/>
              <a:defRPr sz="2200">
                <a:solidFill>
                  <a:srgbClr val="8DC63F"/>
                </a:solidFill>
              </a:defRPr>
            </a:lvl4pPr>
            <a:lvl5pPr marL="1828800" indent="0">
              <a:buNone/>
              <a:defRPr sz="2200">
                <a:solidFill>
                  <a:srgbClr val="8DC63F"/>
                </a:solidFill>
              </a:defRPr>
            </a:lvl5pPr>
          </a:lstStyle>
          <a:p>
            <a:pPr lvl="0"/>
            <a:r>
              <a:rPr lang="en-US"/>
              <a:t>Emphasis Text</a:t>
            </a:r>
          </a:p>
        </p:txBody>
      </p:sp>
      <p:sp>
        <p:nvSpPr>
          <p:cNvPr id="21" name="Text Placeholder 3"/>
          <p:cNvSpPr>
            <a:spLocks noGrp="1"/>
          </p:cNvSpPr>
          <p:nvPr>
            <p:ph type="body" sz="quarter" idx="43" hasCustomPrompt="1"/>
          </p:nvPr>
        </p:nvSpPr>
        <p:spPr>
          <a:xfrm>
            <a:off x="3931141" y="3793135"/>
            <a:ext cx="1336675" cy="570668"/>
          </a:xfrm>
          <a:prstGeom prst="rect">
            <a:avLst/>
          </a:prstGeom>
          <a:ln>
            <a:noFill/>
          </a:ln>
        </p:spPr>
        <p:txBody>
          <a:bodyPr vert="horz" lIns="0" tIns="0" rIns="0" bIns="0"/>
          <a:lstStyle>
            <a:lvl1pPr marL="0" indent="0" algn="ctr">
              <a:buNone/>
              <a:defRPr sz="1200" baseline="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Infographic information goes here</a:t>
            </a:r>
          </a:p>
        </p:txBody>
      </p:sp>
      <p:sp>
        <p:nvSpPr>
          <p:cNvPr id="22" name="Text Placeholder 17"/>
          <p:cNvSpPr>
            <a:spLocks noGrp="1"/>
          </p:cNvSpPr>
          <p:nvPr>
            <p:ph type="body" sz="quarter" idx="44" hasCustomPrompt="1"/>
          </p:nvPr>
        </p:nvSpPr>
        <p:spPr>
          <a:xfrm>
            <a:off x="3931142" y="3389856"/>
            <a:ext cx="1336675" cy="326535"/>
          </a:xfrm>
          <a:prstGeom prst="rect">
            <a:avLst/>
          </a:prstGeom>
        </p:spPr>
        <p:txBody>
          <a:bodyPr vert="horz" lIns="0" tIns="0" rIns="0" bIns="0">
            <a:normAutofit/>
          </a:bodyPr>
          <a:lstStyle>
            <a:lvl1pPr marL="0" indent="0" algn="ctr">
              <a:buNone/>
              <a:defRPr sz="1800" baseline="0">
                <a:solidFill>
                  <a:schemeClr val="tx1"/>
                </a:solidFill>
              </a:defRPr>
            </a:lvl1pPr>
            <a:lvl2pPr marL="457200" indent="0">
              <a:buNone/>
              <a:defRPr sz="2200">
                <a:solidFill>
                  <a:srgbClr val="8DC63F"/>
                </a:solidFill>
              </a:defRPr>
            </a:lvl2pPr>
            <a:lvl3pPr marL="914400" indent="0">
              <a:buNone/>
              <a:defRPr sz="2200">
                <a:solidFill>
                  <a:srgbClr val="8DC63F"/>
                </a:solidFill>
              </a:defRPr>
            </a:lvl3pPr>
            <a:lvl4pPr marL="1371600" indent="0">
              <a:buNone/>
              <a:defRPr sz="2200">
                <a:solidFill>
                  <a:srgbClr val="8DC63F"/>
                </a:solidFill>
              </a:defRPr>
            </a:lvl4pPr>
            <a:lvl5pPr marL="1828800" indent="0">
              <a:buNone/>
              <a:defRPr sz="2200">
                <a:solidFill>
                  <a:srgbClr val="8DC63F"/>
                </a:solidFill>
              </a:defRPr>
            </a:lvl5pPr>
          </a:lstStyle>
          <a:p>
            <a:pPr lvl="0"/>
            <a:r>
              <a:rPr lang="en-US"/>
              <a:t>Emphasis Text</a:t>
            </a:r>
          </a:p>
        </p:txBody>
      </p:sp>
      <p:sp>
        <p:nvSpPr>
          <p:cNvPr id="23" name="Text Placeholder 3"/>
          <p:cNvSpPr>
            <a:spLocks noGrp="1"/>
          </p:cNvSpPr>
          <p:nvPr>
            <p:ph type="body" sz="quarter" idx="45" hasCustomPrompt="1"/>
          </p:nvPr>
        </p:nvSpPr>
        <p:spPr>
          <a:xfrm>
            <a:off x="5655659" y="3793135"/>
            <a:ext cx="1336675" cy="570668"/>
          </a:xfrm>
          <a:prstGeom prst="rect">
            <a:avLst/>
          </a:prstGeom>
          <a:ln>
            <a:noFill/>
          </a:ln>
        </p:spPr>
        <p:txBody>
          <a:bodyPr vert="horz" lIns="0" tIns="0" rIns="0" bIns="0"/>
          <a:lstStyle>
            <a:lvl1pPr marL="0" indent="0" algn="ctr">
              <a:buNone/>
              <a:defRPr sz="1200" baseline="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Infographic information goes here</a:t>
            </a:r>
          </a:p>
        </p:txBody>
      </p:sp>
      <p:sp>
        <p:nvSpPr>
          <p:cNvPr id="24" name="Text Placeholder 17"/>
          <p:cNvSpPr>
            <a:spLocks noGrp="1"/>
          </p:cNvSpPr>
          <p:nvPr>
            <p:ph type="body" sz="quarter" idx="46" hasCustomPrompt="1"/>
          </p:nvPr>
        </p:nvSpPr>
        <p:spPr>
          <a:xfrm>
            <a:off x="5655660" y="3389856"/>
            <a:ext cx="1336675" cy="326535"/>
          </a:xfrm>
          <a:prstGeom prst="rect">
            <a:avLst/>
          </a:prstGeom>
        </p:spPr>
        <p:txBody>
          <a:bodyPr vert="horz" lIns="0" tIns="0" rIns="0" bIns="0">
            <a:normAutofit/>
          </a:bodyPr>
          <a:lstStyle>
            <a:lvl1pPr marL="0" indent="0" algn="ctr">
              <a:buNone/>
              <a:defRPr sz="1800" baseline="0">
                <a:solidFill>
                  <a:schemeClr val="tx1"/>
                </a:solidFill>
              </a:defRPr>
            </a:lvl1pPr>
            <a:lvl2pPr marL="457200" indent="0">
              <a:buNone/>
              <a:defRPr sz="2200">
                <a:solidFill>
                  <a:srgbClr val="8DC63F"/>
                </a:solidFill>
              </a:defRPr>
            </a:lvl2pPr>
            <a:lvl3pPr marL="914400" indent="0">
              <a:buNone/>
              <a:defRPr sz="2200">
                <a:solidFill>
                  <a:srgbClr val="8DC63F"/>
                </a:solidFill>
              </a:defRPr>
            </a:lvl3pPr>
            <a:lvl4pPr marL="1371600" indent="0">
              <a:buNone/>
              <a:defRPr sz="2200">
                <a:solidFill>
                  <a:srgbClr val="8DC63F"/>
                </a:solidFill>
              </a:defRPr>
            </a:lvl4pPr>
            <a:lvl5pPr marL="1828800" indent="0">
              <a:buNone/>
              <a:defRPr sz="2200">
                <a:solidFill>
                  <a:srgbClr val="8DC63F"/>
                </a:solidFill>
              </a:defRPr>
            </a:lvl5pPr>
          </a:lstStyle>
          <a:p>
            <a:pPr lvl="0"/>
            <a:r>
              <a:rPr lang="en-US"/>
              <a:t>Emphasis Text</a:t>
            </a:r>
          </a:p>
        </p:txBody>
      </p:sp>
      <p:sp>
        <p:nvSpPr>
          <p:cNvPr id="25" name="Text Placeholder 3"/>
          <p:cNvSpPr>
            <a:spLocks noGrp="1"/>
          </p:cNvSpPr>
          <p:nvPr>
            <p:ph type="body" sz="quarter" idx="47" hasCustomPrompt="1"/>
          </p:nvPr>
        </p:nvSpPr>
        <p:spPr>
          <a:xfrm>
            <a:off x="7336601" y="3793135"/>
            <a:ext cx="1336675" cy="570668"/>
          </a:xfrm>
          <a:prstGeom prst="rect">
            <a:avLst/>
          </a:prstGeom>
          <a:ln>
            <a:noFill/>
          </a:ln>
        </p:spPr>
        <p:txBody>
          <a:bodyPr vert="horz" lIns="0" tIns="0" rIns="0" bIns="0"/>
          <a:lstStyle>
            <a:lvl1pPr marL="0" indent="0" algn="ctr">
              <a:buNone/>
              <a:defRPr sz="1200" baseline="0">
                <a:solidFill>
                  <a:schemeClr val="tx1"/>
                </a:solidFill>
              </a:defRPr>
            </a:lvl1pPr>
            <a:lvl2pPr marL="457200" indent="0">
              <a:buNone/>
              <a:defRPr sz="1600"/>
            </a:lvl2pPr>
            <a:lvl3pPr marL="914400" indent="0">
              <a:buNone/>
              <a:defRPr sz="1600"/>
            </a:lvl3pPr>
            <a:lvl4pPr marL="1371600" indent="0">
              <a:buNone/>
              <a:defRPr sz="1600"/>
            </a:lvl4pPr>
            <a:lvl5pPr marL="1828800" indent="0">
              <a:buNone/>
              <a:defRPr sz="1600"/>
            </a:lvl5pPr>
          </a:lstStyle>
          <a:p>
            <a:pPr lvl="0"/>
            <a:r>
              <a:rPr lang="en-US"/>
              <a:t>Infographic information goes here</a:t>
            </a:r>
          </a:p>
        </p:txBody>
      </p:sp>
      <p:sp>
        <p:nvSpPr>
          <p:cNvPr id="26" name="Text Placeholder 17"/>
          <p:cNvSpPr>
            <a:spLocks noGrp="1"/>
          </p:cNvSpPr>
          <p:nvPr>
            <p:ph type="body" sz="quarter" idx="48" hasCustomPrompt="1"/>
          </p:nvPr>
        </p:nvSpPr>
        <p:spPr>
          <a:xfrm>
            <a:off x="7336602" y="3389856"/>
            <a:ext cx="1336675" cy="326535"/>
          </a:xfrm>
          <a:prstGeom prst="rect">
            <a:avLst/>
          </a:prstGeom>
        </p:spPr>
        <p:txBody>
          <a:bodyPr vert="horz" lIns="0" tIns="0" rIns="0" bIns="0">
            <a:normAutofit/>
          </a:bodyPr>
          <a:lstStyle>
            <a:lvl1pPr marL="0" indent="0" algn="ctr">
              <a:buNone/>
              <a:defRPr sz="1800" baseline="0">
                <a:solidFill>
                  <a:schemeClr val="tx1"/>
                </a:solidFill>
              </a:defRPr>
            </a:lvl1pPr>
            <a:lvl2pPr marL="457200" indent="0">
              <a:buNone/>
              <a:defRPr sz="2200">
                <a:solidFill>
                  <a:srgbClr val="8DC63F"/>
                </a:solidFill>
              </a:defRPr>
            </a:lvl2pPr>
            <a:lvl3pPr marL="914400" indent="0">
              <a:buNone/>
              <a:defRPr sz="2200">
                <a:solidFill>
                  <a:srgbClr val="8DC63F"/>
                </a:solidFill>
              </a:defRPr>
            </a:lvl3pPr>
            <a:lvl4pPr marL="1371600" indent="0">
              <a:buNone/>
              <a:defRPr sz="2200">
                <a:solidFill>
                  <a:srgbClr val="8DC63F"/>
                </a:solidFill>
              </a:defRPr>
            </a:lvl4pPr>
            <a:lvl5pPr marL="1828800" indent="0">
              <a:buNone/>
              <a:defRPr sz="2200">
                <a:solidFill>
                  <a:srgbClr val="8DC63F"/>
                </a:solidFill>
              </a:defRPr>
            </a:lvl5pPr>
          </a:lstStyle>
          <a:p>
            <a:pPr lvl="0"/>
            <a:r>
              <a:rPr lang="en-US"/>
              <a:t>Emphasis Text</a:t>
            </a:r>
          </a:p>
        </p:txBody>
      </p:sp>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28" name="Title 31"/>
          <p:cNvSpPr>
            <a:spLocks noGrp="1"/>
          </p:cNvSpPr>
          <p:nvPr>
            <p:ph type="title" hasCustomPrompt="1"/>
          </p:nvPr>
        </p:nvSpPr>
        <p:spPr>
          <a:xfrm>
            <a:off x="457200" y="0"/>
            <a:ext cx="3213510" cy="1704258"/>
          </a:xfrm>
        </p:spPr>
        <p:txBody>
          <a:bodyPr/>
          <a:lstStyle/>
          <a:p>
            <a:r>
              <a:rPr lang="en-US"/>
              <a:t>Messaging + Blue Infographic Content</a:t>
            </a:r>
          </a:p>
        </p:txBody>
      </p:sp>
      <p:sp>
        <p:nvSpPr>
          <p:cNvPr id="39" name="Picture Placeholder 24"/>
          <p:cNvSpPr>
            <a:spLocks noGrp="1" noChangeAspect="1"/>
          </p:cNvSpPr>
          <p:nvPr>
            <p:ph type="pic" sz="quarter" idx="50" hasCustomPrompt="1"/>
          </p:nvPr>
        </p:nvSpPr>
        <p:spPr>
          <a:xfrm>
            <a:off x="490683" y="1962045"/>
            <a:ext cx="1291932" cy="1291928"/>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200">
                <a:solidFill>
                  <a:schemeClr val="bg1"/>
                </a:solidFill>
                <a:effectLst/>
              </a:defRPr>
            </a:lvl1pPr>
          </a:lstStyle>
          <a:p>
            <a:r>
              <a:rPr lang="en-US" dirty="0"/>
              <a:t>Insert icon</a:t>
            </a:r>
          </a:p>
        </p:txBody>
      </p:sp>
      <p:sp>
        <p:nvSpPr>
          <p:cNvPr id="40" name="Picture Placeholder 24"/>
          <p:cNvSpPr>
            <a:spLocks noGrp="1" noChangeAspect="1"/>
          </p:cNvSpPr>
          <p:nvPr>
            <p:ph type="pic" sz="quarter" idx="51" hasCustomPrompt="1"/>
          </p:nvPr>
        </p:nvSpPr>
        <p:spPr>
          <a:xfrm>
            <a:off x="2239612" y="1962045"/>
            <a:ext cx="1291932" cy="1291928"/>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200">
                <a:solidFill>
                  <a:schemeClr val="bg1"/>
                </a:solidFill>
                <a:effectLst/>
              </a:defRPr>
            </a:lvl1pPr>
          </a:lstStyle>
          <a:p>
            <a:r>
              <a:rPr lang="en-US"/>
              <a:t>Insert icon</a:t>
            </a:r>
          </a:p>
        </p:txBody>
      </p:sp>
      <p:sp>
        <p:nvSpPr>
          <p:cNvPr id="41" name="Picture Placeholder 24"/>
          <p:cNvSpPr>
            <a:spLocks noGrp="1" noChangeAspect="1"/>
          </p:cNvSpPr>
          <p:nvPr>
            <p:ph type="pic" sz="quarter" idx="52" hasCustomPrompt="1"/>
          </p:nvPr>
        </p:nvSpPr>
        <p:spPr>
          <a:xfrm>
            <a:off x="3926034" y="1962045"/>
            <a:ext cx="1291932" cy="1291928"/>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200">
                <a:solidFill>
                  <a:schemeClr val="bg1"/>
                </a:solidFill>
                <a:effectLst/>
              </a:defRPr>
            </a:lvl1pPr>
          </a:lstStyle>
          <a:p>
            <a:r>
              <a:rPr lang="en-US"/>
              <a:t>Insert icon</a:t>
            </a:r>
          </a:p>
        </p:txBody>
      </p:sp>
      <p:sp>
        <p:nvSpPr>
          <p:cNvPr id="42" name="Picture Placeholder 24"/>
          <p:cNvSpPr>
            <a:spLocks noGrp="1" noChangeAspect="1"/>
          </p:cNvSpPr>
          <p:nvPr>
            <p:ph type="pic" sz="quarter" idx="53" hasCustomPrompt="1"/>
          </p:nvPr>
        </p:nvSpPr>
        <p:spPr>
          <a:xfrm>
            <a:off x="5675688" y="1962045"/>
            <a:ext cx="1291932" cy="1291928"/>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200">
                <a:solidFill>
                  <a:schemeClr val="bg1"/>
                </a:solidFill>
                <a:effectLst/>
              </a:defRPr>
            </a:lvl1pPr>
          </a:lstStyle>
          <a:p>
            <a:r>
              <a:rPr lang="en-US"/>
              <a:t>Insert icon</a:t>
            </a:r>
          </a:p>
        </p:txBody>
      </p:sp>
      <p:sp>
        <p:nvSpPr>
          <p:cNvPr id="43" name="Picture Placeholder 24"/>
          <p:cNvSpPr>
            <a:spLocks noGrp="1" noChangeAspect="1"/>
          </p:cNvSpPr>
          <p:nvPr>
            <p:ph type="pic" sz="quarter" idx="54" hasCustomPrompt="1"/>
          </p:nvPr>
        </p:nvSpPr>
        <p:spPr>
          <a:xfrm>
            <a:off x="7336601" y="1962045"/>
            <a:ext cx="1291932" cy="1291928"/>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200">
                <a:solidFill>
                  <a:schemeClr val="bg1"/>
                </a:solidFill>
                <a:effectLst/>
              </a:defRPr>
            </a:lvl1pPr>
          </a:lstStyle>
          <a:p>
            <a:r>
              <a:rPr lang="en-US"/>
              <a:t>Insert icon</a:t>
            </a:r>
          </a:p>
        </p:txBody>
      </p:sp>
    </p:spTree>
    <p:extLst>
      <p:ext uri="{BB962C8B-B14F-4D97-AF65-F5344CB8AC3E}">
        <p14:creationId xmlns:p14="http://schemas.microsoft.com/office/powerpoint/2010/main" val="66057277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Slide - Half Photo">
    <p:spTree>
      <p:nvGrpSpPr>
        <p:cNvPr id="1" name=""/>
        <p:cNvGrpSpPr/>
        <p:nvPr/>
      </p:nvGrpSpPr>
      <p:grpSpPr>
        <a:xfrm>
          <a:off x="0" y="0"/>
          <a:ext cx="0" cy="0"/>
          <a:chOff x="0" y="0"/>
          <a:chExt cx="0" cy="0"/>
        </a:xfrm>
      </p:grpSpPr>
      <p:sp>
        <p:nvSpPr>
          <p:cNvPr id="3" name="Picture Placeholder 2"/>
          <p:cNvSpPr>
            <a:spLocks noGrp="1"/>
          </p:cNvSpPr>
          <p:nvPr>
            <p:ph type="pic" sz="quarter" idx="49" hasCustomPrompt="1"/>
          </p:nvPr>
        </p:nvSpPr>
        <p:spPr>
          <a:xfrm>
            <a:off x="0" y="0"/>
            <a:ext cx="9144000" cy="2682875"/>
          </a:xfrm>
          <a:solidFill>
            <a:schemeClr val="bg1">
              <a:lumMod val="85000"/>
            </a:schemeClr>
          </a:solidFill>
        </p:spPr>
        <p:txBody>
          <a:bodyPr>
            <a:normAutofit/>
          </a:bodyPr>
          <a:lstStyle>
            <a:lvl1pPr marL="0" indent="0" algn="r">
              <a:buNone/>
              <a:defRPr sz="1600"/>
            </a:lvl1pPr>
          </a:lstStyle>
          <a:p>
            <a:r>
              <a:rPr lang="en-US" dirty="0"/>
              <a:t>Insert a large image here</a:t>
            </a:r>
          </a:p>
        </p:txBody>
      </p:sp>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15" name="Text Placeholder 14"/>
          <p:cNvSpPr>
            <a:spLocks noGrp="1"/>
          </p:cNvSpPr>
          <p:nvPr>
            <p:ph type="body" sz="quarter" idx="50" hasCustomPrompt="1"/>
          </p:nvPr>
        </p:nvSpPr>
        <p:spPr>
          <a:xfrm>
            <a:off x="479425" y="2968625"/>
            <a:ext cx="8267686" cy="1738313"/>
          </a:xfrm>
        </p:spPr>
        <p:txBody>
          <a:bodyPr lIns="0" tIns="0" rIns="0" bIns="0">
            <a:no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stStyle>
          <a:p>
            <a:pPr lvl="0"/>
            <a:r>
              <a:rPr lang="en-US"/>
              <a:t>Short Slide Summary</a:t>
            </a:r>
          </a:p>
        </p:txBody>
      </p:sp>
      <p:sp>
        <p:nvSpPr>
          <p:cNvPr id="2" name="Title 1"/>
          <p:cNvSpPr>
            <a:spLocks noGrp="1"/>
          </p:cNvSpPr>
          <p:nvPr>
            <p:ph type="title" hasCustomPrompt="1"/>
          </p:nvPr>
        </p:nvSpPr>
        <p:spPr>
          <a:xfrm>
            <a:off x="0" y="2186187"/>
            <a:ext cx="4936982" cy="497572"/>
          </a:xfrm>
        </p:spPr>
        <p:txBody>
          <a:bodyPr lIns="274320" tIns="91440" bIns="45720">
            <a:spAutoFit/>
          </a:bodyPr>
          <a:lstStyle>
            <a:lvl1pPr algn="l">
              <a:defRPr/>
            </a:lvl1pPr>
          </a:lstStyle>
          <a:p>
            <a:pPr lvl="0"/>
            <a:r>
              <a:rPr lang="en-US"/>
              <a:t>Title: Content Slide</a:t>
            </a:r>
            <a:endParaRPr lang="en-US" dirty="0"/>
          </a:p>
        </p:txBody>
      </p:sp>
    </p:spTree>
    <p:extLst>
      <p:ext uri="{BB962C8B-B14F-4D97-AF65-F5344CB8AC3E}">
        <p14:creationId xmlns:p14="http://schemas.microsoft.com/office/powerpoint/2010/main" val="163853613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Content Slide - Half Blue - Half Photo">
    <p:spTree>
      <p:nvGrpSpPr>
        <p:cNvPr id="1" name=""/>
        <p:cNvGrpSpPr/>
        <p:nvPr/>
      </p:nvGrpSpPr>
      <p:grpSpPr>
        <a:xfrm>
          <a:off x="0" y="0"/>
          <a:ext cx="0" cy="0"/>
          <a:chOff x="0" y="0"/>
          <a:chExt cx="0" cy="0"/>
        </a:xfrm>
      </p:grpSpPr>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4" name="Rectangle 3">
            <a:extLst>
              <a:ext uri="{FF2B5EF4-FFF2-40B4-BE49-F238E27FC236}">
                <a16:creationId xmlns:a16="http://schemas.microsoft.com/office/drawing/2014/main" id="{613C7420-D1E3-2748-83F1-0C3F1C99A95C}"/>
              </a:ext>
            </a:extLst>
          </p:cNvPr>
          <p:cNvSpPr/>
          <p:nvPr userDrawn="1"/>
        </p:nvSpPr>
        <p:spPr>
          <a:xfrm>
            <a:off x="0" y="3204446"/>
            <a:ext cx="9144000" cy="193905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479425" y="3536950"/>
            <a:ext cx="3308350" cy="1096963"/>
          </a:xfrm>
        </p:spPr>
        <p:txBody>
          <a:bodyPr lIns="0" tIns="0" rIns="0" bIns="0">
            <a:noAutofit/>
          </a:bodyPr>
          <a:lstStyle>
            <a:lvl1pPr marL="0" indent="0">
              <a:spcBef>
                <a:spcPts val="0"/>
              </a:spcBef>
              <a:buNone/>
              <a:defRPr sz="2800"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4104657" y="3536950"/>
            <a:ext cx="4642454" cy="1096963"/>
          </a:xfrm>
        </p:spPr>
        <p:txBody>
          <a:bodyPr lIns="0" tIns="73152" rIns="0" bIns="0">
            <a:noAutofit/>
          </a:bodyPr>
          <a:lstStyle>
            <a:lvl1pPr marL="0" indent="0">
              <a:buNone/>
              <a:defRPr sz="2000" b="0">
                <a:solidFill>
                  <a:schemeClr val="bg1"/>
                </a:solidFill>
              </a:defRPr>
            </a:lvl1pPr>
          </a:lstStyle>
          <a:p>
            <a:pPr lvl="0"/>
            <a:r>
              <a:rPr lang="en-US" dirty="0"/>
              <a:t>Supporting body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solidFill>
                  <a:schemeClr val="bg1"/>
                </a:solidFill>
              </a:rPr>
              <a:t>NREL</a:t>
            </a:r>
            <a:r>
              <a:rPr lang="en-US" sz="800" baseline="0" dirty="0">
                <a:solidFill>
                  <a:schemeClr val="bg1"/>
                </a:solidFill>
              </a:rPr>
              <a:t>    </a:t>
            </a:r>
            <a:r>
              <a:rPr lang="en-US" sz="800" dirty="0">
                <a:solidFill>
                  <a:schemeClr val="bg1"/>
                </a:solidFill>
              </a:rPr>
              <a:t>|    </a:t>
            </a:r>
            <a:fld id="{BFD71CF8-5198-8441-A7C0-DC22FD64CBE4}" type="slidenum">
              <a:rPr lang="en-US" sz="800">
                <a:solidFill>
                  <a:schemeClr val="bg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bg1"/>
              </a:solidFill>
            </a:endParaRPr>
          </a:p>
        </p:txBody>
      </p:sp>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hasCustomPrompt="1"/>
          </p:nvPr>
        </p:nvSpPr>
        <p:spPr>
          <a:xfrm>
            <a:off x="0" y="0"/>
            <a:ext cx="9144000" cy="3205163"/>
          </a:xfrm>
          <a:solidFill>
            <a:schemeClr val="bg1">
              <a:lumMod val="95000"/>
            </a:schemeClr>
          </a:solidFill>
        </p:spPr>
        <p:txBody>
          <a:bodyPr/>
          <a:lstStyle>
            <a:lvl1pPr marL="0" indent="0" algn="ctr">
              <a:buNone/>
              <a:defRPr/>
            </a:lvl1pPr>
          </a:lstStyle>
          <a:p>
            <a:r>
              <a:rPr lang="en-US" dirty="0"/>
              <a:t>Insert Photo or Graphic</a:t>
            </a:r>
          </a:p>
        </p:txBody>
      </p:sp>
    </p:spTree>
    <p:extLst>
      <p:ext uri="{BB962C8B-B14F-4D97-AF65-F5344CB8AC3E}">
        <p14:creationId xmlns:p14="http://schemas.microsoft.com/office/powerpoint/2010/main" val="236786454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Content Slide - Half Blue 1">
    <p:spTree>
      <p:nvGrpSpPr>
        <p:cNvPr id="1" name=""/>
        <p:cNvGrpSpPr/>
        <p:nvPr/>
      </p:nvGrpSpPr>
      <p:grpSpPr>
        <a:xfrm>
          <a:off x="0" y="0"/>
          <a:ext cx="0" cy="0"/>
          <a:chOff x="0" y="0"/>
          <a:chExt cx="0" cy="0"/>
        </a:xfrm>
      </p:grpSpPr>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4" name="Rectangle 3">
            <a:extLst>
              <a:ext uri="{FF2B5EF4-FFF2-40B4-BE49-F238E27FC236}">
                <a16:creationId xmlns:a16="http://schemas.microsoft.com/office/drawing/2014/main" id="{613C7420-D1E3-2748-83F1-0C3F1C99A95C}"/>
              </a:ext>
            </a:extLst>
          </p:cNvPr>
          <p:cNvSpPr/>
          <p:nvPr userDrawn="1"/>
        </p:nvSpPr>
        <p:spPr>
          <a:xfrm>
            <a:off x="0" y="3204446"/>
            <a:ext cx="9144000" cy="193905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479425" y="3536950"/>
            <a:ext cx="3308350" cy="1096963"/>
          </a:xfrm>
        </p:spPr>
        <p:txBody>
          <a:bodyPr lIns="0" tIns="0" rIns="0" bIns="0">
            <a:noAutofit/>
          </a:bodyPr>
          <a:lstStyle>
            <a:lvl1pPr marL="0" indent="0">
              <a:spcBef>
                <a:spcPts val="0"/>
              </a:spcBef>
              <a:buNone/>
              <a:defRPr sz="2800"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4104657" y="3536950"/>
            <a:ext cx="4642454" cy="1096963"/>
          </a:xfrm>
        </p:spPr>
        <p:txBody>
          <a:bodyPr lIns="0" tIns="73152" rIns="0" bIns="0">
            <a:noAutofit/>
          </a:bodyPr>
          <a:lstStyle>
            <a:lvl1pPr marL="0" indent="0">
              <a:buNone/>
              <a:defRPr sz="2000" b="0">
                <a:solidFill>
                  <a:schemeClr val="bg1"/>
                </a:solidFill>
              </a:defRPr>
            </a:lvl1pPr>
          </a:lstStyle>
          <a:p>
            <a:pPr lvl="0"/>
            <a:r>
              <a:rPr lang="en-US" dirty="0"/>
              <a:t>Supporting body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solidFill>
                  <a:schemeClr val="bg1"/>
                </a:solidFill>
              </a:rPr>
              <a:t>NREL</a:t>
            </a:r>
            <a:r>
              <a:rPr lang="en-US" sz="800" baseline="0" dirty="0">
                <a:solidFill>
                  <a:schemeClr val="bg1"/>
                </a:solidFill>
              </a:rPr>
              <a:t>    </a:t>
            </a:r>
            <a:r>
              <a:rPr lang="en-US" sz="800" dirty="0">
                <a:solidFill>
                  <a:schemeClr val="bg1"/>
                </a:solidFill>
              </a:rPr>
              <a:t>|    </a:t>
            </a:r>
            <a:fld id="{BFD71CF8-5198-8441-A7C0-DC22FD64CBE4}" type="slidenum">
              <a:rPr lang="en-US" sz="800">
                <a:solidFill>
                  <a:schemeClr val="bg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bg1"/>
              </a:solidFill>
            </a:endParaRPr>
          </a:p>
        </p:txBody>
      </p:sp>
      <p:sp>
        <p:nvSpPr>
          <p:cNvPr id="10" name="Rectangle 9">
            <a:extLst>
              <a:ext uri="{FF2B5EF4-FFF2-40B4-BE49-F238E27FC236}">
                <a16:creationId xmlns:a16="http://schemas.microsoft.com/office/drawing/2014/main" id="{D0F8E801-C21C-E943-9A0D-715C66D645FB}"/>
              </a:ext>
            </a:extLst>
          </p:cNvPr>
          <p:cNvSpPr/>
          <p:nvPr userDrawn="1"/>
        </p:nvSpPr>
        <p:spPr>
          <a:xfrm>
            <a:off x="0" y="0"/>
            <a:ext cx="9144000" cy="3204446"/>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 Placeholder 7">
            <a:extLst>
              <a:ext uri="{FF2B5EF4-FFF2-40B4-BE49-F238E27FC236}">
                <a16:creationId xmlns:a16="http://schemas.microsoft.com/office/drawing/2014/main" id="{5870EDA1-21F4-9543-B426-B99B5785504E}"/>
              </a:ext>
            </a:extLst>
          </p:cNvPr>
          <p:cNvSpPr>
            <a:spLocks noGrp="1"/>
          </p:cNvSpPr>
          <p:nvPr>
            <p:ph type="body" sz="quarter" idx="53" hasCustomPrompt="1"/>
          </p:nvPr>
        </p:nvSpPr>
        <p:spPr>
          <a:xfrm>
            <a:off x="479425" y="583079"/>
            <a:ext cx="4642454" cy="1096963"/>
          </a:xfrm>
        </p:spPr>
        <p:txBody>
          <a:bodyPr lIns="0" tIns="73152" rIns="0" bIns="0">
            <a:noAutofit/>
          </a:bodyPr>
          <a:lstStyle>
            <a:lvl1pPr marL="0" indent="0">
              <a:buNone/>
              <a:defRPr sz="2000" b="0">
                <a:solidFill>
                  <a:schemeClr val="tx1"/>
                </a:solidFill>
              </a:defRPr>
            </a:lvl1pPr>
          </a:lstStyle>
          <a:p>
            <a:pPr lvl="0"/>
            <a:r>
              <a:rPr lang="en-US" dirty="0"/>
              <a:t>Supporting body text</a:t>
            </a:r>
          </a:p>
        </p:txBody>
      </p:sp>
    </p:spTree>
    <p:extLst>
      <p:ext uri="{BB962C8B-B14F-4D97-AF65-F5344CB8AC3E}">
        <p14:creationId xmlns:p14="http://schemas.microsoft.com/office/powerpoint/2010/main" val="296583755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Content Slide - Half Blue 2">
    <p:spTree>
      <p:nvGrpSpPr>
        <p:cNvPr id="1" name=""/>
        <p:cNvGrpSpPr/>
        <p:nvPr/>
      </p:nvGrpSpPr>
      <p:grpSpPr>
        <a:xfrm>
          <a:off x="0" y="0"/>
          <a:ext cx="0" cy="0"/>
          <a:chOff x="0" y="0"/>
          <a:chExt cx="0" cy="0"/>
        </a:xfrm>
      </p:grpSpPr>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4" name="Rectangle 3">
            <a:extLst>
              <a:ext uri="{FF2B5EF4-FFF2-40B4-BE49-F238E27FC236}">
                <a16:creationId xmlns:a16="http://schemas.microsoft.com/office/drawing/2014/main" id="{613C7420-D1E3-2748-83F1-0C3F1C99A95C}"/>
              </a:ext>
            </a:extLst>
          </p:cNvPr>
          <p:cNvSpPr/>
          <p:nvPr userDrawn="1"/>
        </p:nvSpPr>
        <p:spPr>
          <a:xfrm>
            <a:off x="0" y="3204446"/>
            <a:ext cx="9144000" cy="193905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479425" y="3536950"/>
            <a:ext cx="3308350" cy="1096963"/>
          </a:xfrm>
        </p:spPr>
        <p:txBody>
          <a:bodyPr lIns="0" tIns="0" rIns="0" bIns="0">
            <a:noAutofit/>
          </a:bodyPr>
          <a:lstStyle>
            <a:lvl1pPr marL="0" indent="0">
              <a:spcBef>
                <a:spcPts val="0"/>
              </a:spcBef>
              <a:buNone/>
              <a:defRPr sz="2800"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4104657" y="3536950"/>
            <a:ext cx="4642454" cy="1096963"/>
          </a:xfrm>
        </p:spPr>
        <p:txBody>
          <a:bodyPr lIns="0" tIns="73152" rIns="0" bIns="0">
            <a:noAutofit/>
          </a:bodyPr>
          <a:lstStyle>
            <a:lvl1pPr marL="0" indent="0">
              <a:buNone/>
              <a:defRPr sz="2000" b="0">
                <a:solidFill>
                  <a:schemeClr val="bg1"/>
                </a:solidFill>
              </a:defRPr>
            </a:lvl1pPr>
          </a:lstStyle>
          <a:p>
            <a:pPr lvl="0"/>
            <a:r>
              <a:rPr lang="en-US" dirty="0"/>
              <a:t>Supporting body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solidFill>
                  <a:schemeClr val="bg1"/>
                </a:solidFill>
              </a:rPr>
              <a:t>NREL</a:t>
            </a:r>
            <a:r>
              <a:rPr lang="en-US" sz="800" baseline="0" dirty="0">
                <a:solidFill>
                  <a:schemeClr val="bg1"/>
                </a:solidFill>
              </a:rPr>
              <a:t>    </a:t>
            </a:r>
            <a:r>
              <a:rPr lang="en-US" sz="800" dirty="0">
                <a:solidFill>
                  <a:schemeClr val="bg1"/>
                </a:solidFill>
              </a:rPr>
              <a:t>|    </a:t>
            </a:r>
            <a:fld id="{BFD71CF8-5198-8441-A7C0-DC22FD64CBE4}" type="slidenum">
              <a:rPr lang="en-US" sz="800">
                <a:solidFill>
                  <a:schemeClr val="bg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bg1"/>
              </a:solidFill>
            </a:endParaRPr>
          </a:p>
        </p:txBody>
      </p:sp>
      <p:sp>
        <p:nvSpPr>
          <p:cNvPr id="7" name="Text Placeholder 7">
            <a:extLst>
              <a:ext uri="{FF2B5EF4-FFF2-40B4-BE49-F238E27FC236}">
                <a16:creationId xmlns:a16="http://schemas.microsoft.com/office/drawing/2014/main" id="{2736CC6A-2FA9-E242-A5D0-FCF48179A1F7}"/>
              </a:ext>
            </a:extLst>
          </p:cNvPr>
          <p:cNvSpPr>
            <a:spLocks noGrp="1"/>
          </p:cNvSpPr>
          <p:nvPr>
            <p:ph type="body" sz="quarter" idx="53" hasCustomPrompt="1"/>
          </p:nvPr>
        </p:nvSpPr>
        <p:spPr>
          <a:xfrm>
            <a:off x="479425" y="583079"/>
            <a:ext cx="4642454" cy="1096963"/>
          </a:xfrm>
        </p:spPr>
        <p:txBody>
          <a:bodyPr lIns="0" tIns="73152" rIns="0" bIns="0">
            <a:noAutofit/>
          </a:bodyPr>
          <a:lstStyle>
            <a:lvl1pPr marL="0" indent="0">
              <a:buNone/>
              <a:defRPr sz="2000" b="0">
                <a:solidFill>
                  <a:schemeClr val="tx1"/>
                </a:solidFill>
              </a:defRPr>
            </a:lvl1pPr>
          </a:lstStyle>
          <a:p>
            <a:pPr lvl="0"/>
            <a:r>
              <a:rPr lang="en-US" dirty="0"/>
              <a:t>Supporting body text</a:t>
            </a:r>
          </a:p>
        </p:txBody>
      </p:sp>
    </p:spTree>
    <p:extLst>
      <p:ext uri="{BB962C8B-B14F-4D97-AF65-F5344CB8AC3E}">
        <p14:creationId xmlns:p14="http://schemas.microsoft.com/office/powerpoint/2010/main" val="28140804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Content Slide - Half Blue 1">
    <p:spTree>
      <p:nvGrpSpPr>
        <p:cNvPr id="1" name=""/>
        <p:cNvGrpSpPr/>
        <p:nvPr/>
      </p:nvGrpSpPr>
      <p:grpSpPr>
        <a:xfrm>
          <a:off x="0" y="0"/>
          <a:ext cx="0" cy="0"/>
          <a:chOff x="0" y="0"/>
          <a:chExt cx="0" cy="0"/>
        </a:xfrm>
      </p:grpSpPr>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4" name="Rectangle 3">
            <a:extLst>
              <a:ext uri="{FF2B5EF4-FFF2-40B4-BE49-F238E27FC236}">
                <a16:creationId xmlns:a16="http://schemas.microsoft.com/office/drawing/2014/main" id="{613C7420-D1E3-2748-83F1-0C3F1C99A95C}"/>
              </a:ext>
            </a:extLst>
          </p:cNvPr>
          <p:cNvSpPr/>
          <p:nvPr userDrawn="1"/>
        </p:nvSpPr>
        <p:spPr>
          <a:xfrm>
            <a:off x="0" y="4152614"/>
            <a:ext cx="9144000" cy="99088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479425" y="4319771"/>
            <a:ext cx="3308350" cy="481299"/>
          </a:xfrm>
        </p:spPr>
        <p:txBody>
          <a:bodyPr lIns="0" tIns="0" rIns="0" bIns="0">
            <a:noAutofit/>
          </a:bodyPr>
          <a:lstStyle>
            <a:lvl1pPr marL="0" indent="0">
              <a:spcBef>
                <a:spcPts val="0"/>
              </a:spcBef>
              <a:buNone/>
              <a:defRPr sz="2800"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4104657" y="4319771"/>
            <a:ext cx="4642454" cy="481299"/>
          </a:xfrm>
        </p:spPr>
        <p:txBody>
          <a:bodyPr lIns="0" tIns="73152" rIns="0" bIns="0">
            <a:noAutofit/>
          </a:bodyPr>
          <a:lstStyle>
            <a:lvl1pPr marL="0" indent="0">
              <a:buNone/>
              <a:defRPr sz="2000" b="0">
                <a:solidFill>
                  <a:schemeClr val="bg1"/>
                </a:solidFill>
              </a:defRPr>
            </a:lvl1pPr>
          </a:lstStyle>
          <a:p>
            <a:pPr lvl="0"/>
            <a:r>
              <a:rPr lang="en-US" dirty="0"/>
              <a:t>Supporting body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solidFill>
                  <a:schemeClr val="bg1"/>
                </a:solidFill>
              </a:rPr>
              <a:t>NREL</a:t>
            </a:r>
            <a:r>
              <a:rPr lang="en-US" sz="800" baseline="0" dirty="0">
                <a:solidFill>
                  <a:schemeClr val="bg1"/>
                </a:solidFill>
              </a:rPr>
              <a:t>    </a:t>
            </a:r>
            <a:r>
              <a:rPr lang="en-US" sz="800" dirty="0">
                <a:solidFill>
                  <a:schemeClr val="bg1"/>
                </a:solidFill>
              </a:rPr>
              <a:t>|    </a:t>
            </a:r>
            <a:fld id="{BFD71CF8-5198-8441-A7C0-DC22FD64CBE4}" type="slidenum">
              <a:rPr lang="en-US" sz="800">
                <a:solidFill>
                  <a:schemeClr val="bg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bg1"/>
              </a:solidFill>
            </a:endParaRPr>
          </a:p>
        </p:txBody>
      </p:sp>
      <p:sp>
        <p:nvSpPr>
          <p:cNvPr id="10" name="Rectangle 9">
            <a:extLst>
              <a:ext uri="{FF2B5EF4-FFF2-40B4-BE49-F238E27FC236}">
                <a16:creationId xmlns:a16="http://schemas.microsoft.com/office/drawing/2014/main" id="{D0F8E801-C21C-E943-9A0D-715C66D645FB}"/>
              </a:ext>
            </a:extLst>
          </p:cNvPr>
          <p:cNvSpPr/>
          <p:nvPr userDrawn="1"/>
        </p:nvSpPr>
        <p:spPr>
          <a:xfrm>
            <a:off x="0" y="0"/>
            <a:ext cx="9144000" cy="4152614"/>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 Placeholder 7">
            <a:extLst>
              <a:ext uri="{FF2B5EF4-FFF2-40B4-BE49-F238E27FC236}">
                <a16:creationId xmlns:a16="http://schemas.microsoft.com/office/drawing/2014/main" id="{5870EDA1-21F4-9543-B426-B99B5785504E}"/>
              </a:ext>
            </a:extLst>
          </p:cNvPr>
          <p:cNvSpPr>
            <a:spLocks noGrp="1"/>
          </p:cNvSpPr>
          <p:nvPr>
            <p:ph type="body" sz="quarter" idx="53" hasCustomPrompt="1"/>
          </p:nvPr>
        </p:nvSpPr>
        <p:spPr>
          <a:xfrm>
            <a:off x="479425" y="583079"/>
            <a:ext cx="4642454" cy="1096963"/>
          </a:xfrm>
        </p:spPr>
        <p:txBody>
          <a:bodyPr lIns="0" tIns="73152" rIns="0" bIns="0">
            <a:noAutofit/>
          </a:bodyPr>
          <a:lstStyle>
            <a:lvl1pPr marL="0" indent="0">
              <a:buNone/>
              <a:defRPr sz="2000" b="0">
                <a:solidFill>
                  <a:schemeClr val="tx1"/>
                </a:solidFill>
              </a:defRPr>
            </a:lvl1pPr>
          </a:lstStyle>
          <a:p>
            <a:pPr lvl="0"/>
            <a:r>
              <a:rPr lang="en-US" dirty="0"/>
              <a:t>Supporting body text</a:t>
            </a:r>
          </a:p>
        </p:txBody>
      </p:sp>
    </p:spTree>
    <p:extLst>
      <p:ext uri="{BB962C8B-B14F-4D97-AF65-F5344CB8AC3E}">
        <p14:creationId xmlns:p14="http://schemas.microsoft.com/office/powerpoint/2010/main" val="376979941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_Content Slide - Half Blue 1">
    <p:spTree>
      <p:nvGrpSpPr>
        <p:cNvPr id="1" name=""/>
        <p:cNvGrpSpPr/>
        <p:nvPr/>
      </p:nvGrpSpPr>
      <p:grpSpPr>
        <a:xfrm>
          <a:off x="0" y="0"/>
          <a:ext cx="0" cy="0"/>
          <a:chOff x="0" y="0"/>
          <a:chExt cx="0" cy="0"/>
        </a:xfrm>
      </p:grpSpPr>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4" name="Rectangle 3">
            <a:extLst>
              <a:ext uri="{FF2B5EF4-FFF2-40B4-BE49-F238E27FC236}">
                <a16:creationId xmlns:a16="http://schemas.microsoft.com/office/drawing/2014/main" id="{613C7420-D1E3-2748-83F1-0C3F1C99A95C}"/>
              </a:ext>
            </a:extLst>
          </p:cNvPr>
          <p:cNvSpPr/>
          <p:nvPr userDrawn="1"/>
        </p:nvSpPr>
        <p:spPr>
          <a:xfrm>
            <a:off x="0" y="4152614"/>
            <a:ext cx="9144000" cy="99088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479425" y="4319771"/>
            <a:ext cx="3308350" cy="481299"/>
          </a:xfrm>
        </p:spPr>
        <p:txBody>
          <a:bodyPr lIns="0" tIns="0" rIns="0" bIns="0">
            <a:noAutofit/>
          </a:bodyPr>
          <a:lstStyle>
            <a:lvl1pPr marL="0" indent="0">
              <a:spcBef>
                <a:spcPts val="0"/>
              </a:spcBef>
              <a:buNone/>
              <a:defRPr sz="2800"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4104657" y="4319771"/>
            <a:ext cx="4642454" cy="481299"/>
          </a:xfrm>
        </p:spPr>
        <p:txBody>
          <a:bodyPr lIns="0" tIns="73152" rIns="0" bIns="0">
            <a:noAutofit/>
          </a:bodyPr>
          <a:lstStyle>
            <a:lvl1pPr marL="0" indent="0">
              <a:buNone/>
              <a:defRPr sz="2000" b="0">
                <a:solidFill>
                  <a:schemeClr val="bg1"/>
                </a:solidFill>
              </a:defRPr>
            </a:lvl1pPr>
          </a:lstStyle>
          <a:p>
            <a:pPr lvl="0"/>
            <a:r>
              <a:rPr lang="en-US" dirty="0"/>
              <a:t>Supporting body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solidFill>
                  <a:schemeClr val="bg1"/>
                </a:solidFill>
              </a:rPr>
              <a:t>NREL</a:t>
            </a:r>
            <a:r>
              <a:rPr lang="en-US" sz="800" baseline="0" dirty="0">
                <a:solidFill>
                  <a:schemeClr val="bg1"/>
                </a:solidFill>
              </a:rPr>
              <a:t>    </a:t>
            </a:r>
            <a:r>
              <a:rPr lang="en-US" sz="800" dirty="0">
                <a:solidFill>
                  <a:schemeClr val="bg1"/>
                </a:solidFill>
              </a:rPr>
              <a:t>|    </a:t>
            </a:r>
            <a:fld id="{BFD71CF8-5198-8441-A7C0-DC22FD64CBE4}" type="slidenum">
              <a:rPr lang="en-US" sz="800">
                <a:solidFill>
                  <a:schemeClr val="bg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bg1"/>
              </a:solidFill>
            </a:endParaRPr>
          </a:p>
        </p:txBody>
      </p:sp>
      <p:sp>
        <p:nvSpPr>
          <p:cNvPr id="11" name="Text Placeholder 7">
            <a:extLst>
              <a:ext uri="{FF2B5EF4-FFF2-40B4-BE49-F238E27FC236}">
                <a16:creationId xmlns:a16="http://schemas.microsoft.com/office/drawing/2014/main" id="{5870EDA1-21F4-9543-B426-B99B5785504E}"/>
              </a:ext>
            </a:extLst>
          </p:cNvPr>
          <p:cNvSpPr>
            <a:spLocks noGrp="1"/>
          </p:cNvSpPr>
          <p:nvPr>
            <p:ph type="body" sz="quarter" idx="53" hasCustomPrompt="1"/>
          </p:nvPr>
        </p:nvSpPr>
        <p:spPr>
          <a:xfrm>
            <a:off x="479425" y="583079"/>
            <a:ext cx="4642454" cy="1096963"/>
          </a:xfrm>
        </p:spPr>
        <p:txBody>
          <a:bodyPr lIns="0" tIns="73152" rIns="0" bIns="0">
            <a:noAutofit/>
          </a:bodyPr>
          <a:lstStyle>
            <a:lvl1pPr marL="0" indent="0">
              <a:buNone/>
              <a:defRPr sz="2000" b="0">
                <a:solidFill>
                  <a:schemeClr val="tx1"/>
                </a:solidFill>
              </a:defRPr>
            </a:lvl1pPr>
          </a:lstStyle>
          <a:p>
            <a:pPr lvl="0"/>
            <a:r>
              <a:rPr lang="en-US" dirty="0"/>
              <a:t>Supporting body text</a:t>
            </a:r>
          </a:p>
        </p:txBody>
      </p:sp>
    </p:spTree>
    <p:extLst>
      <p:ext uri="{BB962C8B-B14F-4D97-AF65-F5344CB8AC3E}">
        <p14:creationId xmlns:p14="http://schemas.microsoft.com/office/powerpoint/2010/main" val="341405768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Content Slide -  Vertical Blue/phot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hasCustomPrompt="1"/>
          </p:nvPr>
        </p:nvSpPr>
        <p:spPr>
          <a:xfrm>
            <a:off x="3226702" y="0"/>
            <a:ext cx="5917298" cy="5143500"/>
          </a:xfrm>
          <a:solidFill>
            <a:schemeClr val="bg1">
              <a:lumMod val="95000"/>
            </a:schemeClr>
          </a:solidFill>
        </p:spPr>
        <p:txBody>
          <a:bodyPr/>
          <a:lstStyle>
            <a:lvl1pPr marL="0" indent="0" algn="ctr">
              <a:buNone/>
              <a:defRPr/>
            </a:lvl1pPr>
          </a:lstStyle>
          <a:p>
            <a:r>
              <a:rPr lang="en-US" dirty="0"/>
              <a:t>Insert Photo or Graphic</a:t>
            </a:r>
          </a:p>
        </p:txBody>
      </p:sp>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10" name="Rectangle 9">
            <a:extLst>
              <a:ext uri="{FF2B5EF4-FFF2-40B4-BE49-F238E27FC236}">
                <a16:creationId xmlns:a16="http://schemas.microsoft.com/office/drawing/2014/main" id="{8A832604-F597-CE4C-9045-0EDB4883F306}"/>
              </a:ext>
            </a:extLst>
          </p:cNvPr>
          <p:cNvSpPr/>
          <p:nvPr userDrawn="1"/>
        </p:nvSpPr>
        <p:spPr>
          <a:xfrm>
            <a:off x="0" y="0"/>
            <a:ext cx="3226702"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372234" y="505618"/>
            <a:ext cx="2532807" cy="1096963"/>
          </a:xfrm>
        </p:spPr>
        <p:txBody>
          <a:bodyPr lIns="0" tIns="0" rIns="0" bIns="0">
            <a:noAutofit/>
          </a:bodyPr>
          <a:lstStyle>
            <a:lvl1pPr marL="0" indent="0">
              <a:spcBef>
                <a:spcPts val="0"/>
              </a:spcBef>
              <a:buNone/>
              <a:defRPr sz="2400"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372234" y="3565927"/>
            <a:ext cx="2532807" cy="1096963"/>
          </a:xfrm>
        </p:spPr>
        <p:txBody>
          <a:bodyPr lIns="0" tIns="0" rIns="0" bIns="0" anchor="b">
            <a:noAutofit/>
          </a:bodyPr>
          <a:lstStyle>
            <a:lvl1pPr marL="0" indent="0">
              <a:buNone/>
              <a:defRPr sz="1800" b="0">
                <a:solidFill>
                  <a:schemeClr val="bg1"/>
                </a:solidFill>
              </a:defRPr>
            </a:lvl1pPr>
          </a:lstStyle>
          <a:p>
            <a:pPr lvl="0"/>
            <a:r>
              <a:rPr lang="en-US" dirty="0"/>
              <a:t>Supporting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solidFill>
                  <a:schemeClr val="tx1"/>
                </a:solidFill>
              </a:rPr>
              <a:t>NREL</a:t>
            </a:r>
            <a:r>
              <a:rPr lang="en-US" sz="800" baseline="0" dirty="0">
                <a:solidFill>
                  <a:schemeClr val="tx1"/>
                </a:solidFill>
              </a:rPr>
              <a:t>    </a:t>
            </a:r>
            <a:r>
              <a:rPr lang="en-US" sz="800" dirty="0">
                <a:solidFill>
                  <a:schemeClr val="tx1"/>
                </a:solidFill>
              </a:rPr>
              <a:t>|    </a:t>
            </a:r>
            <a:fld id="{BFD71CF8-5198-8441-A7C0-DC22FD64CBE4}" type="slidenum">
              <a:rPr lang="en-US" sz="800">
                <a:solidFill>
                  <a:schemeClr val="tx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tx1"/>
              </a:solidFill>
            </a:endParaRPr>
          </a:p>
        </p:txBody>
      </p:sp>
    </p:spTree>
    <p:extLst>
      <p:ext uri="{BB962C8B-B14F-4D97-AF65-F5344CB8AC3E}">
        <p14:creationId xmlns:p14="http://schemas.microsoft.com/office/powerpoint/2010/main" val="377114999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4_Content Slide -  Vertical Blue/phot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hasCustomPrompt="1"/>
          </p:nvPr>
        </p:nvSpPr>
        <p:spPr>
          <a:xfrm>
            <a:off x="1499347" y="0"/>
            <a:ext cx="7644653" cy="5143500"/>
          </a:xfrm>
          <a:solidFill>
            <a:schemeClr val="bg1">
              <a:lumMod val="95000"/>
            </a:schemeClr>
          </a:solidFill>
        </p:spPr>
        <p:txBody>
          <a:bodyPr/>
          <a:lstStyle>
            <a:lvl1pPr marL="0" indent="0" algn="ctr">
              <a:buNone/>
              <a:defRPr/>
            </a:lvl1pPr>
          </a:lstStyle>
          <a:p>
            <a:r>
              <a:rPr lang="en-US" dirty="0"/>
              <a:t>Insert Photo or Graphic</a:t>
            </a:r>
          </a:p>
        </p:txBody>
      </p:sp>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10" name="Rectangle 9">
            <a:extLst>
              <a:ext uri="{FF2B5EF4-FFF2-40B4-BE49-F238E27FC236}">
                <a16:creationId xmlns:a16="http://schemas.microsoft.com/office/drawing/2014/main" id="{8A832604-F597-CE4C-9045-0EDB4883F306}"/>
              </a:ext>
            </a:extLst>
          </p:cNvPr>
          <p:cNvSpPr/>
          <p:nvPr userDrawn="1"/>
        </p:nvSpPr>
        <p:spPr>
          <a:xfrm>
            <a:off x="-1" y="0"/>
            <a:ext cx="1499616"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286048" y="505618"/>
            <a:ext cx="985919" cy="1096963"/>
          </a:xfrm>
        </p:spPr>
        <p:txBody>
          <a:bodyPr lIns="0" tIns="0" rIns="0" bIns="0">
            <a:noAutofit/>
          </a:bodyPr>
          <a:lstStyle>
            <a:lvl1pPr marL="0" indent="0">
              <a:spcBef>
                <a:spcPts val="0"/>
              </a:spcBef>
              <a:buNone/>
              <a:defRPr sz="1800" b="0">
                <a:solidFill>
                  <a:schemeClr val="bg1"/>
                </a:solidFill>
              </a:defRPr>
            </a:lvl1pPr>
          </a:lstStyle>
          <a:p>
            <a:pPr lvl="0"/>
            <a:r>
              <a:rPr lang="en-US" dirty="0"/>
              <a:t>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solidFill>
                  <a:schemeClr val="tx1"/>
                </a:solidFill>
              </a:rPr>
              <a:t>NREL</a:t>
            </a:r>
            <a:r>
              <a:rPr lang="en-US" sz="800" baseline="0" dirty="0">
                <a:solidFill>
                  <a:schemeClr val="tx1"/>
                </a:solidFill>
              </a:rPr>
              <a:t>    </a:t>
            </a:r>
            <a:r>
              <a:rPr lang="en-US" sz="800" dirty="0">
                <a:solidFill>
                  <a:schemeClr val="tx1"/>
                </a:solidFill>
              </a:rPr>
              <a:t>|    </a:t>
            </a:r>
            <a:fld id="{BFD71CF8-5198-8441-A7C0-DC22FD64CBE4}" type="slidenum">
              <a:rPr lang="en-US" sz="800">
                <a:solidFill>
                  <a:schemeClr val="tx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tx1"/>
              </a:solidFill>
            </a:endParaRPr>
          </a:p>
        </p:txBody>
      </p:sp>
    </p:spTree>
    <p:extLst>
      <p:ext uri="{BB962C8B-B14F-4D97-AF65-F5344CB8AC3E}">
        <p14:creationId xmlns:p14="http://schemas.microsoft.com/office/powerpoint/2010/main" val="342523171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7_Content Slide -  Vertical Blue/phot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hasCustomPrompt="1"/>
          </p:nvPr>
        </p:nvSpPr>
        <p:spPr>
          <a:xfrm>
            <a:off x="749807" y="0"/>
            <a:ext cx="8394193" cy="5143500"/>
          </a:xfrm>
          <a:solidFill>
            <a:schemeClr val="bg1">
              <a:lumMod val="95000"/>
            </a:schemeClr>
          </a:solidFill>
        </p:spPr>
        <p:txBody>
          <a:bodyPr/>
          <a:lstStyle>
            <a:lvl1pPr marL="0" indent="0" algn="ctr">
              <a:buNone/>
              <a:defRPr/>
            </a:lvl1pPr>
          </a:lstStyle>
          <a:p>
            <a:r>
              <a:rPr lang="en-US" dirty="0"/>
              <a:t>Insert Photo or Graphic</a:t>
            </a:r>
          </a:p>
        </p:txBody>
      </p:sp>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10" name="Rectangle 9">
            <a:extLst>
              <a:ext uri="{FF2B5EF4-FFF2-40B4-BE49-F238E27FC236}">
                <a16:creationId xmlns:a16="http://schemas.microsoft.com/office/drawing/2014/main" id="{8A832604-F597-CE4C-9045-0EDB4883F306}"/>
              </a:ext>
            </a:extLst>
          </p:cNvPr>
          <p:cNvSpPr/>
          <p:nvPr userDrawn="1"/>
        </p:nvSpPr>
        <p:spPr>
          <a:xfrm>
            <a:off x="-1" y="0"/>
            <a:ext cx="749808"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solidFill>
                  <a:schemeClr val="tx1"/>
                </a:solidFill>
              </a:rPr>
              <a:t>NREL</a:t>
            </a:r>
            <a:r>
              <a:rPr lang="en-US" sz="800" baseline="0" dirty="0">
                <a:solidFill>
                  <a:schemeClr val="tx1"/>
                </a:solidFill>
              </a:rPr>
              <a:t>    </a:t>
            </a:r>
            <a:r>
              <a:rPr lang="en-US" sz="800" dirty="0">
                <a:solidFill>
                  <a:schemeClr val="tx1"/>
                </a:solidFill>
              </a:rPr>
              <a:t>|    </a:t>
            </a:r>
            <a:fld id="{BFD71CF8-5198-8441-A7C0-DC22FD64CBE4}" type="slidenum">
              <a:rPr lang="en-US" sz="800">
                <a:solidFill>
                  <a:schemeClr val="tx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tx1"/>
              </a:solidFill>
            </a:endParaRPr>
          </a:p>
        </p:txBody>
      </p:sp>
    </p:spTree>
    <p:extLst>
      <p:ext uri="{BB962C8B-B14F-4D97-AF65-F5344CB8AC3E}">
        <p14:creationId xmlns:p14="http://schemas.microsoft.com/office/powerpoint/2010/main" val="31503019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_Content Slide -  Vertical Blue/photo">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808AC53-C403-F042-A661-2863C5AB400C}"/>
              </a:ext>
            </a:extLst>
          </p:cNvPr>
          <p:cNvSpPr/>
          <p:nvPr userDrawn="1"/>
        </p:nvSpPr>
        <p:spPr>
          <a:xfrm>
            <a:off x="3226702" y="0"/>
            <a:ext cx="5917298" cy="51435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10" name="Rectangle 9">
            <a:extLst>
              <a:ext uri="{FF2B5EF4-FFF2-40B4-BE49-F238E27FC236}">
                <a16:creationId xmlns:a16="http://schemas.microsoft.com/office/drawing/2014/main" id="{8A832604-F597-CE4C-9045-0EDB4883F306}"/>
              </a:ext>
            </a:extLst>
          </p:cNvPr>
          <p:cNvSpPr/>
          <p:nvPr userDrawn="1"/>
        </p:nvSpPr>
        <p:spPr>
          <a:xfrm>
            <a:off x="0" y="0"/>
            <a:ext cx="3226702"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372234" y="505618"/>
            <a:ext cx="2532807" cy="1096963"/>
          </a:xfrm>
        </p:spPr>
        <p:txBody>
          <a:bodyPr lIns="0" tIns="0" rIns="0" bIns="0">
            <a:noAutofit/>
          </a:bodyPr>
          <a:lstStyle>
            <a:lvl1pPr marL="0" indent="0">
              <a:spcBef>
                <a:spcPts val="0"/>
              </a:spcBef>
              <a:buNone/>
              <a:defRPr sz="2400"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372234" y="3565927"/>
            <a:ext cx="2532807" cy="1096963"/>
          </a:xfrm>
        </p:spPr>
        <p:txBody>
          <a:bodyPr lIns="0" tIns="0" rIns="0" bIns="0" anchor="b">
            <a:noAutofit/>
          </a:bodyPr>
          <a:lstStyle>
            <a:lvl1pPr marL="0" indent="0">
              <a:buNone/>
              <a:defRPr sz="1800" b="0">
                <a:solidFill>
                  <a:schemeClr val="bg1"/>
                </a:solidFill>
              </a:defRPr>
            </a:lvl1pPr>
          </a:lstStyle>
          <a:p>
            <a:pPr lvl="0"/>
            <a:r>
              <a:rPr lang="en-US" dirty="0"/>
              <a:t>Supporting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solidFill>
                  <a:schemeClr val="tx1"/>
                </a:solidFill>
              </a:rPr>
              <a:t>NREL</a:t>
            </a:r>
            <a:r>
              <a:rPr lang="en-US" sz="800" baseline="0" dirty="0">
                <a:solidFill>
                  <a:schemeClr val="tx1"/>
                </a:solidFill>
              </a:rPr>
              <a:t>    </a:t>
            </a:r>
            <a:r>
              <a:rPr lang="en-US" sz="800" dirty="0">
                <a:solidFill>
                  <a:schemeClr val="tx1"/>
                </a:solidFill>
              </a:rPr>
              <a:t>|    </a:t>
            </a:r>
            <a:fld id="{BFD71CF8-5198-8441-A7C0-DC22FD64CBE4}" type="slidenum">
              <a:rPr lang="en-US" sz="800">
                <a:solidFill>
                  <a:schemeClr val="tx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tx1"/>
              </a:solidFill>
            </a:endParaRPr>
          </a:p>
        </p:txBody>
      </p:sp>
      <p:sp>
        <p:nvSpPr>
          <p:cNvPr id="11" name="Text Placeholder 7">
            <a:extLst>
              <a:ext uri="{FF2B5EF4-FFF2-40B4-BE49-F238E27FC236}">
                <a16:creationId xmlns:a16="http://schemas.microsoft.com/office/drawing/2014/main" id="{63524AE8-F7B5-0E44-8BCA-32443B166DB8}"/>
              </a:ext>
            </a:extLst>
          </p:cNvPr>
          <p:cNvSpPr>
            <a:spLocks noGrp="1"/>
          </p:cNvSpPr>
          <p:nvPr>
            <p:ph type="body" sz="quarter" idx="53" hasCustomPrompt="1"/>
          </p:nvPr>
        </p:nvSpPr>
        <p:spPr>
          <a:xfrm>
            <a:off x="3864124" y="505617"/>
            <a:ext cx="4642454" cy="1096963"/>
          </a:xfrm>
        </p:spPr>
        <p:txBody>
          <a:bodyPr lIns="0" tIns="73152" rIns="0" bIns="0">
            <a:noAutofit/>
          </a:bodyPr>
          <a:lstStyle>
            <a:lvl1pPr marL="0" indent="0">
              <a:buNone/>
              <a:defRPr sz="2000" b="0">
                <a:solidFill>
                  <a:schemeClr val="tx1"/>
                </a:solidFill>
              </a:defRPr>
            </a:lvl1pPr>
          </a:lstStyle>
          <a:p>
            <a:pPr lvl="0"/>
            <a:r>
              <a:rPr lang="en-US" dirty="0"/>
              <a:t>Supporting body text</a:t>
            </a:r>
          </a:p>
        </p:txBody>
      </p:sp>
    </p:spTree>
    <p:extLst>
      <p:ext uri="{BB962C8B-B14F-4D97-AF65-F5344CB8AC3E}">
        <p14:creationId xmlns:p14="http://schemas.microsoft.com/office/powerpoint/2010/main" val="285094780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5_Content Slide -  Vertical Blue/photo">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808AC53-C403-F042-A661-2863C5AB400C}"/>
              </a:ext>
            </a:extLst>
          </p:cNvPr>
          <p:cNvSpPr/>
          <p:nvPr userDrawn="1"/>
        </p:nvSpPr>
        <p:spPr>
          <a:xfrm>
            <a:off x="1499614" y="0"/>
            <a:ext cx="7644385" cy="51435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solidFill>
                  <a:schemeClr val="tx1"/>
                </a:solidFill>
              </a:rPr>
              <a:t>NREL</a:t>
            </a:r>
            <a:r>
              <a:rPr lang="en-US" sz="800" baseline="0" dirty="0">
                <a:solidFill>
                  <a:schemeClr val="tx1"/>
                </a:solidFill>
              </a:rPr>
              <a:t>    </a:t>
            </a:r>
            <a:r>
              <a:rPr lang="en-US" sz="800" dirty="0">
                <a:solidFill>
                  <a:schemeClr val="tx1"/>
                </a:solidFill>
              </a:rPr>
              <a:t>|    </a:t>
            </a:r>
            <a:fld id="{BFD71CF8-5198-8441-A7C0-DC22FD64CBE4}" type="slidenum">
              <a:rPr lang="en-US" sz="800">
                <a:solidFill>
                  <a:schemeClr val="tx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tx1"/>
              </a:solidFill>
            </a:endParaRPr>
          </a:p>
        </p:txBody>
      </p:sp>
      <p:sp>
        <p:nvSpPr>
          <p:cNvPr id="11" name="Text Placeholder 7">
            <a:extLst>
              <a:ext uri="{FF2B5EF4-FFF2-40B4-BE49-F238E27FC236}">
                <a16:creationId xmlns:a16="http://schemas.microsoft.com/office/drawing/2014/main" id="{63524AE8-F7B5-0E44-8BCA-32443B166DB8}"/>
              </a:ext>
            </a:extLst>
          </p:cNvPr>
          <p:cNvSpPr>
            <a:spLocks noGrp="1"/>
          </p:cNvSpPr>
          <p:nvPr>
            <p:ph type="body" sz="quarter" idx="53" hasCustomPrompt="1"/>
          </p:nvPr>
        </p:nvSpPr>
        <p:spPr>
          <a:xfrm>
            <a:off x="2137037" y="505617"/>
            <a:ext cx="4642454" cy="1096963"/>
          </a:xfrm>
        </p:spPr>
        <p:txBody>
          <a:bodyPr lIns="0" tIns="73152" rIns="0" bIns="0">
            <a:noAutofit/>
          </a:bodyPr>
          <a:lstStyle>
            <a:lvl1pPr marL="0" indent="0">
              <a:buNone/>
              <a:defRPr sz="2000" b="0">
                <a:solidFill>
                  <a:schemeClr val="tx1"/>
                </a:solidFill>
              </a:defRPr>
            </a:lvl1pPr>
          </a:lstStyle>
          <a:p>
            <a:pPr lvl="0"/>
            <a:r>
              <a:rPr lang="en-US" dirty="0"/>
              <a:t>Supporting body text</a:t>
            </a:r>
          </a:p>
        </p:txBody>
      </p:sp>
      <p:sp>
        <p:nvSpPr>
          <p:cNvPr id="12" name="Rectangle 11">
            <a:extLst>
              <a:ext uri="{FF2B5EF4-FFF2-40B4-BE49-F238E27FC236}">
                <a16:creationId xmlns:a16="http://schemas.microsoft.com/office/drawing/2014/main" id="{88E2A80C-EB6E-8C4C-AB43-79FC52672C2F}"/>
              </a:ext>
            </a:extLst>
          </p:cNvPr>
          <p:cNvSpPr/>
          <p:nvPr userDrawn="1"/>
        </p:nvSpPr>
        <p:spPr>
          <a:xfrm>
            <a:off x="-1" y="0"/>
            <a:ext cx="1499616"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Text Placeholder 7">
            <a:extLst>
              <a:ext uri="{FF2B5EF4-FFF2-40B4-BE49-F238E27FC236}">
                <a16:creationId xmlns:a16="http://schemas.microsoft.com/office/drawing/2014/main" id="{7B2998EE-741E-8640-80ED-7C22B48449F9}"/>
              </a:ext>
            </a:extLst>
          </p:cNvPr>
          <p:cNvSpPr>
            <a:spLocks noGrp="1"/>
          </p:cNvSpPr>
          <p:nvPr>
            <p:ph type="body" sz="quarter" idx="51" hasCustomPrompt="1"/>
          </p:nvPr>
        </p:nvSpPr>
        <p:spPr>
          <a:xfrm>
            <a:off x="286048" y="505618"/>
            <a:ext cx="985919" cy="1096963"/>
          </a:xfrm>
        </p:spPr>
        <p:txBody>
          <a:bodyPr lIns="0" tIns="0" rIns="0" bIns="0">
            <a:noAutofit/>
          </a:bodyPr>
          <a:lstStyle>
            <a:lvl1pPr marL="0" indent="0">
              <a:spcBef>
                <a:spcPts val="0"/>
              </a:spcBef>
              <a:buNone/>
              <a:defRPr sz="1800" b="0">
                <a:solidFill>
                  <a:schemeClr val="bg1"/>
                </a:solidFill>
              </a:defRPr>
            </a:lvl1pPr>
          </a:lstStyle>
          <a:p>
            <a:pPr lvl="0"/>
            <a:r>
              <a:rPr lang="en-US" dirty="0"/>
              <a:t>text</a:t>
            </a:r>
          </a:p>
        </p:txBody>
      </p:sp>
    </p:spTree>
    <p:extLst>
      <p:ext uri="{BB962C8B-B14F-4D97-AF65-F5344CB8AC3E}">
        <p14:creationId xmlns:p14="http://schemas.microsoft.com/office/powerpoint/2010/main" val="69394044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8_Content Slide -  Vertical Blue/photo">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808AC53-C403-F042-A661-2863C5AB400C}"/>
              </a:ext>
            </a:extLst>
          </p:cNvPr>
          <p:cNvSpPr/>
          <p:nvPr userDrawn="1"/>
        </p:nvSpPr>
        <p:spPr>
          <a:xfrm>
            <a:off x="749807" y="0"/>
            <a:ext cx="8394193" cy="51435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solidFill>
                  <a:schemeClr val="tx1"/>
                </a:solidFill>
              </a:rPr>
              <a:t>NREL</a:t>
            </a:r>
            <a:r>
              <a:rPr lang="en-US" sz="800" baseline="0" dirty="0">
                <a:solidFill>
                  <a:schemeClr val="tx1"/>
                </a:solidFill>
              </a:rPr>
              <a:t>    </a:t>
            </a:r>
            <a:r>
              <a:rPr lang="en-US" sz="800" dirty="0">
                <a:solidFill>
                  <a:schemeClr val="tx1"/>
                </a:solidFill>
              </a:rPr>
              <a:t>|    </a:t>
            </a:r>
            <a:fld id="{BFD71CF8-5198-8441-A7C0-DC22FD64CBE4}" type="slidenum">
              <a:rPr lang="en-US" sz="800">
                <a:solidFill>
                  <a:schemeClr val="tx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tx1"/>
              </a:solidFill>
            </a:endParaRPr>
          </a:p>
        </p:txBody>
      </p:sp>
      <p:sp>
        <p:nvSpPr>
          <p:cNvPr id="11" name="Text Placeholder 7">
            <a:extLst>
              <a:ext uri="{FF2B5EF4-FFF2-40B4-BE49-F238E27FC236}">
                <a16:creationId xmlns:a16="http://schemas.microsoft.com/office/drawing/2014/main" id="{63524AE8-F7B5-0E44-8BCA-32443B166DB8}"/>
              </a:ext>
            </a:extLst>
          </p:cNvPr>
          <p:cNvSpPr>
            <a:spLocks noGrp="1"/>
          </p:cNvSpPr>
          <p:nvPr>
            <p:ph type="body" sz="quarter" idx="53" hasCustomPrompt="1"/>
          </p:nvPr>
        </p:nvSpPr>
        <p:spPr>
          <a:xfrm>
            <a:off x="1387230" y="505617"/>
            <a:ext cx="4642454" cy="1096963"/>
          </a:xfrm>
        </p:spPr>
        <p:txBody>
          <a:bodyPr lIns="0" tIns="73152" rIns="0" bIns="0">
            <a:noAutofit/>
          </a:bodyPr>
          <a:lstStyle>
            <a:lvl1pPr marL="0" indent="0">
              <a:buNone/>
              <a:defRPr sz="2000" b="0">
                <a:solidFill>
                  <a:schemeClr val="tx1"/>
                </a:solidFill>
              </a:defRPr>
            </a:lvl1pPr>
          </a:lstStyle>
          <a:p>
            <a:pPr lvl="0"/>
            <a:r>
              <a:rPr lang="en-US" dirty="0"/>
              <a:t>Supporting body text</a:t>
            </a:r>
          </a:p>
        </p:txBody>
      </p:sp>
      <p:sp>
        <p:nvSpPr>
          <p:cNvPr id="8" name="Rectangle 7">
            <a:extLst>
              <a:ext uri="{FF2B5EF4-FFF2-40B4-BE49-F238E27FC236}">
                <a16:creationId xmlns:a16="http://schemas.microsoft.com/office/drawing/2014/main" id="{C6FB4065-B034-894F-B2AD-10DA51A4FF51}"/>
              </a:ext>
            </a:extLst>
          </p:cNvPr>
          <p:cNvSpPr/>
          <p:nvPr userDrawn="1"/>
        </p:nvSpPr>
        <p:spPr>
          <a:xfrm>
            <a:off x="-1" y="0"/>
            <a:ext cx="749808"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2141529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Content Slide -  Vertical Blue/photo">
    <p:spTree>
      <p:nvGrpSpPr>
        <p:cNvPr id="1" name=""/>
        <p:cNvGrpSpPr/>
        <p:nvPr/>
      </p:nvGrpSpPr>
      <p:grpSpPr>
        <a:xfrm>
          <a:off x="0" y="0"/>
          <a:ext cx="0" cy="0"/>
          <a:chOff x="0" y="0"/>
          <a:chExt cx="0" cy="0"/>
        </a:xfrm>
      </p:grpSpPr>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10" name="Rectangle 9">
            <a:extLst>
              <a:ext uri="{FF2B5EF4-FFF2-40B4-BE49-F238E27FC236}">
                <a16:creationId xmlns:a16="http://schemas.microsoft.com/office/drawing/2014/main" id="{8A832604-F597-CE4C-9045-0EDB4883F306}"/>
              </a:ext>
            </a:extLst>
          </p:cNvPr>
          <p:cNvSpPr/>
          <p:nvPr userDrawn="1"/>
        </p:nvSpPr>
        <p:spPr>
          <a:xfrm>
            <a:off x="0" y="0"/>
            <a:ext cx="3226702"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372234" y="505618"/>
            <a:ext cx="2532807" cy="1096963"/>
          </a:xfrm>
        </p:spPr>
        <p:txBody>
          <a:bodyPr lIns="0" tIns="0" rIns="0" bIns="0">
            <a:noAutofit/>
          </a:bodyPr>
          <a:lstStyle>
            <a:lvl1pPr marL="0" indent="0">
              <a:spcBef>
                <a:spcPts val="0"/>
              </a:spcBef>
              <a:buNone/>
              <a:defRPr sz="2400"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372234" y="3565927"/>
            <a:ext cx="2532807" cy="1096963"/>
          </a:xfrm>
        </p:spPr>
        <p:txBody>
          <a:bodyPr lIns="0" tIns="0" rIns="0" bIns="0" anchor="b">
            <a:noAutofit/>
          </a:bodyPr>
          <a:lstStyle>
            <a:lvl1pPr marL="0" indent="0">
              <a:buNone/>
              <a:defRPr sz="1800" b="0">
                <a:solidFill>
                  <a:schemeClr val="bg1"/>
                </a:solidFill>
              </a:defRPr>
            </a:lvl1pPr>
          </a:lstStyle>
          <a:p>
            <a:pPr lvl="0"/>
            <a:r>
              <a:rPr lang="en-US" dirty="0"/>
              <a:t>Supporting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solidFill>
                  <a:schemeClr val="tx1"/>
                </a:solidFill>
              </a:rPr>
              <a:t>NREL</a:t>
            </a:r>
            <a:r>
              <a:rPr lang="en-US" sz="800" baseline="0" dirty="0">
                <a:solidFill>
                  <a:schemeClr val="tx1"/>
                </a:solidFill>
              </a:rPr>
              <a:t>    </a:t>
            </a:r>
            <a:r>
              <a:rPr lang="en-US" sz="800" dirty="0">
                <a:solidFill>
                  <a:schemeClr val="tx1"/>
                </a:solidFill>
              </a:rPr>
              <a:t>|    </a:t>
            </a:r>
            <a:fld id="{BFD71CF8-5198-8441-A7C0-DC22FD64CBE4}" type="slidenum">
              <a:rPr lang="en-US" sz="800">
                <a:solidFill>
                  <a:schemeClr val="tx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tx1"/>
              </a:solidFill>
            </a:endParaRPr>
          </a:p>
        </p:txBody>
      </p:sp>
      <p:sp>
        <p:nvSpPr>
          <p:cNvPr id="11" name="Text Placeholder 7">
            <a:extLst>
              <a:ext uri="{FF2B5EF4-FFF2-40B4-BE49-F238E27FC236}">
                <a16:creationId xmlns:a16="http://schemas.microsoft.com/office/drawing/2014/main" id="{9D95246B-679C-0C47-B3E3-F6535A89622F}"/>
              </a:ext>
            </a:extLst>
          </p:cNvPr>
          <p:cNvSpPr>
            <a:spLocks noGrp="1"/>
          </p:cNvSpPr>
          <p:nvPr>
            <p:ph type="body" sz="quarter" idx="53" hasCustomPrompt="1"/>
          </p:nvPr>
        </p:nvSpPr>
        <p:spPr>
          <a:xfrm>
            <a:off x="3864124" y="505617"/>
            <a:ext cx="4642454" cy="1096963"/>
          </a:xfrm>
        </p:spPr>
        <p:txBody>
          <a:bodyPr lIns="0" tIns="73152" rIns="0" bIns="0">
            <a:noAutofit/>
          </a:bodyPr>
          <a:lstStyle>
            <a:lvl1pPr marL="0" indent="0">
              <a:buNone/>
              <a:defRPr sz="2000" b="0">
                <a:solidFill>
                  <a:schemeClr val="tx1"/>
                </a:solidFill>
              </a:defRPr>
            </a:lvl1pPr>
          </a:lstStyle>
          <a:p>
            <a:pPr lvl="0"/>
            <a:r>
              <a:rPr lang="en-US" dirty="0"/>
              <a:t>Supporting body text</a:t>
            </a:r>
          </a:p>
        </p:txBody>
      </p:sp>
    </p:spTree>
    <p:extLst>
      <p:ext uri="{BB962C8B-B14F-4D97-AF65-F5344CB8AC3E}">
        <p14:creationId xmlns:p14="http://schemas.microsoft.com/office/powerpoint/2010/main" val="223609005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6_Content Slide -  Vertical Blue/photo">
    <p:spTree>
      <p:nvGrpSpPr>
        <p:cNvPr id="1" name=""/>
        <p:cNvGrpSpPr/>
        <p:nvPr/>
      </p:nvGrpSpPr>
      <p:grpSpPr>
        <a:xfrm>
          <a:off x="0" y="0"/>
          <a:ext cx="0" cy="0"/>
          <a:chOff x="0" y="0"/>
          <a:chExt cx="0" cy="0"/>
        </a:xfrm>
      </p:grpSpPr>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solidFill>
                  <a:schemeClr val="tx1"/>
                </a:solidFill>
              </a:rPr>
              <a:t>NREL</a:t>
            </a:r>
            <a:r>
              <a:rPr lang="en-US" sz="800" baseline="0" dirty="0">
                <a:solidFill>
                  <a:schemeClr val="tx1"/>
                </a:solidFill>
              </a:rPr>
              <a:t>    </a:t>
            </a:r>
            <a:r>
              <a:rPr lang="en-US" sz="800" dirty="0">
                <a:solidFill>
                  <a:schemeClr val="tx1"/>
                </a:solidFill>
              </a:rPr>
              <a:t>|    </a:t>
            </a:r>
            <a:fld id="{BFD71CF8-5198-8441-A7C0-DC22FD64CBE4}" type="slidenum">
              <a:rPr lang="en-US" sz="800">
                <a:solidFill>
                  <a:schemeClr val="tx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tx1"/>
              </a:solidFill>
            </a:endParaRPr>
          </a:p>
        </p:txBody>
      </p:sp>
      <p:sp>
        <p:nvSpPr>
          <p:cNvPr id="11" name="Text Placeholder 7">
            <a:extLst>
              <a:ext uri="{FF2B5EF4-FFF2-40B4-BE49-F238E27FC236}">
                <a16:creationId xmlns:a16="http://schemas.microsoft.com/office/drawing/2014/main" id="{63524AE8-F7B5-0E44-8BCA-32443B166DB8}"/>
              </a:ext>
            </a:extLst>
          </p:cNvPr>
          <p:cNvSpPr>
            <a:spLocks noGrp="1"/>
          </p:cNvSpPr>
          <p:nvPr>
            <p:ph type="body" sz="quarter" idx="53" hasCustomPrompt="1"/>
          </p:nvPr>
        </p:nvSpPr>
        <p:spPr>
          <a:xfrm>
            <a:off x="2137037" y="505617"/>
            <a:ext cx="4642454" cy="1096963"/>
          </a:xfrm>
        </p:spPr>
        <p:txBody>
          <a:bodyPr lIns="0" tIns="73152" rIns="0" bIns="0">
            <a:noAutofit/>
          </a:bodyPr>
          <a:lstStyle>
            <a:lvl1pPr marL="0" indent="0">
              <a:buNone/>
              <a:defRPr sz="2000" b="0">
                <a:solidFill>
                  <a:schemeClr val="tx1"/>
                </a:solidFill>
              </a:defRPr>
            </a:lvl1pPr>
          </a:lstStyle>
          <a:p>
            <a:pPr lvl="0"/>
            <a:r>
              <a:rPr lang="en-US" dirty="0"/>
              <a:t>Supporting body text</a:t>
            </a:r>
          </a:p>
        </p:txBody>
      </p:sp>
      <p:sp>
        <p:nvSpPr>
          <p:cNvPr id="12" name="Rectangle 11">
            <a:extLst>
              <a:ext uri="{FF2B5EF4-FFF2-40B4-BE49-F238E27FC236}">
                <a16:creationId xmlns:a16="http://schemas.microsoft.com/office/drawing/2014/main" id="{88E2A80C-EB6E-8C4C-AB43-79FC52672C2F}"/>
              </a:ext>
            </a:extLst>
          </p:cNvPr>
          <p:cNvSpPr/>
          <p:nvPr userDrawn="1"/>
        </p:nvSpPr>
        <p:spPr>
          <a:xfrm>
            <a:off x="-1" y="0"/>
            <a:ext cx="1499616"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Text Placeholder 7">
            <a:extLst>
              <a:ext uri="{FF2B5EF4-FFF2-40B4-BE49-F238E27FC236}">
                <a16:creationId xmlns:a16="http://schemas.microsoft.com/office/drawing/2014/main" id="{7B2998EE-741E-8640-80ED-7C22B48449F9}"/>
              </a:ext>
            </a:extLst>
          </p:cNvPr>
          <p:cNvSpPr>
            <a:spLocks noGrp="1"/>
          </p:cNvSpPr>
          <p:nvPr>
            <p:ph type="body" sz="quarter" idx="51" hasCustomPrompt="1"/>
          </p:nvPr>
        </p:nvSpPr>
        <p:spPr>
          <a:xfrm>
            <a:off x="286048" y="505618"/>
            <a:ext cx="985919" cy="1096963"/>
          </a:xfrm>
        </p:spPr>
        <p:txBody>
          <a:bodyPr lIns="0" tIns="0" rIns="0" bIns="0">
            <a:noAutofit/>
          </a:bodyPr>
          <a:lstStyle>
            <a:lvl1pPr marL="0" indent="0">
              <a:spcBef>
                <a:spcPts val="0"/>
              </a:spcBef>
              <a:buNone/>
              <a:defRPr sz="1800" b="0">
                <a:solidFill>
                  <a:schemeClr val="bg1"/>
                </a:solidFill>
              </a:defRPr>
            </a:lvl1pPr>
          </a:lstStyle>
          <a:p>
            <a:pPr lvl="0"/>
            <a:r>
              <a:rPr lang="en-US" dirty="0"/>
              <a:t>text</a:t>
            </a:r>
          </a:p>
        </p:txBody>
      </p:sp>
    </p:spTree>
    <p:extLst>
      <p:ext uri="{BB962C8B-B14F-4D97-AF65-F5344CB8AC3E}">
        <p14:creationId xmlns:p14="http://schemas.microsoft.com/office/powerpoint/2010/main" val="355488498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9_Content Slide -  Vertical Blue/photo">
    <p:spTree>
      <p:nvGrpSpPr>
        <p:cNvPr id="1" name=""/>
        <p:cNvGrpSpPr/>
        <p:nvPr/>
      </p:nvGrpSpPr>
      <p:grpSpPr>
        <a:xfrm>
          <a:off x="0" y="0"/>
          <a:ext cx="0" cy="0"/>
          <a:chOff x="0" y="0"/>
          <a:chExt cx="0" cy="0"/>
        </a:xfrm>
      </p:grpSpPr>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solidFill>
                  <a:schemeClr val="tx1"/>
                </a:solidFill>
              </a:rPr>
              <a:t>NREL</a:t>
            </a:r>
            <a:r>
              <a:rPr lang="en-US" sz="800" baseline="0" dirty="0">
                <a:solidFill>
                  <a:schemeClr val="tx1"/>
                </a:solidFill>
              </a:rPr>
              <a:t>    </a:t>
            </a:r>
            <a:r>
              <a:rPr lang="en-US" sz="800" dirty="0">
                <a:solidFill>
                  <a:schemeClr val="tx1"/>
                </a:solidFill>
              </a:rPr>
              <a:t>|    </a:t>
            </a:r>
            <a:fld id="{BFD71CF8-5198-8441-A7C0-DC22FD64CBE4}" type="slidenum">
              <a:rPr lang="en-US" sz="800">
                <a:solidFill>
                  <a:schemeClr val="tx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tx1"/>
              </a:solidFill>
            </a:endParaRPr>
          </a:p>
        </p:txBody>
      </p:sp>
      <p:sp>
        <p:nvSpPr>
          <p:cNvPr id="11" name="Text Placeholder 7">
            <a:extLst>
              <a:ext uri="{FF2B5EF4-FFF2-40B4-BE49-F238E27FC236}">
                <a16:creationId xmlns:a16="http://schemas.microsoft.com/office/drawing/2014/main" id="{63524AE8-F7B5-0E44-8BCA-32443B166DB8}"/>
              </a:ext>
            </a:extLst>
          </p:cNvPr>
          <p:cNvSpPr>
            <a:spLocks noGrp="1"/>
          </p:cNvSpPr>
          <p:nvPr>
            <p:ph type="body" sz="quarter" idx="53" hasCustomPrompt="1"/>
          </p:nvPr>
        </p:nvSpPr>
        <p:spPr>
          <a:xfrm>
            <a:off x="1371600" y="505617"/>
            <a:ext cx="4642454" cy="1096963"/>
          </a:xfrm>
        </p:spPr>
        <p:txBody>
          <a:bodyPr lIns="0" tIns="73152" rIns="0" bIns="0">
            <a:noAutofit/>
          </a:bodyPr>
          <a:lstStyle>
            <a:lvl1pPr marL="0" indent="0">
              <a:buNone/>
              <a:defRPr sz="2000" b="0">
                <a:solidFill>
                  <a:schemeClr val="tx1"/>
                </a:solidFill>
              </a:defRPr>
            </a:lvl1pPr>
          </a:lstStyle>
          <a:p>
            <a:pPr lvl="0"/>
            <a:r>
              <a:rPr lang="en-US" dirty="0"/>
              <a:t>Supporting body text</a:t>
            </a:r>
          </a:p>
        </p:txBody>
      </p:sp>
      <p:sp>
        <p:nvSpPr>
          <p:cNvPr id="7" name="Rectangle 6">
            <a:extLst>
              <a:ext uri="{FF2B5EF4-FFF2-40B4-BE49-F238E27FC236}">
                <a16:creationId xmlns:a16="http://schemas.microsoft.com/office/drawing/2014/main" id="{CAF46C4D-EA55-834D-A1ED-486FAB3B53C7}"/>
              </a:ext>
            </a:extLst>
          </p:cNvPr>
          <p:cNvSpPr/>
          <p:nvPr userDrawn="1"/>
        </p:nvSpPr>
        <p:spPr>
          <a:xfrm>
            <a:off x="-1" y="0"/>
            <a:ext cx="749808"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6444889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Content Slide - Vertical Blue/photo/tex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hasCustomPrompt="1"/>
          </p:nvPr>
        </p:nvSpPr>
        <p:spPr>
          <a:xfrm>
            <a:off x="3226702" y="0"/>
            <a:ext cx="5917298" cy="2571750"/>
          </a:xfrm>
          <a:solidFill>
            <a:schemeClr val="bg1"/>
          </a:solidFill>
        </p:spPr>
        <p:txBody>
          <a:bodyPr/>
          <a:lstStyle>
            <a:lvl1pPr marL="0" indent="0" algn="ctr">
              <a:buNone/>
              <a:defRPr/>
            </a:lvl1pPr>
          </a:lstStyle>
          <a:p>
            <a:r>
              <a:rPr lang="en-US" dirty="0"/>
              <a:t>Insert Photo or Graphic</a:t>
            </a:r>
          </a:p>
        </p:txBody>
      </p:sp>
      <p:sp>
        <p:nvSpPr>
          <p:cNvPr id="4" name="Text Placeholder 3">
            <a:extLst>
              <a:ext uri="{FF2B5EF4-FFF2-40B4-BE49-F238E27FC236}">
                <a16:creationId xmlns:a16="http://schemas.microsoft.com/office/drawing/2014/main" id="{EAE79B0C-B592-1249-A48F-44050F3F4380}"/>
              </a:ext>
            </a:extLst>
          </p:cNvPr>
          <p:cNvSpPr>
            <a:spLocks noGrp="1"/>
          </p:cNvSpPr>
          <p:nvPr>
            <p:ph type="body" sz="quarter" idx="54" hasCustomPrompt="1"/>
          </p:nvPr>
        </p:nvSpPr>
        <p:spPr>
          <a:xfrm>
            <a:off x="3226702" y="2571750"/>
            <a:ext cx="5917298" cy="2571750"/>
          </a:xfrm>
          <a:solidFill>
            <a:schemeClr val="bg1">
              <a:lumMod val="95000"/>
            </a:schemeClr>
          </a:solidFill>
          <a:effectLst/>
        </p:spPr>
        <p:txBody>
          <a:bodyPr lIns="365760" tIns="365760" rIns="365760" bIns="640080">
            <a:noAutofit/>
          </a:bodyPr>
          <a:lstStyle>
            <a:lvl1pPr marL="0" indent="0">
              <a:buNone/>
              <a:defRPr sz="1600"/>
            </a:lvl1pPr>
            <a:lvl2pPr>
              <a:defRPr sz="1600"/>
            </a:lvl2pPr>
            <a:lvl3pPr>
              <a:defRPr sz="1600"/>
            </a:lvl3pPr>
            <a:lvl4pPr>
              <a:defRPr sz="1600"/>
            </a:lvl4pPr>
            <a:lvl5pPr>
              <a:defRPr sz="1600"/>
            </a:lvl5pPr>
          </a:lstStyle>
          <a:p>
            <a:pPr lvl="0"/>
            <a:r>
              <a:rPr lang="en-US" dirty="0"/>
              <a:t>Body text</a:t>
            </a:r>
          </a:p>
        </p:txBody>
      </p:sp>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10" name="Rectangle 9">
            <a:extLst>
              <a:ext uri="{FF2B5EF4-FFF2-40B4-BE49-F238E27FC236}">
                <a16:creationId xmlns:a16="http://schemas.microsoft.com/office/drawing/2014/main" id="{8A832604-F597-CE4C-9045-0EDB4883F306}"/>
              </a:ext>
            </a:extLst>
          </p:cNvPr>
          <p:cNvSpPr/>
          <p:nvPr userDrawn="1"/>
        </p:nvSpPr>
        <p:spPr>
          <a:xfrm>
            <a:off x="0" y="0"/>
            <a:ext cx="3226702"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372234" y="505618"/>
            <a:ext cx="2532807" cy="1096963"/>
          </a:xfrm>
        </p:spPr>
        <p:txBody>
          <a:bodyPr lIns="0" tIns="0" rIns="0" bIns="0">
            <a:noAutofit/>
          </a:bodyPr>
          <a:lstStyle>
            <a:lvl1pPr marL="0" indent="0">
              <a:spcBef>
                <a:spcPts val="0"/>
              </a:spcBef>
              <a:buNone/>
              <a:defRPr sz="2400"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372234" y="3565927"/>
            <a:ext cx="2532807" cy="1096963"/>
          </a:xfrm>
        </p:spPr>
        <p:txBody>
          <a:bodyPr lIns="0" tIns="0" rIns="0" bIns="0" anchor="b">
            <a:noAutofit/>
          </a:bodyPr>
          <a:lstStyle>
            <a:lvl1pPr marL="0" indent="0">
              <a:buNone/>
              <a:defRPr sz="1800" b="0">
                <a:solidFill>
                  <a:schemeClr val="bg1"/>
                </a:solidFill>
              </a:defRPr>
            </a:lvl1pPr>
          </a:lstStyle>
          <a:p>
            <a:pPr lvl="0"/>
            <a:r>
              <a:rPr lang="en-US" dirty="0"/>
              <a:t>Supporting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solidFill>
                  <a:schemeClr val="tx1"/>
                </a:solidFill>
              </a:rPr>
              <a:t>NREL</a:t>
            </a:r>
            <a:r>
              <a:rPr lang="en-US" sz="800" baseline="0" dirty="0">
                <a:solidFill>
                  <a:schemeClr val="tx1"/>
                </a:solidFill>
              </a:rPr>
              <a:t>    </a:t>
            </a:r>
            <a:r>
              <a:rPr lang="en-US" sz="800" dirty="0">
                <a:solidFill>
                  <a:schemeClr val="tx1"/>
                </a:solidFill>
              </a:rPr>
              <a:t>|    </a:t>
            </a:r>
            <a:fld id="{BFD71CF8-5198-8441-A7C0-DC22FD64CBE4}" type="slidenum">
              <a:rPr lang="en-US" sz="800">
                <a:solidFill>
                  <a:schemeClr val="tx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tx1"/>
              </a:solidFill>
            </a:endParaRPr>
          </a:p>
        </p:txBody>
      </p:sp>
    </p:spTree>
    <p:extLst>
      <p:ext uri="{BB962C8B-B14F-4D97-AF65-F5344CB8AC3E}">
        <p14:creationId xmlns:p14="http://schemas.microsoft.com/office/powerpoint/2010/main" val="385911459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Content Slide - Vertical Blue/photo/tex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hasCustomPrompt="1"/>
          </p:nvPr>
        </p:nvSpPr>
        <p:spPr>
          <a:xfrm>
            <a:off x="1499615" y="0"/>
            <a:ext cx="7644385" cy="2571750"/>
          </a:xfrm>
          <a:solidFill>
            <a:schemeClr val="bg1"/>
          </a:solidFill>
        </p:spPr>
        <p:txBody>
          <a:bodyPr/>
          <a:lstStyle>
            <a:lvl1pPr marL="0" indent="0" algn="ctr">
              <a:buNone/>
              <a:defRPr/>
            </a:lvl1pPr>
          </a:lstStyle>
          <a:p>
            <a:r>
              <a:rPr lang="en-US" dirty="0"/>
              <a:t>Insert Photo or Graphic</a:t>
            </a:r>
          </a:p>
        </p:txBody>
      </p:sp>
      <p:sp>
        <p:nvSpPr>
          <p:cNvPr id="4" name="Text Placeholder 3">
            <a:extLst>
              <a:ext uri="{FF2B5EF4-FFF2-40B4-BE49-F238E27FC236}">
                <a16:creationId xmlns:a16="http://schemas.microsoft.com/office/drawing/2014/main" id="{EAE79B0C-B592-1249-A48F-44050F3F4380}"/>
              </a:ext>
            </a:extLst>
          </p:cNvPr>
          <p:cNvSpPr>
            <a:spLocks noGrp="1"/>
          </p:cNvSpPr>
          <p:nvPr>
            <p:ph type="body" sz="quarter" idx="54" hasCustomPrompt="1"/>
          </p:nvPr>
        </p:nvSpPr>
        <p:spPr>
          <a:xfrm>
            <a:off x="1499615" y="2571750"/>
            <a:ext cx="7644385" cy="2571750"/>
          </a:xfrm>
          <a:solidFill>
            <a:schemeClr val="bg1">
              <a:lumMod val="95000"/>
            </a:schemeClr>
          </a:solidFill>
          <a:effectLst/>
        </p:spPr>
        <p:txBody>
          <a:bodyPr lIns="365760" tIns="365760" rIns="365760" bIns="640080">
            <a:noAutofit/>
          </a:bodyPr>
          <a:lstStyle>
            <a:lvl1pPr marL="0" indent="0">
              <a:buNone/>
              <a:defRPr sz="1600"/>
            </a:lvl1pPr>
            <a:lvl2pPr>
              <a:defRPr sz="1600"/>
            </a:lvl2pPr>
            <a:lvl3pPr>
              <a:defRPr sz="1600"/>
            </a:lvl3pPr>
            <a:lvl4pPr>
              <a:defRPr sz="1600"/>
            </a:lvl4pPr>
            <a:lvl5pPr>
              <a:defRPr sz="1600"/>
            </a:lvl5pPr>
          </a:lstStyle>
          <a:p>
            <a:pPr lvl="0"/>
            <a:r>
              <a:rPr lang="en-US" dirty="0"/>
              <a:t>Body text</a:t>
            </a:r>
          </a:p>
        </p:txBody>
      </p:sp>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solidFill>
                  <a:schemeClr val="tx1"/>
                </a:solidFill>
              </a:rPr>
              <a:t>NREL</a:t>
            </a:r>
            <a:r>
              <a:rPr lang="en-US" sz="800" baseline="0" dirty="0">
                <a:solidFill>
                  <a:schemeClr val="tx1"/>
                </a:solidFill>
              </a:rPr>
              <a:t>    </a:t>
            </a:r>
            <a:r>
              <a:rPr lang="en-US" sz="800" dirty="0">
                <a:solidFill>
                  <a:schemeClr val="tx1"/>
                </a:solidFill>
              </a:rPr>
              <a:t>|    </a:t>
            </a:r>
            <a:fld id="{BFD71CF8-5198-8441-A7C0-DC22FD64CBE4}" type="slidenum">
              <a:rPr lang="en-US" sz="800">
                <a:solidFill>
                  <a:schemeClr val="tx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tx1"/>
              </a:solidFill>
            </a:endParaRPr>
          </a:p>
        </p:txBody>
      </p:sp>
      <p:sp>
        <p:nvSpPr>
          <p:cNvPr id="11" name="Rectangle 10">
            <a:extLst>
              <a:ext uri="{FF2B5EF4-FFF2-40B4-BE49-F238E27FC236}">
                <a16:creationId xmlns:a16="http://schemas.microsoft.com/office/drawing/2014/main" id="{4ABA21AF-1C86-484E-8C81-8214908BC04B}"/>
              </a:ext>
            </a:extLst>
          </p:cNvPr>
          <p:cNvSpPr/>
          <p:nvPr userDrawn="1"/>
        </p:nvSpPr>
        <p:spPr>
          <a:xfrm>
            <a:off x="-1" y="0"/>
            <a:ext cx="1499616"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Text Placeholder 7">
            <a:extLst>
              <a:ext uri="{FF2B5EF4-FFF2-40B4-BE49-F238E27FC236}">
                <a16:creationId xmlns:a16="http://schemas.microsoft.com/office/drawing/2014/main" id="{F6D85388-BAE4-4F43-AA76-E25591032497}"/>
              </a:ext>
            </a:extLst>
          </p:cNvPr>
          <p:cNvSpPr>
            <a:spLocks noGrp="1"/>
          </p:cNvSpPr>
          <p:nvPr>
            <p:ph type="body" sz="quarter" idx="51" hasCustomPrompt="1"/>
          </p:nvPr>
        </p:nvSpPr>
        <p:spPr>
          <a:xfrm>
            <a:off x="286048" y="505618"/>
            <a:ext cx="985919" cy="1096963"/>
          </a:xfrm>
        </p:spPr>
        <p:txBody>
          <a:bodyPr lIns="0" tIns="0" rIns="0" bIns="0">
            <a:noAutofit/>
          </a:bodyPr>
          <a:lstStyle>
            <a:lvl1pPr marL="0" indent="0">
              <a:spcBef>
                <a:spcPts val="0"/>
              </a:spcBef>
              <a:buNone/>
              <a:defRPr sz="1800" b="0">
                <a:solidFill>
                  <a:schemeClr val="bg1"/>
                </a:solidFill>
              </a:defRPr>
            </a:lvl1pPr>
          </a:lstStyle>
          <a:p>
            <a:pPr lvl="0"/>
            <a:r>
              <a:rPr lang="en-US" dirty="0"/>
              <a:t>text</a:t>
            </a:r>
          </a:p>
        </p:txBody>
      </p:sp>
    </p:spTree>
    <p:extLst>
      <p:ext uri="{BB962C8B-B14F-4D97-AF65-F5344CB8AC3E}">
        <p14:creationId xmlns:p14="http://schemas.microsoft.com/office/powerpoint/2010/main" val="362064874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5_Content Slide - Vertical Blue/photo/tex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hasCustomPrompt="1"/>
          </p:nvPr>
        </p:nvSpPr>
        <p:spPr>
          <a:xfrm>
            <a:off x="749807" y="0"/>
            <a:ext cx="8394193" cy="2571750"/>
          </a:xfrm>
          <a:solidFill>
            <a:schemeClr val="bg1"/>
          </a:solidFill>
        </p:spPr>
        <p:txBody>
          <a:bodyPr/>
          <a:lstStyle>
            <a:lvl1pPr marL="0" indent="0" algn="ctr">
              <a:buNone/>
              <a:defRPr/>
            </a:lvl1pPr>
          </a:lstStyle>
          <a:p>
            <a:r>
              <a:rPr lang="en-US" dirty="0"/>
              <a:t>Insert Photo or Graphic</a:t>
            </a:r>
          </a:p>
        </p:txBody>
      </p:sp>
      <p:sp>
        <p:nvSpPr>
          <p:cNvPr id="4" name="Text Placeholder 3">
            <a:extLst>
              <a:ext uri="{FF2B5EF4-FFF2-40B4-BE49-F238E27FC236}">
                <a16:creationId xmlns:a16="http://schemas.microsoft.com/office/drawing/2014/main" id="{EAE79B0C-B592-1249-A48F-44050F3F4380}"/>
              </a:ext>
            </a:extLst>
          </p:cNvPr>
          <p:cNvSpPr>
            <a:spLocks noGrp="1"/>
          </p:cNvSpPr>
          <p:nvPr>
            <p:ph type="body" sz="quarter" idx="54" hasCustomPrompt="1"/>
          </p:nvPr>
        </p:nvSpPr>
        <p:spPr>
          <a:xfrm>
            <a:off x="749807" y="2571750"/>
            <a:ext cx="8394193" cy="2571750"/>
          </a:xfrm>
          <a:solidFill>
            <a:schemeClr val="bg1">
              <a:lumMod val="95000"/>
            </a:schemeClr>
          </a:solidFill>
          <a:effectLst/>
        </p:spPr>
        <p:txBody>
          <a:bodyPr lIns="365760" tIns="365760" rIns="365760" bIns="640080">
            <a:noAutofit/>
          </a:bodyPr>
          <a:lstStyle>
            <a:lvl1pPr marL="0" indent="0">
              <a:buNone/>
              <a:defRPr sz="1600"/>
            </a:lvl1pPr>
            <a:lvl2pPr>
              <a:defRPr sz="1600"/>
            </a:lvl2pPr>
            <a:lvl3pPr>
              <a:defRPr sz="1600"/>
            </a:lvl3pPr>
            <a:lvl4pPr>
              <a:defRPr sz="1600"/>
            </a:lvl4pPr>
            <a:lvl5pPr>
              <a:defRPr sz="1600"/>
            </a:lvl5pPr>
          </a:lstStyle>
          <a:p>
            <a:pPr lvl="0"/>
            <a:r>
              <a:rPr lang="en-US" dirty="0"/>
              <a:t>Body text</a:t>
            </a:r>
          </a:p>
        </p:txBody>
      </p:sp>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solidFill>
                  <a:schemeClr val="tx1"/>
                </a:solidFill>
              </a:rPr>
              <a:t>NREL</a:t>
            </a:r>
            <a:r>
              <a:rPr lang="en-US" sz="800" baseline="0" dirty="0">
                <a:solidFill>
                  <a:schemeClr val="tx1"/>
                </a:solidFill>
              </a:rPr>
              <a:t>    </a:t>
            </a:r>
            <a:r>
              <a:rPr lang="en-US" sz="800" dirty="0">
                <a:solidFill>
                  <a:schemeClr val="tx1"/>
                </a:solidFill>
              </a:rPr>
              <a:t>|    </a:t>
            </a:r>
            <a:fld id="{BFD71CF8-5198-8441-A7C0-DC22FD64CBE4}" type="slidenum">
              <a:rPr lang="en-US" sz="800">
                <a:solidFill>
                  <a:schemeClr val="tx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tx1"/>
              </a:solidFill>
            </a:endParaRPr>
          </a:p>
        </p:txBody>
      </p:sp>
      <p:sp>
        <p:nvSpPr>
          <p:cNvPr id="8" name="Rectangle 7">
            <a:extLst>
              <a:ext uri="{FF2B5EF4-FFF2-40B4-BE49-F238E27FC236}">
                <a16:creationId xmlns:a16="http://schemas.microsoft.com/office/drawing/2014/main" id="{199804E5-74BF-BD47-85E5-EA49688872F8}"/>
              </a:ext>
            </a:extLst>
          </p:cNvPr>
          <p:cNvSpPr/>
          <p:nvPr userDrawn="1"/>
        </p:nvSpPr>
        <p:spPr>
          <a:xfrm>
            <a:off x="-1" y="0"/>
            <a:ext cx="749808"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4917119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2_Content Slide - Vertical Blue/photo/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AE79B0C-B592-1249-A48F-44050F3F4380}"/>
              </a:ext>
            </a:extLst>
          </p:cNvPr>
          <p:cNvSpPr>
            <a:spLocks noGrp="1"/>
          </p:cNvSpPr>
          <p:nvPr>
            <p:ph type="body" sz="quarter" idx="54" hasCustomPrompt="1"/>
          </p:nvPr>
        </p:nvSpPr>
        <p:spPr>
          <a:xfrm>
            <a:off x="3226702" y="2571750"/>
            <a:ext cx="5917298" cy="2571750"/>
          </a:xfrm>
          <a:solidFill>
            <a:schemeClr val="bg1">
              <a:lumMod val="95000"/>
            </a:schemeClr>
          </a:solidFill>
          <a:effectLst/>
        </p:spPr>
        <p:txBody>
          <a:bodyPr lIns="365760" tIns="365760" rIns="365760" bIns="640080">
            <a:noAutofit/>
          </a:bodyPr>
          <a:lstStyle>
            <a:lvl1pPr marL="0" indent="0">
              <a:buNone/>
              <a:defRPr sz="1600"/>
            </a:lvl1pPr>
            <a:lvl2pPr>
              <a:defRPr sz="1600"/>
            </a:lvl2pPr>
            <a:lvl3pPr>
              <a:defRPr sz="1600"/>
            </a:lvl3pPr>
            <a:lvl4pPr>
              <a:defRPr sz="1600"/>
            </a:lvl4pPr>
            <a:lvl5pPr>
              <a:defRPr sz="1600"/>
            </a:lvl5pPr>
          </a:lstStyle>
          <a:p>
            <a:pPr lvl="0"/>
            <a:r>
              <a:rPr lang="en-US" dirty="0"/>
              <a:t>Body text</a:t>
            </a:r>
          </a:p>
        </p:txBody>
      </p:sp>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10" name="Rectangle 9">
            <a:extLst>
              <a:ext uri="{FF2B5EF4-FFF2-40B4-BE49-F238E27FC236}">
                <a16:creationId xmlns:a16="http://schemas.microsoft.com/office/drawing/2014/main" id="{8A832604-F597-CE4C-9045-0EDB4883F306}"/>
              </a:ext>
            </a:extLst>
          </p:cNvPr>
          <p:cNvSpPr/>
          <p:nvPr userDrawn="1"/>
        </p:nvSpPr>
        <p:spPr>
          <a:xfrm>
            <a:off x="0" y="0"/>
            <a:ext cx="3226702"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372234" y="505618"/>
            <a:ext cx="2532807" cy="1096963"/>
          </a:xfrm>
        </p:spPr>
        <p:txBody>
          <a:bodyPr lIns="0" tIns="0" rIns="0" bIns="0">
            <a:noAutofit/>
          </a:bodyPr>
          <a:lstStyle>
            <a:lvl1pPr marL="0" indent="0">
              <a:spcBef>
                <a:spcPts val="0"/>
              </a:spcBef>
              <a:buNone/>
              <a:defRPr sz="2400"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372234" y="3565927"/>
            <a:ext cx="2532807" cy="1096963"/>
          </a:xfrm>
        </p:spPr>
        <p:txBody>
          <a:bodyPr lIns="0" tIns="0" rIns="0" bIns="0" anchor="b">
            <a:noAutofit/>
          </a:bodyPr>
          <a:lstStyle>
            <a:lvl1pPr marL="0" indent="0">
              <a:buNone/>
              <a:defRPr sz="1800" b="0">
                <a:solidFill>
                  <a:schemeClr val="bg1"/>
                </a:solidFill>
              </a:defRPr>
            </a:lvl1pPr>
          </a:lstStyle>
          <a:p>
            <a:pPr lvl="0"/>
            <a:r>
              <a:rPr lang="en-US" dirty="0"/>
              <a:t>Supporting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solidFill>
                  <a:schemeClr val="tx1"/>
                </a:solidFill>
              </a:rPr>
              <a:t>NREL</a:t>
            </a:r>
            <a:r>
              <a:rPr lang="en-US" sz="800" baseline="0" dirty="0">
                <a:solidFill>
                  <a:schemeClr val="tx1"/>
                </a:solidFill>
              </a:rPr>
              <a:t>    </a:t>
            </a:r>
            <a:r>
              <a:rPr lang="en-US" sz="800" dirty="0">
                <a:solidFill>
                  <a:schemeClr val="tx1"/>
                </a:solidFill>
              </a:rPr>
              <a:t>|    </a:t>
            </a:r>
            <a:fld id="{BFD71CF8-5198-8441-A7C0-DC22FD64CBE4}" type="slidenum">
              <a:rPr lang="en-US" sz="800">
                <a:solidFill>
                  <a:schemeClr val="tx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tx1"/>
              </a:solidFill>
            </a:endParaRPr>
          </a:p>
        </p:txBody>
      </p:sp>
      <p:sp>
        <p:nvSpPr>
          <p:cNvPr id="11" name="Text Placeholder 7">
            <a:extLst>
              <a:ext uri="{FF2B5EF4-FFF2-40B4-BE49-F238E27FC236}">
                <a16:creationId xmlns:a16="http://schemas.microsoft.com/office/drawing/2014/main" id="{E09C1F55-AA2F-B448-AD00-1949AE58B945}"/>
              </a:ext>
            </a:extLst>
          </p:cNvPr>
          <p:cNvSpPr>
            <a:spLocks noGrp="1"/>
          </p:cNvSpPr>
          <p:nvPr>
            <p:ph type="body" sz="quarter" idx="53" hasCustomPrompt="1"/>
          </p:nvPr>
        </p:nvSpPr>
        <p:spPr>
          <a:xfrm>
            <a:off x="3648971" y="505617"/>
            <a:ext cx="4642454" cy="1096963"/>
          </a:xfrm>
        </p:spPr>
        <p:txBody>
          <a:bodyPr lIns="0" tIns="73152" rIns="0" bIns="0">
            <a:noAutofit/>
          </a:bodyPr>
          <a:lstStyle>
            <a:lvl1pPr marL="0" indent="0">
              <a:buNone/>
              <a:defRPr sz="2000" b="0">
                <a:solidFill>
                  <a:schemeClr val="tx1"/>
                </a:solidFill>
              </a:defRPr>
            </a:lvl1pPr>
          </a:lstStyle>
          <a:p>
            <a:pPr lvl="0"/>
            <a:r>
              <a:rPr lang="en-US" dirty="0"/>
              <a:t>Supporting body text</a:t>
            </a:r>
          </a:p>
        </p:txBody>
      </p:sp>
    </p:spTree>
    <p:extLst>
      <p:ext uri="{BB962C8B-B14F-4D97-AF65-F5344CB8AC3E}">
        <p14:creationId xmlns:p14="http://schemas.microsoft.com/office/powerpoint/2010/main" val="366657625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4_Content Slide - Vertical Blue/photo/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AE79B0C-B592-1249-A48F-44050F3F4380}"/>
              </a:ext>
            </a:extLst>
          </p:cNvPr>
          <p:cNvSpPr>
            <a:spLocks noGrp="1"/>
          </p:cNvSpPr>
          <p:nvPr>
            <p:ph type="body" sz="quarter" idx="54" hasCustomPrompt="1"/>
          </p:nvPr>
        </p:nvSpPr>
        <p:spPr>
          <a:xfrm>
            <a:off x="1499614" y="2571750"/>
            <a:ext cx="7644385" cy="2571750"/>
          </a:xfrm>
          <a:solidFill>
            <a:schemeClr val="bg1">
              <a:lumMod val="95000"/>
            </a:schemeClr>
          </a:solidFill>
          <a:effectLst/>
        </p:spPr>
        <p:txBody>
          <a:bodyPr lIns="365760" tIns="365760" rIns="365760" bIns="640080">
            <a:noAutofit/>
          </a:bodyPr>
          <a:lstStyle>
            <a:lvl1pPr marL="0" indent="0">
              <a:buNone/>
              <a:defRPr sz="1600"/>
            </a:lvl1pPr>
            <a:lvl2pPr>
              <a:defRPr sz="1600"/>
            </a:lvl2pPr>
            <a:lvl3pPr>
              <a:defRPr sz="1600"/>
            </a:lvl3pPr>
            <a:lvl4pPr>
              <a:defRPr sz="1600"/>
            </a:lvl4pPr>
            <a:lvl5pPr>
              <a:defRPr sz="1600"/>
            </a:lvl5pPr>
          </a:lstStyle>
          <a:p>
            <a:pPr lvl="0"/>
            <a:r>
              <a:rPr lang="en-US" dirty="0"/>
              <a:t>Body text</a:t>
            </a:r>
          </a:p>
        </p:txBody>
      </p:sp>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solidFill>
                  <a:schemeClr val="tx1"/>
                </a:solidFill>
              </a:rPr>
              <a:t>NREL</a:t>
            </a:r>
            <a:r>
              <a:rPr lang="en-US" sz="800" baseline="0" dirty="0">
                <a:solidFill>
                  <a:schemeClr val="tx1"/>
                </a:solidFill>
              </a:rPr>
              <a:t>    </a:t>
            </a:r>
            <a:r>
              <a:rPr lang="en-US" sz="800" dirty="0">
                <a:solidFill>
                  <a:schemeClr val="tx1"/>
                </a:solidFill>
              </a:rPr>
              <a:t>|    </a:t>
            </a:r>
            <a:fld id="{BFD71CF8-5198-8441-A7C0-DC22FD64CBE4}" type="slidenum">
              <a:rPr lang="en-US" sz="800">
                <a:solidFill>
                  <a:schemeClr val="tx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tx1"/>
              </a:solidFill>
            </a:endParaRPr>
          </a:p>
        </p:txBody>
      </p:sp>
      <p:sp>
        <p:nvSpPr>
          <p:cNvPr id="11" name="Text Placeholder 7">
            <a:extLst>
              <a:ext uri="{FF2B5EF4-FFF2-40B4-BE49-F238E27FC236}">
                <a16:creationId xmlns:a16="http://schemas.microsoft.com/office/drawing/2014/main" id="{E09C1F55-AA2F-B448-AD00-1949AE58B945}"/>
              </a:ext>
            </a:extLst>
          </p:cNvPr>
          <p:cNvSpPr>
            <a:spLocks noGrp="1"/>
          </p:cNvSpPr>
          <p:nvPr>
            <p:ph type="body" sz="quarter" idx="53" hasCustomPrompt="1"/>
          </p:nvPr>
        </p:nvSpPr>
        <p:spPr>
          <a:xfrm>
            <a:off x="1921884" y="505617"/>
            <a:ext cx="4642454" cy="1096963"/>
          </a:xfrm>
        </p:spPr>
        <p:txBody>
          <a:bodyPr lIns="0" tIns="73152" rIns="0" bIns="0">
            <a:noAutofit/>
          </a:bodyPr>
          <a:lstStyle>
            <a:lvl1pPr marL="0" indent="0">
              <a:buNone/>
              <a:defRPr sz="2000" b="0">
                <a:solidFill>
                  <a:schemeClr val="tx1"/>
                </a:solidFill>
              </a:defRPr>
            </a:lvl1pPr>
          </a:lstStyle>
          <a:p>
            <a:pPr lvl="0"/>
            <a:r>
              <a:rPr lang="en-US" dirty="0"/>
              <a:t>Supporting body text</a:t>
            </a:r>
          </a:p>
        </p:txBody>
      </p:sp>
      <p:sp>
        <p:nvSpPr>
          <p:cNvPr id="12" name="Rectangle 11">
            <a:extLst>
              <a:ext uri="{FF2B5EF4-FFF2-40B4-BE49-F238E27FC236}">
                <a16:creationId xmlns:a16="http://schemas.microsoft.com/office/drawing/2014/main" id="{8FAAD8C3-A811-7F49-ABE6-460F673A0377}"/>
              </a:ext>
            </a:extLst>
          </p:cNvPr>
          <p:cNvSpPr/>
          <p:nvPr userDrawn="1"/>
        </p:nvSpPr>
        <p:spPr>
          <a:xfrm>
            <a:off x="-1" y="0"/>
            <a:ext cx="1499616"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Text Placeholder 7">
            <a:extLst>
              <a:ext uri="{FF2B5EF4-FFF2-40B4-BE49-F238E27FC236}">
                <a16:creationId xmlns:a16="http://schemas.microsoft.com/office/drawing/2014/main" id="{0B0CD720-AECF-2546-AD56-838BD33350C3}"/>
              </a:ext>
            </a:extLst>
          </p:cNvPr>
          <p:cNvSpPr>
            <a:spLocks noGrp="1"/>
          </p:cNvSpPr>
          <p:nvPr>
            <p:ph type="body" sz="quarter" idx="51" hasCustomPrompt="1"/>
          </p:nvPr>
        </p:nvSpPr>
        <p:spPr>
          <a:xfrm>
            <a:off x="286048" y="505618"/>
            <a:ext cx="985919" cy="1096963"/>
          </a:xfrm>
        </p:spPr>
        <p:txBody>
          <a:bodyPr lIns="0" tIns="0" rIns="0" bIns="0">
            <a:noAutofit/>
          </a:bodyPr>
          <a:lstStyle>
            <a:lvl1pPr marL="0" indent="0">
              <a:spcBef>
                <a:spcPts val="0"/>
              </a:spcBef>
              <a:buNone/>
              <a:defRPr sz="1800" b="0">
                <a:solidFill>
                  <a:schemeClr val="bg1"/>
                </a:solidFill>
              </a:defRPr>
            </a:lvl1pPr>
          </a:lstStyle>
          <a:p>
            <a:pPr lvl="0"/>
            <a:r>
              <a:rPr lang="en-US" dirty="0"/>
              <a:t>text</a:t>
            </a:r>
          </a:p>
        </p:txBody>
      </p:sp>
    </p:spTree>
    <p:extLst>
      <p:ext uri="{BB962C8B-B14F-4D97-AF65-F5344CB8AC3E}">
        <p14:creationId xmlns:p14="http://schemas.microsoft.com/office/powerpoint/2010/main" val="420094200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6_Content Slide - Vertical Blue/photo/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AE79B0C-B592-1249-A48F-44050F3F4380}"/>
              </a:ext>
            </a:extLst>
          </p:cNvPr>
          <p:cNvSpPr>
            <a:spLocks noGrp="1"/>
          </p:cNvSpPr>
          <p:nvPr>
            <p:ph type="body" sz="quarter" idx="54" hasCustomPrompt="1"/>
          </p:nvPr>
        </p:nvSpPr>
        <p:spPr>
          <a:xfrm>
            <a:off x="749807" y="2571750"/>
            <a:ext cx="8394193" cy="2571750"/>
          </a:xfrm>
          <a:solidFill>
            <a:schemeClr val="bg1">
              <a:lumMod val="95000"/>
            </a:schemeClr>
          </a:solidFill>
          <a:effectLst/>
        </p:spPr>
        <p:txBody>
          <a:bodyPr lIns="365760" tIns="365760" rIns="365760" bIns="640080">
            <a:noAutofit/>
          </a:bodyPr>
          <a:lstStyle>
            <a:lvl1pPr marL="0" indent="0">
              <a:buNone/>
              <a:defRPr sz="1600"/>
            </a:lvl1pPr>
            <a:lvl2pPr>
              <a:defRPr sz="1600"/>
            </a:lvl2pPr>
            <a:lvl3pPr>
              <a:defRPr sz="1600"/>
            </a:lvl3pPr>
            <a:lvl4pPr>
              <a:defRPr sz="1600"/>
            </a:lvl4pPr>
            <a:lvl5pPr>
              <a:defRPr sz="1600"/>
            </a:lvl5pPr>
          </a:lstStyle>
          <a:p>
            <a:pPr lvl="0"/>
            <a:r>
              <a:rPr lang="en-US" dirty="0"/>
              <a:t>Body text</a:t>
            </a:r>
          </a:p>
        </p:txBody>
      </p:sp>
      <p:sp>
        <p:nvSpPr>
          <p:cNvPr id="27" name="TextBox 26"/>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6711696"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dirty="0">
                <a:solidFill>
                  <a:schemeClr val="tx1"/>
                </a:solidFill>
              </a:rPr>
              <a:t>NREL</a:t>
            </a:r>
            <a:r>
              <a:rPr lang="en-US" sz="800" baseline="0" dirty="0">
                <a:solidFill>
                  <a:schemeClr val="tx1"/>
                </a:solidFill>
              </a:rPr>
              <a:t>    </a:t>
            </a:r>
            <a:r>
              <a:rPr lang="en-US" sz="800" dirty="0">
                <a:solidFill>
                  <a:schemeClr val="tx1"/>
                </a:solidFill>
              </a:rPr>
              <a:t>|    </a:t>
            </a:r>
            <a:fld id="{BFD71CF8-5198-8441-A7C0-DC22FD64CBE4}" type="slidenum">
              <a:rPr lang="en-US" sz="800">
                <a:solidFill>
                  <a:schemeClr val="tx1"/>
                </a:solidFill>
              </a:rPr>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dirty="0">
              <a:solidFill>
                <a:schemeClr val="tx1"/>
              </a:solidFill>
            </a:endParaRPr>
          </a:p>
        </p:txBody>
      </p:sp>
      <p:sp>
        <p:nvSpPr>
          <p:cNvPr id="11" name="Text Placeholder 7">
            <a:extLst>
              <a:ext uri="{FF2B5EF4-FFF2-40B4-BE49-F238E27FC236}">
                <a16:creationId xmlns:a16="http://schemas.microsoft.com/office/drawing/2014/main" id="{E09C1F55-AA2F-B448-AD00-1949AE58B945}"/>
              </a:ext>
            </a:extLst>
          </p:cNvPr>
          <p:cNvSpPr>
            <a:spLocks noGrp="1"/>
          </p:cNvSpPr>
          <p:nvPr>
            <p:ph type="body" sz="quarter" idx="53" hasCustomPrompt="1"/>
          </p:nvPr>
        </p:nvSpPr>
        <p:spPr>
          <a:xfrm>
            <a:off x="1172077" y="505617"/>
            <a:ext cx="4642454" cy="1096963"/>
          </a:xfrm>
        </p:spPr>
        <p:txBody>
          <a:bodyPr lIns="0" tIns="73152" rIns="0" bIns="0">
            <a:noAutofit/>
          </a:bodyPr>
          <a:lstStyle>
            <a:lvl1pPr marL="0" indent="0">
              <a:buNone/>
              <a:defRPr sz="2000" b="0">
                <a:solidFill>
                  <a:schemeClr val="tx1"/>
                </a:solidFill>
              </a:defRPr>
            </a:lvl1pPr>
          </a:lstStyle>
          <a:p>
            <a:pPr lvl="0"/>
            <a:r>
              <a:rPr lang="en-US" dirty="0"/>
              <a:t>Supporting body text</a:t>
            </a:r>
          </a:p>
        </p:txBody>
      </p:sp>
      <p:sp>
        <p:nvSpPr>
          <p:cNvPr id="8" name="Rectangle 7">
            <a:extLst>
              <a:ext uri="{FF2B5EF4-FFF2-40B4-BE49-F238E27FC236}">
                <a16:creationId xmlns:a16="http://schemas.microsoft.com/office/drawing/2014/main" id="{D9F44E30-1CE7-304C-AF61-09BD499EEA25}"/>
              </a:ext>
            </a:extLst>
          </p:cNvPr>
          <p:cNvSpPr/>
          <p:nvPr userDrawn="1"/>
        </p:nvSpPr>
        <p:spPr>
          <a:xfrm>
            <a:off x="-1" y="0"/>
            <a:ext cx="749808" cy="51435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6190742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Photo Slide - Multip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Photo Slide</a:t>
            </a:r>
          </a:p>
        </p:txBody>
      </p:sp>
      <p:sp>
        <p:nvSpPr>
          <p:cNvPr id="3" name="Picture Placeholder 2"/>
          <p:cNvSpPr>
            <a:spLocks noGrp="1"/>
          </p:cNvSpPr>
          <p:nvPr>
            <p:ph type="pic" sz="quarter" idx="21" hasCustomPrompt="1"/>
          </p:nvPr>
        </p:nvSpPr>
        <p:spPr>
          <a:xfrm>
            <a:off x="457200" y="1391881"/>
            <a:ext cx="4123076" cy="2542392"/>
          </a:xfrm>
          <a:prstGeom prst="rect">
            <a:avLst/>
          </a:prstGeom>
          <a:solidFill>
            <a:schemeClr val="bg1">
              <a:lumMod val="85000"/>
            </a:schemeClr>
          </a:solidFill>
        </p:spPr>
        <p:txBody>
          <a:bodyPr vert="horz"/>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r>
              <a:rPr lang="en-US"/>
              <a:t>Insert Photo</a:t>
            </a:r>
          </a:p>
        </p:txBody>
      </p:sp>
      <p:sp>
        <p:nvSpPr>
          <p:cNvPr id="4" name="Text Placeholder 27"/>
          <p:cNvSpPr>
            <a:spLocks noGrp="1"/>
          </p:cNvSpPr>
          <p:nvPr>
            <p:ph type="body" sz="quarter" idx="20" hasCustomPrompt="1"/>
          </p:nvPr>
        </p:nvSpPr>
        <p:spPr>
          <a:xfrm>
            <a:off x="457200" y="4090975"/>
            <a:ext cx="4123076" cy="727263"/>
          </a:xfrm>
          <a:prstGeom prst="rect">
            <a:avLst/>
          </a:prstGeom>
        </p:spPr>
        <p:txBody>
          <a:bodyPr vert="horz" lIns="0" tIns="0" rIns="0" bIns="0" anchor="t" anchorCtr="0"/>
          <a:lstStyle>
            <a:lvl1pPr marL="0" indent="0">
              <a:spcBef>
                <a:spcPts val="1000"/>
              </a:spcBef>
              <a:buFont typeface="Arial"/>
              <a:buNone/>
              <a:defRPr sz="1800" baseline="0"/>
            </a:lvl1pPr>
          </a:lstStyle>
          <a:p>
            <a:pPr lvl="0"/>
            <a:r>
              <a:rPr lang="en-US"/>
              <a:t>Description of the photo/image</a:t>
            </a:r>
          </a:p>
        </p:txBody>
      </p:sp>
      <p:sp>
        <p:nvSpPr>
          <p:cNvPr id="6" name="Picture Placeholder 2"/>
          <p:cNvSpPr>
            <a:spLocks noGrp="1"/>
          </p:cNvSpPr>
          <p:nvPr>
            <p:ph type="pic" sz="quarter" idx="22" hasCustomPrompt="1"/>
          </p:nvPr>
        </p:nvSpPr>
        <p:spPr>
          <a:xfrm>
            <a:off x="4825308" y="182880"/>
            <a:ext cx="3871998" cy="2095512"/>
          </a:xfrm>
          <a:prstGeom prst="rect">
            <a:avLst/>
          </a:prstGeom>
          <a:solidFill>
            <a:schemeClr val="bg1">
              <a:lumMod val="85000"/>
            </a:schemeClr>
          </a:solidFill>
        </p:spPr>
        <p:txBody>
          <a:bodyPr vert="horz"/>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r>
              <a:rPr lang="en-US"/>
              <a:t>Insert Photo</a:t>
            </a:r>
          </a:p>
        </p:txBody>
      </p:sp>
      <p:sp>
        <p:nvSpPr>
          <p:cNvPr id="7" name="Picture Placeholder 2"/>
          <p:cNvSpPr>
            <a:spLocks noGrp="1"/>
          </p:cNvSpPr>
          <p:nvPr>
            <p:ph type="pic" sz="quarter" idx="23" hasCustomPrompt="1"/>
          </p:nvPr>
        </p:nvSpPr>
        <p:spPr>
          <a:xfrm>
            <a:off x="4825308" y="2479946"/>
            <a:ext cx="3871998" cy="2338291"/>
          </a:xfrm>
          <a:prstGeom prst="rect">
            <a:avLst/>
          </a:prstGeom>
          <a:solidFill>
            <a:schemeClr val="bg1">
              <a:lumMod val="85000"/>
            </a:schemeClr>
          </a:solidFill>
        </p:spPr>
        <p:txBody>
          <a:bodyPr vert="horz"/>
          <a:lstStyle>
            <a:lvl1pPr marL="0" marR="0" indent="0" algn="l" defTabSz="457200" rtl="0" eaLnBrk="1" fontAlgn="auto" latinLnBrk="0" hangingPunct="1">
              <a:lnSpc>
                <a:spcPct val="100000"/>
              </a:lnSpc>
              <a:spcBef>
                <a:spcPct val="20000"/>
              </a:spcBef>
              <a:spcAft>
                <a:spcPts val="0"/>
              </a:spcAft>
              <a:buClrTx/>
              <a:buSzTx/>
              <a:buFont typeface="Arial"/>
              <a:buNone/>
              <a:tabLst/>
              <a:defRPr sz="1200"/>
            </a:lvl1pPr>
          </a:lstStyle>
          <a:p>
            <a:r>
              <a:rPr lang="en-US"/>
              <a:t>Insert Photo</a:t>
            </a:r>
          </a:p>
        </p:txBody>
      </p:sp>
      <p:sp>
        <p:nvSpPr>
          <p:cNvPr id="8" name="TextBox 7"/>
          <p:cNvSpPr txBox="1"/>
          <p:nvPr userDrawn="1"/>
        </p:nvSpPr>
        <p:spPr>
          <a:xfrm>
            <a:off x="6711702" y="4840514"/>
            <a:ext cx="2279522" cy="215444"/>
          </a:xfrm>
          <a:prstGeom prst="rect">
            <a:avLst/>
          </a:prstGeom>
          <a:noFill/>
        </p:spPr>
        <p:txBody>
          <a:bodyPr wrap="square" rtlCol="0">
            <a:spAutoFit/>
          </a:bodyPr>
          <a:lstStyle/>
          <a:p>
            <a:pPr marL="0" marR="0" indent="0" algn="r" defTabSz="457200" rtl="0" eaLnBrk="1" fontAlgn="auto" latinLnBrk="0" hangingPunct="1">
              <a:lnSpc>
                <a:spcPct val="100000"/>
              </a:lnSpc>
              <a:spcBef>
                <a:spcPts val="0"/>
              </a:spcBef>
              <a:spcAft>
                <a:spcPts val="0"/>
              </a:spcAft>
              <a:buClrTx/>
              <a:buSzTx/>
              <a:buFontTx/>
              <a:buNone/>
              <a:tabLst/>
              <a:defRPr/>
            </a:pPr>
            <a:r>
              <a:rPr lang="en-US" sz="800"/>
              <a:t>NREL</a:t>
            </a:r>
            <a:r>
              <a:rPr lang="en-US" sz="800" baseline="0"/>
              <a:t>    </a:t>
            </a:r>
            <a:r>
              <a:rPr lang="en-US" sz="800"/>
              <a:t>|    </a:t>
            </a:r>
            <a:fld id="{BFD71CF8-5198-8441-A7C0-DC22FD64CBE4}" type="slidenum">
              <a:rPr lang="en-US" sz="800"/>
              <a:pPr marL="0" marR="0" indent="0" algn="r" defTabSz="457200" rtl="0" eaLnBrk="1" fontAlgn="auto" latinLnBrk="0" hangingPunct="1">
                <a:lnSpc>
                  <a:spcPct val="100000"/>
                </a:lnSpc>
                <a:spcBef>
                  <a:spcPts val="0"/>
                </a:spcBef>
                <a:spcAft>
                  <a:spcPts val="0"/>
                </a:spcAft>
                <a:buClrTx/>
                <a:buSzTx/>
                <a:buFontTx/>
                <a:buNone/>
                <a:tabLst/>
                <a:defRPr/>
              </a:pPr>
              <a:t>‹#›</a:t>
            </a:fld>
            <a:endParaRPr lang="en-US" sz="800"/>
          </a:p>
        </p:txBody>
      </p:sp>
    </p:spTree>
    <p:extLst>
      <p:ext uri="{BB962C8B-B14F-4D97-AF65-F5344CB8AC3E}">
        <p14:creationId xmlns:p14="http://schemas.microsoft.com/office/powerpoint/2010/main" val="63459549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3673164" y="410296"/>
            <a:ext cx="4606372" cy="1348326"/>
          </a:xfrm>
        </p:spPr>
        <p:txBody>
          <a:bodyPr anchor="b" anchorCtr="0">
            <a:noAutofit/>
          </a:bodyPr>
          <a:lstStyle>
            <a:lvl1pPr marL="0" indent="0">
              <a:buNone/>
              <a:defRPr sz="4000" baseline="0"/>
            </a:lvl1pPr>
          </a:lstStyle>
          <a:p>
            <a:pPr lvl="0"/>
            <a:r>
              <a:rPr lang="en-US" dirty="0"/>
              <a:t>Q&amp;A or Thank You</a:t>
            </a:r>
          </a:p>
        </p:txBody>
      </p:sp>
      <p:cxnSp>
        <p:nvCxnSpPr>
          <p:cNvPr id="4" name="Straight Connector 3"/>
          <p:cNvCxnSpPr/>
          <p:nvPr userDrawn="1"/>
        </p:nvCxnSpPr>
        <p:spPr>
          <a:xfrm>
            <a:off x="3741647" y="1939062"/>
            <a:ext cx="4955659"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3673071" y="2588317"/>
            <a:ext cx="4607032" cy="336156"/>
          </a:xfrm>
        </p:spPr>
        <p:txBody>
          <a:bodyPr>
            <a:noAutofit/>
          </a:bodyPr>
          <a:lstStyle>
            <a:lvl1pPr marL="0" indent="0">
              <a:spcBef>
                <a:spcPts val="400"/>
              </a:spcBef>
              <a:buNone/>
              <a:defRPr sz="1000"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Publication Number</a:t>
            </a:r>
          </a:p>
        </p:txBody>
      </p:sp>
      <p:sp>
        <p:nvSpPr>
          <p:cNvPr id="9" name="TextBox 8"/>
          <p:cNvSpPr txBox="1"/>
          <p:nvPr userDrawn="1"/>
        </p:nvSpPr>
        <p:spPr>
          <a:xfrm>
            <a:off x="3673167" y="2069602"/>
            <a:ext cx="2116667" cy="353860"/>
          </a:xfrm>
          <a:prstGeom prst="rect">
            <a:avLst/>
          </a:prstGeom>
          <a:solidFill>
            <a:srgbClr val="FFFFFF">
              <a:alpha val="59000"/>
            </a:srgbClr>
          </a:solidFill>
        </p:spPr>
        <p:txBody>
          <a:bodyPr wrap="square" lIns="0" tIns="0" rIns="0" bIns="0" rtlCol="0" anchor="ctr">
            <a:noAutofit/>
          </a:bodyPr>
          <a:lstStyle/>
          <a:p>
            <a:pPr algn="l">
              <a:spcBef>
                <a:spcPts val="1200"/>
              </a:spcBef>
              <a:spcAft>
                <a:spcPts val="600"/>
              </a:spcAft>
            </a:pPr>
            <a:r>
              <a:rPr lang="en-US"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12770" y="4013200"/>
            <a:ext cx="2413000" cy="1130300"/>
          </a:xfrm>
          <a:prstGeom prst="rect">
            <a:avLst/>
          </a:prstGeom>
        </p:spPr>
      </p:pic>
    </p:spTree>
    <p:extLst>
      <p:ext uri="{BB962C8B-B14F-4D97-AF65-F5344CB8AC3E}">
        <p14:creationId xmlns:p14="http://schemas.microsoft.com/office/powerpoint/2010/main" val="194216789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3673164" y="410296"/>
            <a:ext cx="4606372" cy="1348326"/>
          </a:xfrm>
        </p:spPr>
        <p:txBody>
          <a:bodyPr anchor="b" anchorCtr="0">
            <a:noAutofit/>
          </a:bodyPr>
          <a:lstStyle>
            <a:lvl1pPr marL="0" indent="0">
              <a:buNone/>
              <a:defRPr sz="4000" baseline="0"/>
            </a:lvl1pPr>
          </a:lstStyle>
          <a:p>
            <a:pPr lvl="0"/>
            <a:r>
              <a:rPr lang="en-US" dirty="0"/>
              <a:t>Q&amp;A or Thank You</a:t>
            </a:r>
          </a:p>
        </p:txBody>
      </p:sp>
      <p:cxnSp>
        <p:nvCxnSpPr>
          <p:cNvPr id="4" name="Straight Connector 3"/>
          <p:cNvCxnSpPr/>
          <p:nvPr userDrawn="1"/>
        </p:nvCxnSpPr>
        <p:spPr>
          <a:xfrm>
            <a:off x="3741647" y="1939062"/>
            <a:ext cx="4955659"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3673071" y="2588317"/>
            <a:ext cx="4607032" cy="336156"/>
          </a:xfrm>
        </p:spPr>
        <p:txBody>
          <a:bodyPr>
            <a:noAutofit/>
          </a:bodyPr>
          <a:lstStyle>
            <a:lvl1pPr marL="0" indent="0">
              <a:spcBef>
                <a:spcPts val="400"/>
              </a:spcBef>
              <a:buNone/>
              <a:defRPr sz="1000"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Publication Number</a:t>
            </a:r>
          </a:p>
        </p:txBody>
      </p:sp>
      <p:sp>
        <p:nvSpPr>
          <p:cNvPr id="9" name="TextBox 8"/>
          <p:cNvSpPr txBox="1"/>
          <p:nvPr userDrawn="1"/>
        </p:nvSpPr>
        <p:spPr>
          <a:xfrm>
            <a:off x="3673167" y="2069602"/>
            <a:ext cx="2116667" cy="353860"/>
          </a:xfrm>
          <a:prstGeom prst="rect">
            <a:avLst/>
          </a:prstGeom>
          <a:solidFill>
            <a:srgbClr val="FFFFFF">
              <a:alpha val="59000"/>
            </a:srgbClr>
          </a:solidFill>
        </p:spPr>
        <p:txBody>
          <a:bodyPr wrap="square" lIns="0" tIns="0" rIns="0" bIns="0" rtlCol="0" anchor="ctr">
            <a:noAutofit/>
          </a:bodyPr>
          <a:lstStyle/>
          <a:p>
            <a:pPr algn="l">
              <a:spcBef>
                <a:spcPts val="1200"/>
              </a:spcBef>
              <a:spcAft>
                <a:spcPts val="600"/>
              </a:spcAft>
            </a:pPr>
            <a:r>
              <a:rPr lang="en-US"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12770" y="4013200"/>
            <a:ext cx="2413000" cy="1130300"/>
          </a:xfrm>
          <a:prstGeom prst="rect">
            <a:avLst/>
          </a:prstGeom>
        </p:spPr>
      </p:pic>
      <p:sp>
        <p:nvSpPr>
          <p:cNvPr id="7" name="TextBox 6">
            <a:extLst>
              <a:ext uri="{FF2B5EF4-FFF2-40B4-BE49-F238E27FC236}">
                <a16:creationId xmlns:a16="http://schemas.microsoft.com/office/drawing/2014/main" id="{4D25D62E-9C80-6549-866A-CF8A873BF3DE}"/>
              </a:ext>
            </a:extLst>
          </p:cNvPr>
          <p:cNvSpPr txBox="1"/>
          <p:nvPr userDrawn="1"/>
        </p:nvSpPr>
        <p:spPr>
          <a:xfrm>
            <a:off x="107795" y="3835487"/>
            <a:ext cx="5580695" cy="1200329"/>
          </a:xfrm>
          <a:prstGeom prst="rect">
            <a:avLst/>
          </a:prstGeom>
          <a:noFill/>
        </p:spPr>
        <p:txBody>
          <a:bodyPr wrap="square" rtlCol="0">
            <a:spAutoFit/>
          </a:bodyPr>
          <a:lstStyle/>
          <a:p>
            <a:r>
              <a:rPr lang="en-US" sz="900" dirty="0"/>
              <a:t>This work was authored </a:t>
            </a:r>
            <a:r>
              <a:rPr lang="en-US" sz="900" dirty="0">
                <a:solidFill>
                  <a:srgbClr val="FF0000"/>
                </a:solidFill>
              </a:rPr>
              <a:t>[in part]</a:t>
            </a:r>
            <a:r>
              <a:rPr lang="en-US" sz="900" dirty="0"/>
              <a:t> by the National Renewable Energy Laboratory, operated by Alliance for Sustainable Energy, LLC, for the U.S. Department of Energy (DOE) under Contract No. DE-AC36-08GO28308. Funding provided by </a:t>
            </a:r>
            <a:r>
              <a:rPr lang="en-US" sz="900" dirty="0">
                <a:solidFill>
                  <a:srgbClr val="FF0000"/>
                </a:solidFill>
              </a:rPr>
              <a:t>[applicable Department of Energy office and program office, e.g., U.S. Department of Energy Office of Energy Efficiency and Renewable Energy Solar Energy Technologies Office (spell out full office names; do not use initialisms/acronyms)]</a:t>
            </a:r>
            <a:r>
              <a:rPr lang="en-US" sz="900" dirty="0"/>
              <a:t>. The views expressed in the article do not necessarily represent the views of the DOE or the U.S. Government. The U.S. Government retains and the publisher, by accepting the article for publication, acknowledges that the U.S. Government retains a nonexclusive, paid-up, irrevocable, worldwide license to publish or reproduce the published form of this work, or allow others to do so, for U.S. Government purposes.</a:t>
            </a:r>
            <a:endParaRPr lang="en-US" sz="900" dirty="0">
              <a:solidFill>
                <a:schemeClr val="tx1"/>
              </a:solidFill>
            </a:endParaRPr>
          </a:p>
        </p:txBody>
      </p:sp>
      <p:grpSp>
        <p:nvGrpSpPr>
          <p:cNvPr id="8" name="Group 7">
            <a:extLst>
              <a:ext uri="{FF2B5EF4-FFF2-40B4-BE49-F238E27FC236}">
                <a16:creationId xmlns:a16="http://schemas.microsoft.com/office/drawing/2014/main" id="{EF1042E9-C103-A54C-BB93-07B4BA47A9A6}"/>
              </a:ext>
            </a:extLst>
          </p:cNvPr>
          <p:cNvGrpSpPr/>
          <p:nvPr userDrawn="1"/>
        </p:nvGrpSpPr>
        <p:grpSpPr>
          <a:xfrm>
            <a:off x="1160290" y="2923341"/>
            <a:ext cx="1200990" cy="891562"/>
            <a:chOff x="2576623" y="33912667"/>
            <a:chExt cx="2971800" cy="2206133"/>
          </a:xfrm>
        </p:grpSpPr>
        <p:sp>
          <p:nvSpPr>
            <p:cNvPr id="10" name="Rounded Rectangular Callout 9">
              <a:extLst>
                <a:ext uri="{FF2B5EF4-FFF2-40B4-BE49-F238E27FC236}">
                  <a16:creationId xmlns:a16="http://schemas.microsoft.com/office/drawing/2014/main" id="{E992B2AE-3F65-9F4A-9CF6-9647603DC89A}"/>
                </a:ext>
              </a:extLst>
            </p:cNvPr>
            <p:cNvSpPr/>
            <p:nvPr/>
          </p:nvSpPr>
          <p:spPr bwMode="auto">
            <a:xfrm>
              <a:off x="2576623" y="33912667"/>
              <a:ext cx="2971800" cy="2206133"/>
            </a:xfrm>
            <a:prstGeom prst="wedgeRoundRectCallout">
              <a:avLst/>
            </a:prstGeom>
            <a:solidFill>
              <a:schemeClr val="bg1"/>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1" name="TextBox 10">
              <a:extLst>
                <a:ext uri="{FF2B5EF4-FFF2-40B4-BE49-F238E27FC236}">
                  <a16:creationId xmlns:a16="http://schemas.microsoft.com/office/drawing/2014/main" id="{50095912-C565-554A-B23A-0162EEF02886}"/>
                </a:ext>
              </a:extLst>
            </p:cNvPr>
            <p:cNvSpPr txBox="1"/>
            <p:nvPr/>
          </p:nvSpPr>
          <p:spPr>
            <a:xfrm>
              <a:off x="2662702" y="34195673"/>
              <a:ext cx="2885721" cy="1789714"/>
            </a:xfrm>
            <a:prstGeom prst="rect">
              <a:avLst/>
            </a:prstGeom>
            <a:noFill/>
          </p:spPr>
          <p:txBody>
            <a:bodyPr wrap="square" rtlCol="0">
              <a:spAutoFit/>
            </a:bodyPr>
            <a:lstStyle/>
            <a:p>
              <a:r>
                <a:rPr lang="en-US" sz="1000" dirty="0">
                  <a:solidFill>
                    <a:srgbClr val="FF0000"/>
                  </a:solidFill>
                </a:rPr>
                <a:t>Insert the words “in part” if this work includes </a:t>
              </a:r>
              <a:br>
                <a:rPr lang="en-US" sz="1000" dirty="0">
                  <a:solidFill>
                    <a:srgbClr val="FF0000"/>
                  </a:solidFill>
                </a:rPr>
              </a:br>
              <a:r>
                <a:rPr lang="en-US" sz="1000" dirty="0">
                  <a:solidFill>
                    <a:srgbClr val="FF0000"/>
                  </a:solidFill>
                </a:rPr>
                <a:t>non-NREL authors.</a:t>
              </a:r>
            </a:p>
            <a:p>
              <a:pPr algn="l"/>
              <a:r>
                <a:rPr lang="en-US" sz="100" dirty="0">
                  <a:solidFill>
                    <a:srgbClr val="FF0000"/>
                  </a:solidFill>
                </a:rPr>
                <a:t>.</a:t>
              </a:r>
            </a:p>
          </p:txBody>
        </p:sp>
      </p:grpSp>
      <p:grpSp>
        <p:nvGrpSpPr>
          <p:cNvPr id="12" name="Group 11">
            <a:extLst>
              <a:ext uri="{FF2B5EF4-FFF2-40B4-BE49-F238E27FC236}">
                <a16:creationId xmlns:a16="http://schemas.microsoft.com/office/drawing/2014/main" id="{459BF0D5-6437-5C45-BCE8-E796DD25A9F5}"/>
              </a:ext>
            </a:extLst>
          </p:cNvPr>
          <p:cNvGrpSpPr/>
          <p:nvPr userDrawn="1"/>
        </p:nvGrpSpPr>
        <p:grpSpPr>
          <a:xfrm>
            <a:off x="3413774" y="2835776"/>
            <a:ext cx="2316254" cy="1215855"/>
            <a:chOff x="-183051" y="33227554"/>
            <a:chExt cx="5731474" cy="3039310"/>
          </a:xfrm>
          <a:solidFill>
            <a:schemeClr val="bg1">
              <a:alpha val="38000"/>
            </a:schemeClr>
          </a:solidFill>
        </p:grpSpPr>
        <p:sp>
          <p:nvSpPr>
            <p:cNvPr id="13" name="Rounded Rectangular Callout 12">
              <a:extLst>
                <a:ext uri="{FF2B5EF4-FFF2-40B4-BE49-F238E27FC236}">
                  <a16:creationId xmlns:a16="http://schemas.microsoft.com/office/drawing/2014/main" id="{993AE333-8181-7B4E-A36B-01F4F72B5AC8}"/>
                </a:ext>
              </a:extLst>
            </p:cNvPr>
            <p:cNvSpPr/>
            <p:nvPr/>
          </p:nvSpPr>
          <p:spPr bwMode="auto">
            <a:xfrm>
              <a:off x="-183051" y="33227554"/>
              <a:ext cx="5731474" cy="3039310"/>
            </a:xfrm>
            <a:prstGeom prst="wedgeRoundRectCallout">
              <a:avLst/>
            </a:prstGeom>
            <a:solidFill>
              <a:schemeClr val="bg1">
                <a:alpha val="81000"/>
              </a:schemeClr>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4" name="TextBox 13">
              <a:extLst>
                <a:ext uri="{FF2B5EF4-FFF2-40B4-BE49-F238E27FC236}">
                  <a16:creationId xmlns:a16="http://schemas.microsoft.com/office/drawing/2014/main" id="{BFE1391B-DFC1-8D43-9278-AEF2B02003B1}"/>
                </a:ext>
              </a:extLst>
            </p:cNvPr>
            <p:cNvSpPr txBox="1"/>
            <p:nvPr/>
          </p:nvSpPr>
          <p:spPr>
            <a:xfrm>
              <a:off x="29149" y="33394988"/>
              <a:ext cx="5307072" cy="2627452"/>
            </a:xfrm>
            <a:prstGeom prst="rect">
              <a:avLst/>
            </a:prstGeom>
            <a:grpFill/>
          </p:spPr>
          <p:txBody>
            <a:bodyPr wrap="square" rtlCol="0">
              <a:spAutoFit/>
            </a:bodyPr>
            <a:lstStyle/>
            <a:p>
              <a:r>
                <a:rPr lang="en-US" sz="900" dirty="0">
                  <a:solidFill>
                    <a:srgbClr val="FF0000"/>
                  </a:solidFill>
                </a:rPr>
                <a:t>Edit the red bracketed text as appropriate with the applicable DOE office(s) and program office(s) that sponsored the work and/or add other funding as needed.  For non-EERE funding, see </a:t>
              </a:r>
              <a:r>
                <a:rPr lang="en-US" sz="900" u="sng" dirty="0">
                  <a:solidFill>
                    <a:srgbClr val="FF0000"/>
                  </a:solidFill>
                  <a:hlinkClick r:id="rId4"/>
                </a:rPr>
                <a:t>https://thesource.nrel.gov/publishing/disclaimers.html</a:t>
              </a:r>
              <a:endParaRPr lang="en-US" sz="200" i="0" dirty="0">
                <a:solidFill>
                  <a:srgbClr val="FF0000"/>
                </a:solidFill>
              </a:endParaRPr>
            </a:p>
          </p:txBody>
        </p:sp>
      </p:grpSp>
    </p:spTree>
    <p:extLst>
      <p:ext uri="{BB962C8B-B14F-4D97-AF65-F5344CB8AC3E}">
        <p14:creationId xmlns:p14="http://schemas.microsoft.com/office/powerpoint/2010/main" val="112472315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8B3CE-7D05-BF03-41EF-121D4B6E879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8A50A0-625B-986B-461D-56EC57B5731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316666-D4F8-BB76-56EB-FF8B5DD5706A}"/>
              </a:ext>
            </a:extLst>
          </p:cNvPr>
          <p:cNvSpPr>
            <a:spLocks noGrp="1"/>
          </p:cNvSpPr>
          <p:nvPr>
            <p:ph type="dt" sz="half" idx="10"/>
          </p:nvPr>
        </p:nvSpPr>
        <p:spPr/>
        <p:txBody>
          <a:bodyPr/>
          <a:lstStyle/>
          <a:p>
            <a:fld id="{D2A55204-52B8-418D-AE64-B45092147406}" type="datetimeFigureOut">
              <a:rPr lang="en-US" smtClean="0"/>
              <a:t>2025-10-09</a:t>
            </a:fld>
            <a:endParaRPr lang="en-US"/>
          </a:p>
        </p:txBody>
      </p:sp>
      <p:sp>
        <p:nvSpPr>
          <p:cNvPr id="5" name="Footer Placeholder 4">
            <a:extLst>
              <a:ext uri="{FF2B5EF4-FFF2-40B4-BE49-F238E27FC236}">
                <a16:creationId xmlns:a16="http://schemas.microsoft.com/office/drawing/2014/main" id="{8A6565CA-12B2-D0B9-1C6F-AB37009C1F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FE6C34-A7BA-8B75-46CF-B4B6140989E6}"/>
              </a:ext>
            </a:extLst>
          </p:cNvPr>
          <p:cNvSpPr>
            <a:spLocks noGrp="1"/>
          </p:cNvSpPr>
          <p:nvPr>
            <p:ph type="sldNum" sz="quarter" idx="12"/>
          </p:nvPr>
        </p:nvSpPr>
        <p:spPr/>
        <p:txBody>
          <a:bodyPr/>
          <a:lstStyle/>
          <a:p>
            <a:fld id="{E1A4E52A-8701-4F4B-B775-FA6C4787349C}" type="slidenum">
              <a:rPr lang="en-US" smtClean="0"/>
              <a:t>‹#›</a:t>
            </a:fld>
            <a:endParaRPr lang="en-US"/>
          </a:p>
        </p:txBody>
      </p:sp>
    </p:spTree>
    <p:extLst>
      <p:ext uri="{BB962C8B-B14F-4D97-AF65-F5344CB8AC3E}">
        <p14:creationId xmlns:p14="http://schemas.microsoft.com/office/powerpoint/2010/main" val="192395661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4123076" cy="1200151"/>
          </a:xfrm>
          <a:prstGeom prst="rect">
            <a:avLst/>
          </a:prstGeom>
          <a:solidFill>
            <a:schemeClr val="accent1"/>
          </a:solidFill>
        </p:spPr>
        <p:txBody>
          <a:bodyPr vert="horz" lIns="91440" tIns="45720" rIns="91440" bIns="45720" rtlCol="0" anchor="ctr">
            <a:noAutofit/>
          </a:bodyPr>
          <a:lstStyle/>
          <a:p>
            <a:r>
              <a:rPr lang="en-US"/>
              <a:t>Click to edit Master </a:t>
            </a:r>
            <a:br>
              <a:rPr lang="en-US"/>
            </a:br>
            <a:r>
              <a:rPr lang="en-US"/>
              <a:t>title style</a:t>
            </a:r>
          </a:p>
        </p:txBody>
      </p:sp>
      <p:sp>
        <p:nvSpPr>
          <p:cNvPr id="3" name="Text Placeholder 2"/>
          <p:cNvSpPr>
            <a:spLocks noGrp="1"/>
          </p:cNvSpPr>
          <p:nvPr>
            <p:ph type="body" idx="1"/>
          </p:nvPr>
        </p:nvSpPr>
        <p:spPr>
          <a:xfrm>
            <a:off x="457200" y="1330267"/>
            <a:ext cx="8229600" cy="326435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6564829"/>
      </p:ext>
    </p:extLst>
  </p:cSld>
  <p:clrMap bg1="lt1" tx1="dk1" bg2="lt2" tx2="dk2" accent1="accent1" accent2="accent2" accent3="accent3" accent4="accent4" accent5="accent5" accent6="accent6" hlink="hlink" folHlink="folHlink"/>
  <p:sldLayoutIdLst>
    <p:sldLayoutId id="2147483674" r:id="rId1"/>
    <p:sldLayoutId id="2147483649" r:id="rId2"/>
    <p:sldLayoutId id="2147483651" r:id="rId3"/>
    <p:sldLayoutId id="2147483675" r:id="rId4"/>
    <p:sldLayoutId id="2147483711" r:id="rId5"/>
    <p:sldLayoutId id="2147483654" r:id="rId6"/>
    <p:sldLayoutId id="2147483655" r:id="rId7"/>
    <p:sldLayoutId id="2147483653" r:id="rId8"/>
    <p:sldLayoutId id="2147483707" r:id="rId9"/>
    <p:sldLayoutId id="2147483708" r:id="rId10"/>
    <p:sldLayoutId id="2147483656" r:id="rId11"/>
    <p:sldLayoutId id="2147483657" r:id="rId12"/>
    <p:sldLayoutId id="2147483689" r:id="rId13"/>
    <p:sldLayoutId id="2147483690" r:id="rId14"/>
    <p:sldLayoutId id="2147483691" r:id="rId15"/>
    <p:sldLayoutId id="2147483692" r:id="rId16"/>
    <p:sldLayoutId id="2147483693" r:id="rId17"/>
    <p:sldLayoutId id="2147483694" r:id="rId18"/>
    <p:sldLayoutId id="2147483695" r:id="rId19"/>
    <p:sldLayoutId id="2147483666" r:id="rId20"/>
    <p:sldLayoutId id="2147483667" r:id="rId21"/>
    <p:sldLayoutId id="2147483665" r:id="rId22"/>
    <p:sldLayoutId id="2147483668" r:id="rId23"/>
    <p:sldLayoutId id="2147483669" r:id="rId24"/>
    <p:sldLayoutId id="2147483670" r:id="rId25"/>
    <p:sldLayoutId id="2147483671" r:id="rId26"/>
    <p:sldLayoutId id="2147483676" r:id="rId27"/>
    <p:sldLayoutId id="2147483681" r:id="rId28"/>
    <p:sldLayoutId id="2147483682" r:id="rId29"/>
    <p:sldLayoutId id="2147483687" r:id="rId30"/>
    <p:sldLayoutId id="2147483688" r:id="rId31"/>
    <p:sldLayoutId id="2147483678" r:id="rId32"/>
    <p:sldLayoutId id="2147483683" r:id="rId33"/>
    <p:sldLayoutId id="2147483702" r:id="rId34"/>
    <p:sldLayoutId id="2147483684" r:id="rId35"/>
    <p:sldLayoutId id="2147483698" r:id="rId36"/>
    <p:sldLayoutId id="2147483703" r:id="rId37"/>
    <p:sldLayoutId id="2147483685" r:id="rId38"/>
    <p:sldLayoutId id="2147483699" r:id="rId39"/>
    <p:sldLayoutId id="2147483704" r:id="rId40"/>
    <p:sldLayoutId id="2147483680" r:id="rId41"/>
    <p:sldLayoutId id="2147483700" r:id="rId42"/>
    <p:sldLayoutId id="2147483705" r:id="rId43"/>
    <p:sldLayoutId id="2147483686" r:id="rId44"/>
    <p:sldLayoutId id="2147483701" r:id="rId45"/>
    <p:sldLayoutId id="2147483706" r:id="rId46"/>
    <p:sldLayoutId id="2147483672" r:id="rId47"/>
    <p:sldLayoutId id="2147483696" r:id="rId48"/>
    <p:sldLayoutId id="2147483673" r:id="rId49"/>
    <p:sldLayoutId id="2147483712" r:id="rId50"/>
  </p:sldLayoutIdLst>
  <p:txStyles>
    <p:titleStyle>
      <a:lvl1pPr marL="0" algn="ctr" defTabSz="457200" rtl="0" eaLnBrk="1" latinLnBrk="0" hangingPunct="1">
        <a:lnSpc>
          <a:spcPts val="2800"/>
        </a:lnSpc>
        <a:spcBef>
          <a:spcPct val="0"/>
        </a:spcBef>
        <a:buNone/>
        <a:defRPr sz="3000" kern="1200" spc="0">
          <a:solidFill>
            <a:schemeClr val="bg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50.xml"/><Relationship Id="rId5" Type="http://schemas.openxmlformats.org/officeDocument/2006/relationships/image" Target="../media/image26.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25.xml.rels><?xml version="1.0" encoding="UTF-8" standalone="yes"?>
<Relationships xmlns="http://schemas.openxmlformats.org/package/2006/relationships"><Relationship Id="rId3" Type="http://schemas.openxmlformats.org/officeDocument/2006/relationships/hyperlink" Target="https://www.sciencedirect.com/science/article/pii/S0965856424000302" TargetMode="External"/><Relationship Id="rId2" Type="http://schemas.openxmlformats.org/officeDocument/2006/relationships/hyperlink" Target="https://www.nhtsa.gov/sites/nhtsa.gov/files/2022-04/Final-TSD_CAFE-MY-2024-2026.pdf" TargetMode="External"/><Relationship Id="rId1" Type="http://schemas.openxmlformats.org/officeDocument/2006/relationships/slideLayout" Target="../slideLayouts/slideLayout5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A8B8130-E4A3-FC9B-7A66-33CD48272960}"/>
              </a:ext>
            </a:extLst>
          </p:cNvPr>
          <p:cNvSpPr>
            <a:spLocks noGrp="1"/>
          </p:cNvSpPr>
          <p:nvPr>
            <p:ph type="body" sz="quarter" idx="10"/>
          </p:nvPr>
        </p:nvSpPr>
        <p:spPr/>
        <p:txBody>
          <a:bodyPr/>
          <a:lstStyle/>
          <a:p>
            <a:r>
              <a:rPr lang="en-US" dirty="0"/>
              <a:t>Used Vehicle Market Modeling for TEMPO</a:t>
            </a:r>
          </a:p>
        </p:txBody>
      </p:sp>
      <p:sp>
        <p:nvSpPr>
          <p:cNvPr id="3" name="Text Placeholder 2">
            <a:extLst>
              <a:ext uri="{FF2B5EF4-FFF2-40B4-BE49-F238E27FC236}">
                <a16:creationId xmlns:a16="http://schemas.microsoft.com/office/drawing/2014/main" id="{DCACD28A-E8C4-C5D7-0688-4F40BB4900A8}"/>
              </a:ext>
            </a:extLst>
          </p:cNvPr>
          <p:cNvSpPr>
            <a:spLocks noGrp="1"/>
          </p:cNvSpPr>
          <p:nvPr>
            <p:ph type="body" sz="quarter" idx="11"/>
          </p:nvPr>
        </p:nvSpPr>
        <p:spPr/>
        <p:txBody>
          <a:bodyPr/>
          <a:lstStyle/>
          <a:p>
            <a:r>
              <a:rPr lang="en-US" dirty="0"/>
              <a:t>Arthur Yip</a:t>
            </a:r>
          </a:p>
        </p:txBody>
      </p:sp>
    </p:spTree>
    <p:extLst>
      <p:ext uri="{BB962C8B-B14F-4D97-AF65-F5344CB8AC3E}">
        <p14:creationId xmlns:p14="http://schemas.microsoft.com/office/powerpoint/2010/main" val="4248020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ECEA0-CD67-16F3-2986-C78FF00DEBA3}"/>
              </a:ext>
            </a:extLst>
          </p:cNvPr>
          <p:cNvSpPr>
            <a:spLocks noGrp="1"/>
          </p:cNvSpPr>
          <p:nvPr>
            <p:ph type="title"/>
          </p:nvPr>
        </p:nvSpPr>
        <p:spPr/>
        <p:txBody>
          <a:bodyPr/>
          <a:lstStyle/>
          <a:p>
            <a:r>
              <a:rPr lang="en-US" dirty="0"/>
              <a:t>county analysis of sales/age/turnover</a:t>
            </a:r>
          </a:p>
        </p:txBody>
      </p:sp>
      <p:sp>
        <p:nvSpPr>
          <p:cNvPr id="3" name="Text Placeholder 2">
            <a:extLst>
              <a:ext uri="{FF2B5EF4-FFF2-40B4-BE49-F238E27FC236}">
                <a16:creationId xmlns:a16="http://schemas.microsoft.com/office/drawing/2014/main" id="{79D5E61A-4D31-73C1-633D-B32CD3CB2EBF}"/>
              </a:ext>
            </a:extLst>
          </p:cNvPr>
          <p:cNvSpPr>
            <a:spLocks noGrp="1"/>
          </p:cNvSpPr>
          <p:nvPr>
            <p:ph type="body" sz="quarter" idx="10"/>
          </p:nvPr>
        </p:nvSpPr>
        <p:spPr/>
        <p:txBody>
          <a:bodyPr>
            <a:noAutofit/>
          </a:bodyPr>
          <a:lstStyle/>
          <a:p>
            <a:endParaRPr lang="en-US" sz="1200" dirty="0"/>
          </a:p>
          <a:p>
            <a:r>
              <a:rPr lang="en-US" sz="1200" dirty="0"/>
              <a:t>Motivations:</a:t>
            </a:r>
          </a:p>
          <a:p>
            <a:r>
              <a:rPr lang="en-US" sz="1200" dirty="0"/>
              <a:t>-Bonnie and Caley want sales numbers (EV sales) (also talk to Ranjit)</a:t>
            </a:r>
          </a:p>
          <a:p>
            <a:r>
              <a:rPr lang="en-US" sz="1200" dirty="0"/>
              <a:t>-also need to show Paige and Bo (and Chris) that county sales/age/survival/turnover are all linked.</a:t>
            </a:r>
          </a:p>
          <a:p>
            <a:r>
              <a:rPr lang="en-US" sz="1200" dirty="0"/>
              <a:t>-validate methods used for IEF/EVBPS county disaggregation</a:t>
            </a:r>
          </a:p>
          <a:p>
            <a:endParaRPr lang="en-US" sz="1200" dirty="0"/>
          </a:p>
          <a:p>
            <a:endParaRPr lang="en-US" sz="1200" dirty="0"/>
          </a:p>
          <a:p>
            <a:r>
              <a:rPr lang="en-US" sz="1200" dirty="0"/>
              <a:t>There's a paper here...</a:t>
            </a:r>
          </a:p>
          <a:p>
            <a:r>
              <a:rPr lang="en-US" sz="1200" dirty="0"/>
              <a:t>TITLE</a:t>
            </a:r>
          </a:p>
          <a:p>
            <a:r>
              <a:rPr lang="en-US" sz="1200" dirty="0"/>
              <a:t>Predicting US light-duty vehicle sales and turnover at the county level ... TR Part B?</a:t>
            </a:r>
          </a:p>
          <a:p>
            <a:endParaRPr lang="en-US" sz="1200" dirty="0"/>
          </a:p>
          <a:p>
            <a:r>
              <a:rPr lang="en-US" sz="1200" dirty="0"/>
              <a:t>Vehicle markets and populations and sales vary greatly across the US. New vehicle sales is typically how EVs are modeled to enter the vehicle stock.</a:t>
            </a:r>
          </a:p>
          <a:p>
            <a:endParaRPr lang="en-US" sz="1200" dirty="0"/>
          </a:p>
          <a:p>
            <a:r>
              <a:rPr lang="en-US" sz="1200" dirty="0"/>
              <a:t>While vehicle sales depend on the economy, automotive industry, and new and used market supply, demand, and prices, long-term projections do not seek to model economic or industry fluctuations. </a:t>
            </a:r>
          </a:p>
          <a:p>
            <a:endParaRPr lang="en-US" sz="1200" dirty="0"/>
          </a:p>
          <a:p>
            <a:r>
              <a:rPr lang="en-US" sz="1200" dirty="0"/>
              <a:t>Without explicitly modeling population and economic growth, and holding vehicle ownership levels fixed (fixed vehicles per household ratio), TEMPO models new vehicle sales arising from vehicle retirements according to survival curves.</a:t>
            </a:r>
          </a:p>
          <a:p>
            <a:endParaRPr lang="en-US" sz="1200" dirty="0"/>
          </a:p>
          <a:p>
            <a:r>
              <a:rPr lang="en-US" sz="1200" dirty="0"/>
              <a:t>national survival: </a:t>
            </a:r>
            <a:r>
              <a:rPr lang="en-US" sz="1200" dirty="0" err="1"/>
              <a:t>greene</a:t>
            </a:r>
            <a:r>
              <a:rPr lang="en-US" sz="1200" dirty="0"/>
              <a:t>, </a:t>
            </a:r>
            <a:r>
              <a:rPr lang="en-US" sz="1200" dirty="0" err="1"/>
              <a:t>jacobsen</a:t>
            </a:r>
            <a:r>
              <a:rPr lang="en-US" sz="1200" dirty="0"/>
              <a:t> van </a:t>
            </a:r>
            <a:r>
              <a:rPr lang="en-US" sz="1200" dirty="0" err="1"/>
              <a:t>benthem</a:t>
            </a:r>
            <a:r>
              <a:rPr lang="en-US" sz="1200" dirty="0"/>
              <a:t>, ...</a:t>
            </a:r>
          </a:p>
          <a:p>
            <a:r>
              <a:rPr lang="en-US" sz="1200" dirty="0"/>
              <a:t>national / state sales: e.g. </a:t>
            </a:r>
            <a:r>
              <a:rPr lang="en-US" sz="1200" dirty="0" err="1"/>
              <a:t>aai</a:t>
            </a:r>
            <a:r>
              <a:rPr lang="en-US" sz="1200" dirty="0"/>
              <a:t> , county level data not readily available</a:t>
            </a:r>
          </a:p>
          <a:p>
            <a:endParaRPr lang="en-US" sz="1200" dirty="0"/>
          </a:p>
          <a:p>
            <a:r>
              <a:rPr lang="en-US" sz="1200" dirty="0"/>
              <a:t>systems dynamics models also rely on turnover rates.</a:t>
            </a:r>
          </a:p>
          <a:p>
            <a:endParaRPr lang="en-US" sz="1200" dirty="0"/>
          </a:p>
          <a:p>
            <a:r>
              <a:rPr lang="en-US" sz="1200" dirty="0"/>
              <a:t>Implications: </a:t>
            </a:r>
          </a:p>
          <a:p>
            <a:r>
              <a:rPr lang="en-US" sz="1200" dirty="0"/>
              <a:t>vehicle turnover affects what vintage of vehicles are on the road - safety, emissions...</a:t>
            </a:r>
          </a:p>
          <a:p>
            <a:r>
              <a:rPr lang="en-US" sz="1200" dirty="0"/>
              <a:t>granular modeling matters for understanding local impacts of changes in vehicle powertrains, equity impacts of areas much more dependent on used vehicles than new vehicles...</a:t>
            </a:r>
          </a:p>
          <a:p>
            <a:endParaRPr lang="en-US" sz="1200" dirty="0"/>
          </a:p>
          <a:p>
            <a:endParaRPr lang="en-US" sz="1200" dirty="0"/>
          </a:p>
          <a:p>
            <a:r>
              <a:rPr lang="en-US" sz="1200" dirty="0"/>
              <a:t>Potential methods of predicting county-level new vehicle sales (or sales/stock ratio):</a:t>
            </a:r>
          </a:p>
          <a:p>
            <a:endParaRPr lang="en-US" sz="1200" dirty="0"/>
          </a:p>
          <a:p>
            <a:r>
              <a:rPr lang="en-US" sz="1200" dirty="0"/>
              <a:t>apply national survival to county stock (assuming fixed ownership rates) =&gt; fail. (ages will converge to national)</a:t>
            </a:r>
          </a:p>
          <a:p>
            <a:endParaRPr lang="en-US" sz="1200" dirty="0"/>
          </a:p>
          <a:p>
            <a:r>
              <a:rPr lang="en-US" sz="1200" dirty="0"/>
              <a:t>assume fixed sales rate</a:t>
            </a:r>
          </a:p>
          <a:p>
            <a:r>
              <a:rPr lang="en-US" sz="1200" dirty="0"/>
              <a:t>- assume based on latest year, approximating from MY</a:t>
            </a:r>
          </a:p>
          <a:p>
            <a:r>
              <a:rPr lang="en-US" sz="1200" dirty="0"/>
              <a:t>- assume average of past years, approximating from MY</a:t>
            </a:r>
          </a:p>
          <a:p>
            <a:endParaRPr lang="en-US" sz="1200" dirty="0"/>
          </a:p>
          <a:p>
            <a:r>
              <a:rPr lang="en-US" sz="1200" dirty="0"/>
              <a:t>assume fixed age</a:t>
            </a:r>
          </a:p>
          <a:p>
            <a:r>
              <a:rPr lang="en-US" sz="1200" dirty="0"/>
              <a:t>- assume sales based on turnover rate based on 1/(med age * 2)</a:t>
            </a:r>
          </a:p>
          <a:p>
            <a:r>
              <a:rPr lang="en-US" sz="1200" dirty="0"/>
              <a:t>- assume sales based on turnover rate based on 1/(avg age * 2)</a:t>
            </a:r>
          </a:p>
          <a:p>
            <a:endParaRPr lang="en-US" sz="1200" dirty="0"/>
          </a:p>
          <a:p>
            <a:r>
              <a:rPr lang="en-US" sz="1200" dirty="0"/>
              <a:t>EIA: regional survival. assume fuel type independence. </a:t>
            </a:r>
          </a:p>
          <a:p>
            <a:endParaRPr lang="en-US" sz="1200" dirty="0"/>
          </a:p>
          <a:p>
            <a:r>
              <a:rPr lang="en-US" sz="1200" dirty="0"/>
              <a:t>These methods help maintain county-level ages, but don't reflect imports/exports affecting fuel type.</a:t>
            </a:r>
          </a:p>
          <a:p>
            <a:endParaRPr lang="en-US" sz="1200" dirty="0"/>
          </a:p>
          <a:p>
            <a:r>
              <a:rPr lang="en-US" sz="1200" dirty="0"/>
              <a:t>Maintain ages with fuel type specificity? not appropriate for fast-changing EV market?</a:t>
            </a:r>
          </a:p>
          <a:p>
            <a:endParaRPr lang="en-US" sz="1200" dirty="0"/>
          </a:p>
          <a:p>
            <a:endParaRPr lang="en-US" sz="1200" dirty="0"/>
          </a:p>
          <a:p>
            <a:endParaRPr lang="en-US" sz="1200" dirty="0"/>
          </a:p>
          <a:p>
            <a:endParaRPr lang="en-US" sz="1200" dirty="0"/>
          </a:p>
          <a:p>
            <a:r>
              <a:rPr lang="en-US" sz="1200" dirty="0"/>
              <a:t>goal of this paper is to produce summary statistics and distributions that can allow for granular modeling of vehicle sales and turnover, and identify methods for projecting at the county level, without needing raw registration data.</a:t>
            </a:r>
          </a:p>
        </p:txBody>
      </p:sp>
    </p:spTree>
    <p:extLst>
      <p:ext uri="{BB962C8B-B14F-4D97-AF65-F5344CB8AC3E}">
        <p14:creationId xmlns:p14="http://schemas.microsoft.com/office/powerpoint/2010/main" val="1286511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E3642-D8A3-FD64-7FF9-08A8DDE4B7F0}"/>
              </a:ext>
            </a:extLst>
          </p:cNvPr>
          <p:cNvSpPr>
            <a:spLocks noGrp="1"/>
          </p:cNvSpPr>
          <p:nvPr>
            <p:ph type="title"/>
          </p:nvPr>
        </p:nvSpPr>
        <p:spPr>
          <a:xfrm>
            <a:off x="457199" y="0"/>
            <a:ext cx="8185151" cy="907143"/>
          </a:xfrm>
        </p:spPr>
        <p:txBody>
          <a:bodyPr/>
          <a:lstStyle/>
          <a:p>
            <a:r>
              <a:rPr lang="en-US" dirty="0"/>
              <a:t>Disproportionate ownership of new vehicles and EVs by high-income households</a:t>
            </a:r>
          </a:p>
        </p:txBody>
      </p:sp>
      <p:pic>
        <p:nvPicPr>
          <p:cNvPr id="1026" name="Picture 2" descr="image">
            <a:extLst>
              <a:ext uri="{FF2B5EF4-FFF2-40B4-BE49-F238E27FC236}">
                <a16:creationId xmlns:a16="http://schemas.microsoft.com/office/drawing/2014/main" id="{6753B3D9-602E-59D8-B440-F13EFB341C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199" y="1099457"/>
            <a:ext cx="4185691" cy="241209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a:extLst>
              <a:ext uri="{FF2B5EF4-FFF2-40B4-BE49-F238E27FC236}">
                <a16:creationId xmlns:a16="http://schemas.microsoft.com/office/drawing/2014/main" id="{01C7B9DC-E229-05D3-7185-1EB1D27817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7224" y="907142"/>
            <a:ext cx="4336125" cy="3560325"/>
          </a:xfrm>
          <a:prstGeom prst="rect">
            <a:avLst/>
          </a:prstGeom>
          <a:noFill/>
          <a:extLst>
            <a:ext uri="{909E8E84-426E-40DD-AFC4-6F175D3DCCD1}">
              <a14:hiddenFill xmlns:a14="http://schemas.microsoft.com/office/drawing/2010/main">
                <a:solidFill>
                  <a:srgbClr val="FFFFFF"/>
                </a:solidFill>
              </a14:hiddenFill>
            </a:ext>
          </a:extLst>
        </p:spPr>
      </p:pic>
      <p:sp>
        <p:nvSpPr>
          <p:cNvPr id="4" name="Text Placeholder 2">
            <a:extLst>
              <a:ext uri="{FF2B5EF4-FFF2-40B4-BE49-F238E27FC236}">
                <a16:creationId xmlns:a16="http://schemas.microsoft.com/office/drawing/2014/main" id="{FEFC9830-3389-E33B-380E-71AC4E9BD946}"/>
              </a:ext>
            </a:extLst>
          </p:cNvPr>
          <p:cNvSpPr>
            <a:spLocks noGrp="1"/>
          </p:cNvSpPr>
          <p:nvPr>
            <p:ph type="body" sz="quarter" idx="10"/>
          </p:nvPr>
        </p:nvSpPr>
        <p:spPr>
          <a:xfrm>
            <a:off x="2910236" y="4460980"/>
            <a:ext cx="6390272" cy="1301750"/>
          </a:xfrm>
        </p:spPr>
        <p:txBody>
          <a:bodyPr>
            <a:normAutofit/>
          </a:bodyPr>
          <a:lstStyle/>
          <a:p>
            <a:pPr marL="0" indent="0" algn="l">
              <a:buNone/>
            </a:pPr>
            <a:r>
              <a:rPr lang="en-US" dirty="0"/>
              <a:t>Skew is growing, and may change in the future</a:t>
            </a:r>
          </a:p>
        </p:txBody>
      </p:sp>
      <p:pic>
        <p:nvPicPr>
          <p:cNvPr id="5" name="Picture 4">
            <a:extLst>
              <a:ext uri="{FF2B5EF4-FFF2-40B4-BE49-F238E27FC236}">
                <a16:creationId xmlns:a16="http://schemas.microsoft.com/office/drawing/2014/main" id="{BF6938C4-0244-91F3-CDE3-57875CB2E99C}"/>
              </a:ext>
            </a:extLst>
          </p:cNvPr>
          <p:cNvPicPr>
            <a:picLocks noChangeAspect="1"/>
          </p:cNvPicPr>
          <p:nvPr/>
        </p:nvPicPr>
        <p:blipFill>
          <a:blip r:embed="rId4"/>
          <a:stretch>
            <a:fillRect/>
          </a:stretch>
        </p:blipFill>
        <p:spPr>
          <a:xfrm>
            <a:off x="457199" y="3511550"/>
            <a:ext cx="1965975" cy="1631950"/>
          </a:xfrm>
          <a:prstGeom prst="rect">
            <a:avLst/>
          </a:prstGeom>
        </p:spPr>
      </p:pic>
    </p:spTree>
    <p:extLst>
      <p:ext uri="{BB962C8B-B14F-4D97-AF65-F5344CB8AC3E}">
        <p14:creationId xmlns:p14="http://schemas.microsoft.com/office/powerpoint/2010/main" val="1731212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864A3-F743-4981-77E2-993E2E0BAF7F}"/>
              </a:ext>
            </a:extLst>
          </p:cNvPr>
          <p:cNvSpPr>
            <a:spLocks noGrp="1"/>
          </p:cNvSpPr>
          <p:nvPr>
            <p:ph type="title"/>
          </p:nvPr>
        </p:nvSpPr>
        <p:spPr>
          <a:xfrm>
            <a:off x="457199" y="0"/>
            <a:ext cx="8184383" cy="907143"/>
          </a:xfrm>
        </p:spPr>
        <p:txBody>
          <a:bodyPr/>
          <a:lstStyle/>
          <a:p>
            <a:r>
              <a:rPr lang="en-US"/>
              <a:t>EV diffusion depends </a:t>
            </a:r>
            <a:r>
              <a:rPr lang="en-US" dirty="0"/>
              <a:t>on both </a:t>
            </a:r>
            <a:br>
              <a:rPr lang="en-US" dirty="0"/>
            </a:br>
            <a:r>
              <a:rPr lang="en-US" dirty="0"/>
              <a:t>sales share and new sales</a:t>
            </a:r>
          </a:p>
        </p:txBody>
      </p:sp>
      <p:sp>
        <p:nvSpPr>
          <p:cNvPr id="3" name="Text Placeholder 2">
            <a:extLst>
              <a:ext uri="{FF2B5EF4-FFF2-40B4-BE49-F238E27FC236}">
                <a16:creationId xmlns:a16="http://schemas.microsoft.com/office/drawing/2014/main" id="{52663CBC-992C-948C-7BF6-AA7AF1AC8D74}"/>
              </a:ext>
            </a:extLst>
          </p:cNvPr>
          <p:cNvSpPr>
            <a:spLocks noGrp="1"/>
          </p:cNvSpPr>
          <p:nvPr>
            <p:ph type="body" sz="quarter" idx="10"/>
          </p:nvPr>
        </p:nvSpPr>
        <p:spPr>
          <a:xfrm>
            <a:off x="368746" y="1124857"/>
            <a:ext cx="4551212" cy="4018643"/>
          </a:xfrm>
        </p:spPr>
        <p:txBody>
          <a:bodyPr>
            <a:normAutofit fontScale="92500" lnSpcReduction="20000"/>
          </a:bodyPr>
          <a:lstStyle/>
          <a:p>
            <a:pPr marL="0" indent="0" algn="l">
              <a:buNone/>
            </a:pPr>
            <a:r>
              <a:rPr lang="en-US" b="0" i="0" dirty="0">
                <a:effectLst/>
                <a:latin typeface="-apple-system"/>
              </a:rPr>
              <a:t>Projected EVs in a county = a function of both:</a:t>
            </a:r>
          </a:p>
          <a:p>
            <a:pPr marL="0" indent="0" algn="l">
              <a:buNone/>
            </a:pPr>
            <a:r>
              <a:rPr lang="en-US" b="0" i="0" dirty="0">
                <a:effectLst/>
                <a:latin typeface="-apple-system"/>
              </a:rPr>
              <a:t>1) Trajectory of EVs as share of new vehicle sales</a:t>
            </a:r>
          </a:p>
          <a:p>
            <a:pPr marL="0" indent="0" algn="l">
              <a:buNone/>
            </a:pPr>
            <a:r>
              <a:rPr lang="en-US" dirty="0">
                <a:latin typeface="-apple-system"/>
              </a:rPr>
              <a:t>2) Projected vehicle sales, driven by </a:t>
            </a:r>
            <a:r>
              <a:rPr lang="en-US" b="0" i="0" dirty="0">
                <a:effectLst/>
                <a:latin typeface="-apple-system"/>
              </a:rPr>
              <a:t>vehicle survival/ scrappage/turnover</a:t>
            </a:r>
          </a:p>
          <a:p>
            <a:pPr algn="l"/>
            <a:r>
              <a:rPr lang="en-US" b="0" i="0" dirty="0">
                <a:effectLst/>
                <a:latin typeface="-apple-system"/>
              </a:rPr>
              <a:t>“Preference” for “age” (i.e. used vehicles) is an understudied factor affecting EV adoption</a:t>
            </a:r>
          </a:p>
          <a:p>
            <a:pPr algn="l"/>
            <a:r>
              <a:rPr lang="en-US" b="0" i="0" dirty="0">
                <a:effectLst/>
                <a:latin typeface="-apple-system"/>
              </a:rPr>
              <a:t>Higher median age in a county is indicative of slower vehicle stock turnover, fewer new sales, </a:t>
            </a:r>
            <a:r>
              <a:rPr lang="en-US" b="0" i="1" dirty="0">
                <a:effectLst/>
                <a:latin typeface="-apple-system"/>
              </a:rPr>
              <a:t>fewer EVs</a:t>
            </a:r>
          </a:p>
          <a:p>
            <a:pPr marL="0" indent="0" algn="l">
              <a:buNone/>
            </a:pPr>
            <a:endParaRPr lang="en-US" dirty="0"/>
          </a:p>
        </p:txBody>
      </p:sp>
      <p:sp>
        <p:nvSpPr>
          <p:cNvPr id="10" name="TextBox 9">
            <a:extLst>
              <a:ext uri="{FF2B5EF4-FFF2-40B4-BE49-F238E27FC236}">
                <a16:creationId xmlns:a16="http://schemas.microsoft.com/office/drawing/2014/main" id="{B1C87E73-F7ED-B3BF-39DB-380668B7478D}"/>
              </a:ext>
            </a:extLst>
          </p:cNvPr>
          <p:cNvSpPr txBox="1"/>
          <p:nvPr/>
        </p:nvSpPr>
        <p:spPr>
          <a:xfrm>
            <a:off x="4072067" y="985275"/>
            <a:ext cx="5644359" cy="246221"/>
          </a:xfrm>
          <a:prstGeom prst="rect">
            <a:avLst/>
          </a:prstGeom>
          <a:noFill/>
        </p:spPr>
        <p:txBody>
          <a:bodyPr wrap="square">
            <a:spAutoFit/>
          </a:bodyPr>
          <a:lstStyle/>
          <a:p>
            <a:pPr marL="548640" marR="548640" algn="ctr">
              <a:spcBef>
                <a:spcPts val="1000"/>
              </a:spcBef>
              <a:spcAft>
                <a:spcPts val="800"/>
              </a:spcAft>
            </a:pPr>
            <a:r>
              <a:rPr lang="en-US" sz="1000" i="1" dirty="0">
                <a:solidFill>
                  <a:srgbClr val="404040"/>
                </a:solidFill>
                <a:effectLst/>
                <a:latin typeface="Times New Roman" panose="02020603050405020304" pitchFamily="18" charset="0"/>
                <a:ea typeface="Times New Roman" panose="02020603050405020304" pitchFamily="18" charset="0"/>
              </a:rPr>
              <a:t>“The future is already here; it’s just not very evenly distributed.” – William Gibson</a:t>
            </a:r>
          </a:p>
        </p:txBody>
      </p:sp>
      <p:pic>
        <p:nvPicPr>
          <p:cNvPr id="5" name="Picture 4" descr="Map&#10;&#10;Description automatically generated">
            <a:extLst>
              <a:ext uri="{FF2B5EF4-FFF2-40B4-BE49-F238E27FC236}">
                <a16:creationId xmlns:a16="http://schemas.microsoft.com/office/drawing/2014/main" id="{F3DADE64-A476-99E7-216B-FCF50F910C5F}"/>
              </a:ext>
            </a:extLst>
          </p:cNvPr>
          <p:cNvPicPr>
            <a:picLocks noChangeAspect="1"/>
          </p:cNvPicPr>
          <p:nvPr/>
        </p:nvPicPr>
        <p:blipFill>
          <a:blip r:embed="rId3"/>
          <a:stretch>
            <a:fillRect/>
          </a:stretch>
        </p:blipFill>
        <p:spPr>
          <a:xfrm>
            <a:off x="5065446" y="1124857"/>
            <a:ext cx="3657600" cy="2257778"/>
          </a:xfrm>
          <a:prstGeom prst="rect">
            <a:avLst/>
          </a:prstGeom>
        </p:spPr>
      </p:pic>
      <p:pic>
        <p:nvPicPr>
          <p:cNvPr id="9" name="Picture 8" descr="Map&#10;&#10;Description automatically generated">
            <a:extLst>
              <a:ext uri="{FF2B5EF4-FFF2-40B4-BE49-F238E27FC236}">
                <a16:creationId xmlns:a16="http://schemas.microsoft.com/office/drawing/2014/main" id="{8D5FB8D1-2AB4-485D-5334-1A2509DD39F4}"/>
              </a:ext>
            </a:extLst>
          </p:cNvPr>
          <p:cNvPicPr>
            <a:picLocks noChangeAspect="1"/>
          </p:cNvPicPr>
          <p:nvPr/>
        </p:nvPicPr>
        <p:blipFill>
          <a:blip r:embed="rId4"/>
          <a:stretch>
            <a:fillRect/>
          </a:stretch>
        </p:blipFill>
        <p:spPr>
          <a:xfrm>
            <a:off x="5117654" y="3029336"/>
            <a:ext cx="3657600" cy="2257778"/>
          </a:xfrm>
          <a:prstGeom prst="rect">
            <a:avLst/>
          </a:prstGeom>
        </p:spPr>
      </p:pic>
    </p:spTree>
    <p:extLst>
      <p:ext uri="{BB962C8B-B14F-4D97-AF65-F5344CB8AC3E}">
        <p14:creationId xmlns:p14="http://schemas.microsoft.com/office/powerpoint/2010/main" val="51140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D01E2-9A88-CD5E-D0A0-58BD86872CB2}"/>
              </a:ext>
            </a:extLst>
          </p:cNvPr>
          <p:cNvSpPr>
            <a:spLocks noGrp="1"/>
          </p:cNvSpPr>
          <p:nvPr>
            <p:ph type="title"/>
          </p:nvPr>
        </p:nvSpPr>
        <p:spPr>
          <a:xfrm>
            <a:off x="457199" y="0"/>
            <a:ext cx="8193187" cy="907143"/>
          </a:xfrm>
        </p:spPr>
        <p:txBody>
          <a:bodyPr/>
          <a:lstStyle/>
          <a:p>
            <a:r>
              <a:rPr lang="en-US" b="0" i="0" dirty="0">
                <a:effectLst/>
                <a:latin typeface="-apple-system"/>
              </a:rPr>
              <a:t>EV sales share and age have been somewhat </a:t>
            </a:r>
            <a:br>
              <a:rPr lang="en-US" b="0" i="0" dirty="0">
                <a:effectLst/>
                <a:latin typeface="-apple-system"/>
              </a:rPr>
            </a:br>
            <a:r>
              <a:rPr lang="en-US" b="0" i="0" dirty="0">
                <a:effectLst/>
                <a:latin typeface="-apple-system"/>
              </a:rPr>
              <a:t>anti-correlated so far</a:t>
            </a:r>
            <a:endParaRPr lang="en-US" dirty="0"/>
          </a:p>
        </p:txBody>
      </p:sp>
      <p:sp>
        <p:nvSpPr>
          <p:cNvPr id="3" name="Text Placeholder 2">
            <a:extLst>
              <a:ext uri="{FF2B5EF4-FFF2-40B4-BE49-F238E27FC236}">
                <a16:creationId xmlns:a16="http://schemas.microsoft.com/office/drawing/2014/main" id="{4B2AC811-91F7-040D-0131-DE6AFD81162C}"/>
              </a:ext>
            </a:extLst>
          </p:cNvPr>
          <p:cNvSpPr>
            <a:spLocks noGrp="1"/>
          </p:cNvSpPr>
          <p:nvPr>
            <p:ph type="body" sz="quarter" idx="10"/>
          </p:nvPr>
        </p:nvSpPr>
        <p:spPr>
          <a:xfrm>
            <a:off x="390368" y="1085345"/>
            <a:ext cx="2848396" cy="3997466"/>
          </a:xfrm>
        </p:spPr>
        <p:txBody>
          <a:bodyPr>
            <a:normAutofit fontScale="85000" lnSpcReduction="20000"/>
          </a:bodyPr>
          <a:lstStyle/>
          <a:p>
            <a:r>
              <a:rPr lang="en-US" b="0" i="0" dirty="0">
                <a:effectLst/>
                <a:latin typeface="-apple-system"/>
              </a:rPr>
              <a:t>Counties typically have had higher EV sales share AND newer vehicles / faster turnover so far, mostly in CA</a:t>
            </a:r>
          </a:p>
          <a:p>
            <a:r>
              <a:rPr lang="en-US" dirty="0">
                <a:latin typeface="-apple-system"/>
              </a:rPr>
              <a:t>However, </a:t>
            </a:r>
            <a:r>
              <a:rPr lang="en-US" b="0" i="0" dirty="0">
                <a:effectLst/>
                <a:latin typeface="-apple-system"/>
              </a:rPr>
              <a:t>this may not be the case in the </a:t>
            </a:r>
            <a:r>
              <a:rPr lang="en-US" dirty="0">
                <a:latin typeface="-apple-system"/>
              </a:rPr>
              <a:t>future</a:t>
            </a:r>
          </a:p>
          <a:p>
            <a:r>
              <a:rPr lang="en-US" b="0" i="0" dirty="0">
                <a:effectLst/>
                <a:latin typeface="-apple-system"/>
              </a:rPr>
              <a:t>To make better EV adoption projections, both ZEV sales share and age need to be considered in modeling</a:t>
            </a:r>
          </a:p>
          <a:p>
            <a:endParaRPr lang="en-US" dirty="0"/>
          </a:p>
        </p:txBody>
      </p:sp>
      <p:pic>
        <p:nvPicPr>
          <p:cNvPr id="5" name="Picture 4" descr="Chart&#10;&#10;Description automatically generated">
            <a:extLst>
              <a:ext uri="{FF2B5EF4-FFF2-40B4-BE49-F238E27FC236}">
                <a16:creationId xmlns:a16="http://schemas.microsoft.com/office/drawing/2014/main" id="{AE4E7644-3F97-4143-FE0C-F9E0DFA1F34E}"/>
              </a:ext>
            </a:extLst>
          </p:cNvPr>
          <p:cNvPicPr>
            <a:picLocks noChangeAspect="1"/>
          </p:cNvPicPr>
          <p:nvPr/>
        </p:nvPicPr>
        <p:blipFill>
          <a:blip r:embed="rId3"/>
          <a:stretch>
            <a:fillRect/>
          </a:stretch>
        </p:blipFill>
        <p:spPr>
          <a:xfrm>
            <a:off x="3171933" y="907143"/>
            <a:ext cx="5972067" cy="4180447"/>
          </a:xfrm>
          <a:prstGeom prst="rect">
            <a:avLst/>
          </a:prstGeom>
        </p:spPr>
      </p:pic>
    </p:spTree>
    <p:extLst>
      <p:ext uri="{BB962C8B-B14F-4D97-AF65-F5344CB8AC3E}">
        <p14:creationId xmlns:p14="http://schemas.microsoft.com/office/powerpoint/2010/main" val="15385778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1D1BE-0BAD-706D-F60B-ED2DD265A293}"/>
              </a:ext>
            </a:extLst>
          </p:cNvPr>
          <p:cNvSpPr>
            <a:spLocks noGrp="1"/>
          </p:cNvSpPr>
          <p:nvPr>
            <p:ph type="title"/>
          </p:nvPr>
        </p:nvSpPr>
        <p:spPr/>
        <p:txBody>
          <a:bodyPr/>
          <a:lstStyle/>
          <a:p>
            <a:r>
              <a:rPr lang="en-US" dirty="0"/>
              <a:t>National-level vehicle fleet </a:t>
            </a:r>
            <a:br>
              <a:rPr lang="en-US" dirty="0"/>
            </a:br>
            <a:r>
              <a:rPr lang="en-US" dirty="0"/>
              <a:t>survival curve</a:t>
            </a:r>
          </a:p>
        </p:txBody>
      </p:sp>
      <p:pic>
        <p:nvPicPr>
          <p:cNvPr id="4" name="Picture 3" descr="A screenshot of a graph&#10;&#10;Description automatically generated">
            <a:extLst>
              <a:ext uri="{FF2B5EF4-FFF2-40B4-BE49-F238E27FC236}">
                <a16:creationId xmlns:a16="http://schemas.microsoft.com/office/drawing/2014/main" id="{54CD579E-B3FB-D9E9-5E28-56BACFFA2B68}"/>
              </a:ext>
            </a:extLst>
          </p:cNvPr>
          <p:cNvPicPr>
            <a:picLocks noChangeAspect="1"/>
          </p:cNvPicPr>
          <p:nvPr/>
        </p:nvPicPr>
        <p:blipFill rotWithShape="1">
          <a:blip r:embed="rId3"/>
          <a:srcRect l="32377" t="62718" r="39666" b="3138"/>
          <a:stretch/>
        </p:blipFill>
        <p:spPr>
          <a:xfrm>
            <a:off x="1654819" y="1149323"/>
            <a:ext cx="3232769" cy="3158453"/>
          </a:xfrm>
          <a:prstGeom prst="rect">
            <a:avLst/>
          </a:prstGeom>
        </p:spPr>
      </p:pic>
      <p:pic>
        <p:nvPicPr>
          <p:cNvPr id="5" name="Picture 4" descr="A screenshot of a graph&#10;&#10;Description automatically generated">
            <a:extLst>
              <a:ext uri="{FF2B5EF4-FFF2-40B4-BE49-F238E27FC236}">
                <a16:creationId xmlns:a16="http://schemas.microsoft.com/office/drawing/2014/main" id="{7506B353-0DD8-C541-39F1-61F84BDE0891}"/>
              </a:ext>
            </a:extLst>
          </p:cNvPr>
          <p:cNvPicPr>
            <a:picLocks noChangeAspect="1"/>
          </p:cNvPicPr>
          <p:nvPr/>
        </p:nvPicPr>
        <p:blipFill rotWithShape="1">
          <a:blip r:embed="rId3"/>
          <a:srcRect l="88753" t="43150" r="1156" b="44011"/>
          <a:stretch/>
        </p:blipFill>
        <p:spPr>
          <a:xfrm>
            <a:off x="3653852" y="1656696"/>
            <a:ext cx="1038280" cy="1056720"/>
          </a:xfrm>
          <a:prstGeom prst="rect">
            <a:avLst/>
          </a:prstGeom>
        </p:spPr>
      </p:pic>
      <p:sp>
        <p:nvSpPr>
          <p:cNvPr id="6" name="Rectangle 5">
            <a:extLst>
              <a:ext uri="{FF2B5EF4-FFF2-40B4-BE49-F238E27FC236}">
                <a16:creationId xmlns:a16="http://schemas.microsoft.com/office/drawing/2014/main" id="{5EA83731-EFEB-DC3C-FC24-5921C03BDE49}"/>
              </a:ext>
            </a:extLst>
          </p:cNvPr>
          <p:cNvSpPr/>
          <p:nvPr/>
        </p:nvSpPr>
        <p:spPr>
          <a:xfrm>
            <a:off x="1197621" y="1802010"/>
            <a:ext cx="501702" cy="34263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dirty="0">
                <a:solidFill>
                  <a:sysClr val="windowText" lastClr="000000"/>
                </a:solidFill>
              </a:rPr>
              <a:t>100%</a:t>
            </a:r>
          </a:p>
        </p:txBody>
      </p:sp>
      <p:sp>
        <p:nvSpPr>
          <p:cNvPr id="7" name="Rectangle 6">
            <a:extLst>
              <a:ext uri="{FF2B5EF4-FFF2-40B4-BE49-F238E27FC236}">
                <a16:creationId xmlns:a16="http://schemas.microsoft.com/office/drawing/2014/main" id="{84814BCC-6771-951E-E86A-C10777DE8DA1}"/>
              </a:ext>
            </a:extLst>
          </p:cNvPr>
          <p:cNvSpPr/>
          <p:nvPr/>
        </p:nvSpPr>
        <p:spPr>
          <a:xfrm>
            <a:off x="1197621" y="3572817"/>
            <a:ext cx="501702" cy="34263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dirty="0">
                <a:solidFill>
                  <a:sysClr val="windowText" lastClr="000000"/>
                </a:solidFill>
              </a:rPr>
              <a:t>0%</a:t>
            </a:r>
          </a:p>
        </p:txBody>
      </p:sp>
      <p:sp>
        <p:nvSpPr>
          <p:cNvPr id="8" name="Rectangle 7">
            <a:extLst>
              <a:ext uri="{FF2B5EF4-FFF2-40B4-BE49-F238E27FC236}">
                <a16:creationId xmlns:a16="http://schemas.microsoft.com/office/drawing/2014/main" id="{A95AC2C0-FE84-2540-0720-8EADFB4621D8}"/>
              </a:ext>
            </a:extLst>
          </p:cNvPr>
          <p:cNvSpPr/>
          <p:nvPr/>
        </p:nvSpPr>
        <p:spPr>
          <a:xfrm>
            <a:off x="1197621" y="2689101"/>
            <a:ext cx="501702" cy="34263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dirty="0">
                <a:solidFill>
                  <a:sysClr val="windowText" lastClr="000000"/>
                </a:solidFill>
              </a:rPr>
              <a:t>50%</a:t>
            </a:r>
          </a:p>
        </p:txBody>
      </p:sp>
      <p:sp>
        <p:nvSpPr>
          <p:cNvPr id="9" name="Rectangle 8">
            <a:extLst>
              <a:ext uri="{FF2B5EF4-FFF2-40B4-BE49-F238E27FC236}">
                <a16:creationId xmlns:a16="http://schemas.microsoft.com/office/drawing/2014/main" id="{997AF675-C781-01EB-47F4-FAADF68CAB01}"/>
              </a:ext>
            </a:extLst>
          </p:cNvPr>
          <p:cNvSpPr/>
          <p:nvPr/>
        </p:nvSpPr>
        <p:spPr>
          <a:xfrm>
            <a:off x="2693299" y="4112183"/>
            <a:ext cx="1198970" cy="342633"/>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dirty="0">
                <a:solidFill>
                  <a:sysClr val="windowText" lastClr="000000"/>
                </a:solidFill>
              </a:rPr>
              <a:t>Vehicle Age</a:t>
            </a:r>
          </a:p>
        </p:txBody>
      </p:sp>
      <p:sp>
        <p:nvSpPr>
          <p:cNvPr id="10" name="Rectangle 9">
            <a:extLst>
              <a:ext uri="{FF2B5EF4-FFF2-40B4-BE49-F238E27FC236}">
                <a16:creationId xmlns:a16="http://schemas.microsoft.com/office/drawing/2014/main" id="{4255F97E-F2C2-D858-0133-C47CB4EDC442}"/>
              </a:ext>
            </a:extLst>
          </p:cNvPr>
          <p:cNvSpPr/>
          <p:nvPr/>
        </p:nvSpPr>
        <p:spPr>
          <a:xfrm>
            <a:off x="1654819" y="1109243"/>
            <a:ext cx="3625232" cy="42053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5D5F748F-345E-23B0-A4D6-029C6132A443}"/>
              </a:ext>
            </a:extLst>
          </p:cNvPr>
          <p:cNvCxnSpPr>
            <a:cxnSpLocks/>
          </p:cNvCxnSpPr>
          <p:nvPr/>
        </p:nvCxnSpPr>
        <p:spPr>
          <a:xfrm flipV="1">
            <a:off x="2346690" y="2483679"/>
            <a:ext cx="0" cy="2136873"/>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03F9C457-48F6-37EE-56BF-3DF412B81EFE}"/>
              </a:ext>
            </a:extLst>
          </p:cNvPr>
          <p:cNvSpPr/>
          <p:nvPr/>
        </p:nvSpPr>
        <p:spPr>
          <a:xfrm>
            <a:off x="75799" y="1656696"/>
            <a:ext cx="1121821" cy="225875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dirty="0">
                <a:solidFill>
                  <a:sysClr val="windowText" lastClr="000000"/>
                </a:solidFill>
              </a:rPr>
              <a:t>Proportion of new vehicles in the U.S. surviving to </a:t>
            </a:r>
          </a:p>
          <a:p>
            <a:pPr algn="ctr"/>
            <a:r>
              <a:rPr lang="en-US" sz="1200" b="1" dirty="0">
                <a:solidFill>
                  <a:sysClr val="windowText" lastClr="000000"/>
                </a:solidFill>
              </a:rPr>
              <a:t>age x</a:t>
            </a:r>
          </a:p>
        </p:txBody>
      </p:sp>
      <p:sp>
        <p:nvSpPr>
          <p:cNvPr id="16" name="Rectangle 15">
            <a:extLst>
              <a:ext uri="{FF2B5EF4-FFF2-40B4-BE49-F238E27FC236}">
                <a16:creationId xmlns:a16="http://schemas.microsoft.com/office/drawing/2014/main" id="{1CC1AAA4-B958-3063-7799-8ED1EB1EE63D}"/>
              </a:ext>
            </a:extLst>
          </p:cNvPr>
          <p:cNvSpPr/>
          <p:nvPr/>
        </p:nvSpPr>
        <p:spPr>
          <a:xfrm>
            <a:off x="2128205" y="4434691"/>
            <a:ext cx="2443795" cy="64368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~70% of new cars survive to age 10</a:t>
            </a:r>
          </a:p>
        </p:txBody>
      </p:sp>
      <p:sp>
        <p:nvSpPr>
          <p:cNvPr id="17" name="Rectangle 16">
            <a:extLst>
              <a:ext uri="{FF2B5EF4-FFF2-40B4-BE49-F238E27FC236}">
                <a16:creationId xmlns:a16="http://schemas.microsoft.com/office/drawing/2014/main" id="{6963CF3C-E230-C24B-4AF8-6B0F49301760}"/>
              </a:ext>
            </a:extLst>
          </p:cNvPr>
          <p:cNvSpPr/>
          <p:nvPr/>
        </p:nvSpPr>
        <p:spPr>
          <a:xfrm>
            <a:off x="4572001" y="4434691"/>
            <a:ext cx="2710832" cy="64368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30% have retired/scrapped by this age </a:t>
            </a:r>
          </a:p>
          <a:p>
            <a:pPr algn="ctr"/>
            <a:r>
              <a:rPr lang="en-US" sz="1000" dirty="0"/>
              <a:t>(or been exported out of the U.S.)</a:t>
            </a:r>
          </a:p>
        </p:txBody>
      </p:sp>
      <p:cxnSp>
        <p:nvCxnSpPr>
          <p:cNvPr id="18" name="Straight Arrow Connector 17">
            <a:extLst>
              <a:ext uri="{FF2B5EF4-FFF2-40B4-BE49-F238E27FC236}">
                <a16:creationId xmlns:a16="http://schemas.microsoft.com/office/drawing/2014/main" id="{26504C66-9C86-1C4C-6290-541EE2A75F67}"/>
              </a:ext>
            </a:extLst>
          </p:cNvPr>
          <p:cNvCxnSpPr>
            <a:cxnSpLocks/>
          </p:cNvCxnSpPr>
          <p:nvPr/>
        </p:nvCxnSpPr>
        <p:spPr>
          <a:xfrm flipH="1">
            <a:off x="2994058" y="2858730"/>
            <a:ext cx="2350728"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id="{4AB2D5A4-F9D3-D08B-874A-1B4AAFF284AA}"/>
              </a:ext>
            </a:extLst>
          </p:cNvPr>
          <p:cNvSpPr/>
          <p:nvPr/>
        </p:nvSpPr>
        <p:spPr>
          <a:xfrm>
            <a:off x="5225732" y="2543318"/>
            <a:ext cx="3232769" cy="63082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~50% of new pickup trucks are still on the road at age 21</a:t>
            </a:r>
          </a:p>
        </p:txBody>
      </p:sp>
      <p:sp>
        <p:nvSpPr>
          <p:cNvPr id="38" name="Rectangle 37">
            <a:extLst>
              <a:ext uri="{FF2B5EF4-FFF2-40B4-BE49-F238E27FC236}">
                <a16:creationId xmlns:a16="http://schemas.microsoft.com/office/drawing/2014/main" id="{8E7F752A-8588-B5BC-D076-214975540091}"/>
              </a:ext>
            </a:extLst>
          </p:cNvPr>
          <p:cNvSpPr/>
          <p:nvPr/>
        </p:nvSpPr>
        <p:spPr>
          <a:xfrm>
            <a:off x="457199" y="980323"/>
            <a:ext cx="8193187" cy="39626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solidFill>
                  <a:sysClr val="windowText" lastClr="000000"/>
                </a:solidFill>
              </a:rPr>
              <a:t>- Describes how the vehicle fleet “turns over” over time (i.e. as vehicles age)</a:t>
            </a:r>
          </a:p>
        </p:txBody>
      </p:sp>
    </p:spTree>
    <p:extLst>
      <p:ext uri="{BB962C8B-B14F-4D97-AF65-F5344CB8AC3E}">
        <p14:creationId xmlns:p14="http://schemas.microsoft.com/office/powerpoint/2010/main" val="30909557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8F8CF-4904-FE24-FD73-03986B1C5391}"/>
              </a:ext>
            </a:extLst>
          </p:cNvPr>
          <p:cNvSpPr>
            <a:spLocks noGrp="1"/>
          </p:cNvSpPr>
          <p:nvPr>
            <p:ph type="title"/>
          </p:nvPr>
        </p:nvSpPr>
        <p:spPr>
          <a:xfrm>
            <a:off x="457199" y="0"/>
            <a:ext cx="3416301" cy="907143"/>
          </a:xfrm>
        </p:spPr>
        <p:txBody>
          <a:bodyPr/>
          <a:lstStyle/>
          <a:p>
            <a:r>
              <a:rPr lang="en-US" sz="2400" dirty="0"/>
              <a:t>National </a:t>
            </a:r>
            <a:br>
              <a:rPr lang="en-US" sz="2400" dirty="0"/>
            </a:br>
            <a:r>
              <a:rPr lang="en-US" sz="2400" dirty="0"/>
              <a:t>survival curves 2014-2022</a:t>
            </a:r>
          </a:p>
        </p:txBody>
      </p:sp>
      <p:sp>
        <p:nvSpPr>
          <p:cNvPr id="3" name="Text Placeholder 2">
            <a:extLst>
              <a:ext uri="{FF2B5EF4-FFF2-40B4-BE49-F238E27FC236}">
                <a16:creationId xmlns:a16="http://schemas.microsoft.com/office/drawing/2014/main" id="{45370165-0FB1-5172-6FA3-361C321E83CA}"/>
              </a:ext>
            </a:extLst>
          </p:cNvPr>
          <p:cNvSpPr>
            <a:spLocks noGrp="1"/>
          </p:cNvSpPr>
          <p:nvPr>
            <p:ph type="body" sz="quarter" idx="10"/>
          </p:nvPr>
        </p:nvSpPr>
        <p:spPr/>
        <p:txBody>
          <a:bodyPr/>
          <a:lstStyle/>
          <a:p>
            <a:endParaRPr lang="en-US"/>
          </a:p>
        </p:txBody>
      </p:sp>
      <p:pic>
        <p:nvPicPr>
          <p:cNvPr id="5" name="Picture 4" descr="A graph of different colored lines&#10;&#10;Description automatically generated">
            <a:extLst>
              <a:ext uri="{FF2B5EF4-FFF2-40B4-BE49-F238E27FC236}">
                <a16:creationId xmlns:a16="http://schemas.microsoft.com/office/drawing/2014/main" id="{2C6CCBA2-4585-6A4F-676C-6668B2289B5B}"/>
              </a:ext>
            </a:extLst>
          </p:cNvPr>
          <p:cNvPicPr>
            <a:picLocks noChangeAspect="1"/>
          </p:cNvPicPr>
          <p:nvPr/>
        </p:nvPicPr>
        <p:blipFill>
          <a:blip r:embed="rId3"/>
          <a:stretch>
            <a:fillRect/>
          </a:stretch>
        </p:blipFill>
        <p:spPr>
          <a:xfrm>
            <a:off x="0" y="1124857"/>
            <a:ext cx="4619625" cy="3695700"/>
          </a:xfrm>
          <a:prstGeom prst="rect">
            <a:avLst/>
          </a:prstGeom>
        </p:spPr>
      </p:pic>
      <p:pic>
        <p:nvPicPr>
          <p:cNvPr id="7" name="Picture 6" descr="A screenshot of a graph&#10;&#10;Description automatically generated">
            <a:extLst>
              <a:ext uri="{FF2B5EF4-FFF2-40B4-BE49-F238E27FC236}">
                <a16:creationId xmlns:a16="http://schemas.microsoft.com/office/drawing/2014/main" id="{B16000D1-012C-8D6E-4686-E268CE54E905}"/>
              </a:ext>
            </a:extLst>
          </p:cNvPr>
          <p:cNvPicPr>
            <a:picLocks noChangeAspect="1"/>
          </p:cNvPicPr>
          <p:nvPr/>
        </p:nvPicPr>
        <p:blipFill>
          <a:blip r:embed="rId4"/>
          <a:stretch>
            <a:fillRect/>
          </a:stretch>
        </p:blipFill>
        <p:spPr>
          <a:xfrm>
            <a:off x="4107770" y="1114516"/>
            <a:ext cx="5036230" cy="4028984"/>
          </a:xfrm>
          <a:prstGeom prst="rect">
            <a:avLst/>
          </a:prstGeom>
        </p:spPr>
      </p:pic>
      <p:sp>
        <p:nvSpPr>
          <p:cNvPr id="8" name="Text Placeholder 2">
            <a:extLst>
              <a:ext uri="{FF2B5EF4-FFF2-40B4-BE49-F238E27FC236}">
                <a16:creationId xmlns:a16="http://schemas.microsoft.com/office/drawing/2014/main" id="{3BABA0AD-ABE9-1F2F-D708-6D16F4FF07C5}"/>
              </a:ext>
            </a:extLst>
          </p:cNvPr>
          <p:cNvSpPr txBox="1">
            <a:spLocks/>
          </p:cNvSpPr>
          <p:nvPr/>
        </p:nvSpPr>
        <p:spPr>
          <a:xfrm>
            <a:off x="4107770" y="907"/>
            <a:ext cx="4839380" cy="916577"/>
          </a:xfrm>
          <a:prstGeom prst="rect">
            <a:avLst/>
          </a:prstGeom>
        </p:spPr>
        <p:txBody>
          <a:bodyPr vert="horz" lIns="91440" tIns="45720" rIns="91440" bIns="45720" rtlCol="0">
            <a:normAutofit fontScale="47500" lnSpcReduction="20000"/>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t>Noteworthy differences between states</a:t>
            </a:r>
          </a:p>
          <a:p>
            <a:r>
              <a:rPr lang="en-US" dirty="0"/>
              <a:t>Various patterns observed:</a:t>
            </a:r>
          </a:p>
          <a:p>
            <a:pPr lvl="1"/>
            <a:r>
              <a:rPr lang="en-US" dirty="0"/>
              <a:t>&gt;1 and above avg survival in early ages</a:t>
            </a:r>
          </a:p>
          <a:p>
            <a:pPr lvl="1"/>
            <a:r>
              <a:rPr lang="en-US" dirty="0"/>
              <a:t>Below </a:t>
            </a:r>
            <a:r>
              <a:rPr lang="en-US" dirty="0" err="1"/>
              <a:t>natl</a:t>
            </a:r>
            <a:r>
              <a:rPr lang="en-US" dirty="0"/>
              <a:t> avg in early ages</a:t>
            </a:r>
          </a:p>
          <a:p>
            <a:pPr lvl="1"/>
            <a:r>
              <a:rPr lang="en-US" dirty="0"/>
              <a:t>Above </a:t>
            </a:r>
            <a:r>
              <a:rPr lang="en-US" dirty="0" err="1"/>
              <a:t>natl</a:t>
            </a:r>
            <a:r>
              <a:rPr lang="en-US" dirty="0"/>
              <a:t> avg in late ages</a:t>
            </a:r>
          </a:p>
        </p:txBody>
      </p:sp>
    </p:spTree>
    <p:extLst>
      <p:ext uri="{BB962C8B-B14F-4D97-AF65-F5344CB8AC3E}">
        <p14:creationId xmlns:p14="http://schemas.microsoft.com/office/powerpoint/2010/main" val="3165691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B8847-6513-9DF4-B36A-3C3F32BBA3CE}"/>
              </a:ext>
            </a:extLst>
          </p:cNvPr>
          <p:cNvSpPr>
            <a:spLocks noGrp="1"/>
          </p:cNvSpPr>
          <p:nvPr>
            <p:ph type="title"/>
          </p:nvPr>
        </p:nvSpPr>
        <p:spPr/>
        <p:txBody>
          <a:bodyPr/>
          <a:lstStyle/>
          <a:p>
            <a:r>
              <a:rPr lang="en-US" dirty="0"/>
              <a:t>State-level survival curves, 2019</a:t>
            </a:r>
          </a:p>
        </p:txBody>
      </p:sp>
      <p:sp>
        <p:nvSpPr>
          <p:cNvPr id="3" name="Text Placeholder 2">
            <a:extLst>
              <a:ext uri="{FF2B5EF4-FFF2-40B4-BE49-F238E27FC236}">
                <a16:creationId xmlns:a16="http://schemas.microsoft.com/office/drawing/2014/main" id="{8BD3612B-D56F-E0D9-CB70-6EDC3BDBDC57}"/>
              </a:ext>
            </a:extLst>
          </p:cNvPr>
          <p:cNvSpPr>
            <a:spLocks noGrp="1"/>
          </p:cNvSpPr>
          <p:nvPr>
            <p:ph type="body" sz="quarter" idx="10"/>
          </p:nvPr>
        </p:nvSpPr>
        <p:spPr>
          <a:xfrm>
            <a:off x="5613688" y="1124857"/>
            <a:ext cx="3479512" cy="3621769"/>
          </a:xfrm>
        </p:spPr>
        <p:txBody>
          <a:bodyPr>
            <a:normAutofit fontScale="92500" lnSpcReduction="20000"/>
          </a:bodyPr>
          <a:lstStyle/>
          <a:p>
            <a:r>
              <a:rPr lang="en-US" dirty="0"/>
              <a:t>Noteworthy differences between states</a:t>
            </a:r>
          </a:p>
          <a:p>
            <a:r>
              <a:rPr lang="en-US" dirty="0"/>
              <a:t>Various patterns observed:</a:t>
            </a:r>
          </a:p>
          <a:p>
            <a:pPr lvl="1"/>
            <a:r>
              <a:rPr lang="en-US" dirty="0"/>
              <a:t>&gt;1 and above avg survival in early ages e.g. Idaho</a:t>
            </a:r>
          </a:p>
          <a:p>
            <a:pPr lvl="1"/>
            <a:r>
              <a:rPr lang="en-US" dirty="0"/>
              <a:t>Below </a:t>
            </a:r>
            <a:r>
              <a:rPr lang="en-US" dirty="0" err="1"/>
              <a:t>natl</a:t>
            </a:r>
            <a:r>
              <a:rPr lang="en-US" dirty="0"/>
              <a:t> avg in early ages e.g. New York</a:t>
            </a:r>
          </a:p>
          <a:p>
            <a:pPr lvl="1"/>
            <a:r>
              <a:rPr lang="en-US" dirty="0"/>
              <a:t>Above </a:t>
            </a:r>
            <a:r>
              <a:rPr lang="en-US" dirty="0" err="1"/>
              <a:t>natl</a:t>
            </a:r>
            <a:r>
              <a:rPr lang="en-US" dirty="0"/>
              <a:t> avg in late ages e.g. California</a:t>
            </a:r>
          </a:p>
        </p:txBody>
      </p:sp>
      <p:pic>
        <p:nvPicPr>
          <p:cNvPr id="7" name="Picture 6" descr="A screenshot of a graph&#10;&#10;Description automatically generated">
            <a:extLst>
              <a:ext uri="{FF2B5EF4-FFF2-40B4-BE49-F238E27FC236}">
                <a16:creationId xmlns:a16="http://schemas.microsoft.com/office/drawing/2014/main" id="{5502AED4-9D2D-C841-CAA5-C56F81E2AE88}"/>
              </a:ext>
            </a:extLst>
          </p:cNvPr>
          <p:cNvPicPr>
            <a:picLocks noChangeAspect="1"/>
          </p:cNvPicPr>
          <p:nvPr/>
        </p:nvPicPr>
        <p:blipFill>
          <a:blip r:embed="rId2"/>
          <a:stretch>
            <a:fillRect/>
          </a:stretch>
        </p:blipFill>
        <p:spPr>
          <a:xfrm>
            <a:off x="457199" y="907143"/>
            <a:ext cx="5156489" cy="4125191"/>
          </a:xfrm>
          <a:prstGeom prst="rect">
            <a:avLst/>
          </a:prstGeom>
        </p:spPr>
      </p:pic>
    </p:spTree>
    <p:extLst>
      <p:ext uri="{BB962C8B-B14F-4D97-AF65-F5344CB8AC3E}">
        <p14:creationId xmlns:p14="http://schemas.microsoft.com/office/powerpoint/2010/main" val="33415367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344AE-5705-2C8E-2948-469E03073D56}"/>
              </a:ext>
            </a:extLst>
          </p:cNvPr>
          <p:cNvSpPr>
            <a:spLocks noGrp="1"/>
          </p:cNvSpPr>
          <p:nvPr>
            <p:ph type="title"/>
          </p:nvPr>
        </p:nvSpPr>
        <p:spPr/>
        <p:txBody>
          <a:bodyPr/>
          <a:lstStyle/>
          <a:p>
            <a:r>
              <a:rPr lang="en-US" dirty="0"/>
              <a:t>Variables explaining </a:t>
            </a:r>
            <a:br>
              <a:rPr lang="en-US" dirty="0"/>
            </a:br>
            <a:r>
              <a:rPr lang="en-US" dirty="0"/>
              <a:t>state-level differences in survival</a:t>
            </a:r>
          </a:p>
        </p:txBody>
      </p:sp>
      <p:sp>
        <p:nvSpPr>
          <p:cNvPr id="3" name="Text Placeholder 2">
            <a:extLst>
              <a:ext uri="{FF2B5EF4-FFF2-40B4-BE49-F238E27FC236}">
                <a16:creationId xmlns:a16="http://schemas.microsoft.com/office/drawing/2014/main" id="{69D87F21-E8DA-0CAC-371D-034347B9E464}"/>
              </a:ext>
            </a:extLst>
          </p:cNvPr>
          <p:cNvSpPr>
            <a:spLocks noGrp="1"/>
          </p:cNvSpPr>
          <p:nvPr>
            <p:ph type="body" sz="quarter" idx="10"/>
          </p:nvPr>
        </p:nvSpPr>
        <p:spPr>
          <a:xfrm>
            <a:off x="457199" y="4346889"/>
            <a:ext cx="8120063" cy="605324"/>
          </a:xfrm>
        </p:spPr>
        <p:txBody>
          <a:bodyPr>
            <a:normAutofit fontScale="70000" lnSpcReduction="20000"/>
          </a:bodyPr>
          <a:lstStyle/>
          <a:p>
            <a:r>
              <a:rPr lang="en-US" dirty="0"/>
              <a:t>Blue = higher than national = more vehicles surviving or net imported</a:t>
            </a:r>
          </a:p>
          <a:p>
            <a:r>
              <a:rPr lang="en-US" dirty="0"/>
              <a:t>Red = lower than national = more vehicles scrapped or net exported</a:t>
            </a:r>
          </a:p>
        </p:txBody>
      </p:sp>
      <p:sp>
        <p:nvSpPr>
          <p:cNvPr id="6" name="Rectangle 5">
            <a:extLst>
              <a:ext uri="{FF2B5EF4-FFF2-40B4-BE49-F238E27FC236}">
                <a16:creationId xmlns:a16="http://schemas.microsoft.com/office/drawing/2014/main" id="{1942B3B3-2F76-466C-9CF0-93319A872864}"/>
              </a:ext>
            </a:extLst>
          </p:cNvPr>
          <p:cNvSpPr/>
          <p:nvPr/>
        </p:nvSpPr>
        <p:spPr>
          <a:xfrm>
            <a:off x="8206929" y="4760926"/>
            <a:ext cx="937071" cy="382574"/>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 name="Rectangle 7">
            <a:extLst>
              <a:ext uri="{FF2B5EF4-FFF2-40B4-BE49-F238E27FC236}">
                <a16:creationId xmlns:a16="http://schemas.microsoft.com/office/drawing/2014/main" id="{9B15C440-6822-1F07-820E-51737EDEDF00}"/>
              </a:ext>
            </a:extLst>
          </p:cNvPr>
          <p:cNvSpPr/>
          <p:nvPr/>
        </p:nvSpPr>
        <p:spPr>
          <a:xfrm>
            <a:off x="457198" y="1172569"/>
            <a:ext cx="7319043" cy="472131"/>
          </a:xfrm>
          <a:prstGeom prst="rect">
            <a:avLst/>
          </a:prstGeom>
        </p:spPr>
        <p:txBody>
          <a:bodyPr vert="horz" lIns="91440" tIns="45720" rIns="91440" bIns="45720" rtlCol="0">
            <a:normAutofit fontScale="70000" lnSpcReduction="20000"/>
          </a:bodyPr>
          <a:lstStyle/>
          <a:p>
            <a:pPr>
              <a:spcBef>
                <a:spcPct val="20000"/>
              </a:spcBef>
            </a:pPr>
            <a:r>
              <a:rPr lang="en-US" sz="2400" dirty="0">
                <a:solidFill>
                  <a:schemeClr val="tx1"/>
                </a:solidFill>
              </a:rPr>
              <a:t>Regression analysis to uncover what drives regionally-specific survival rates </a:t>
            </a:r>
          </a:p>
        </p:txBody>
      </p:sp>
      <p:pic>
        <p:nvPicPr>
          <p:cNvPr id="4" name="Picture 3">
            <a:extLst>
              <a:ext uri="{FF2B5EF4-FFF2-40B4-BE49-F238E27FC236}">
                <a16:creationId xmlns:a16="http://schemas.microsoft.com/office/drawing/2014/main" id="{69DDC4A5-6517-0545-42EC-66D1415ABAF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7199" y="1877365"/>
            <a:ext cx="8201025" cy="2262505"/>
          </a:xfrm>
          <a:prstGeom prst="rect">
            <a:avLst/>
          </a:prstGeom>
          <a:noFill/>
          <a:ln>
            <a:noFill/>
          </a:ln>
        </p:spPr>
      </p:pic>
      <p:sp>
        <p:nvSpPr>
          <p:cNvPr id="7" name="Rectangle 6">
            <a:extLst>
              <a:ext uri="{FF2B5EF4-FFF2-40B4-BE49-F238E27FC236}">
                <a16:creationId xmlns:a16="http://schemas.microsoft.com/office/drawing/2014/main" id="{79F4716E-AC92-2BCE-A7E3-324ECAEEB359}"/>
              </a:ext>
            </a:extLst>
          </p:cNvPr>
          <p:cNvSpPr/>
          <p:nvPr/>
        </p:nvSpPr>
        <p:spPr>
          <a:xfrm>
            <a:off x="6885009" y="265958"/>
            <a:ext cx="1912512" cy="641185"/>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Paper in progress: Greene et al. 2024</a:t>
            </a:r>
          </a:p>
        </p:txBody>
      </p:sp>
    </p:spTree>
    <p:extLst>
      <p:ext uri="{BB962C8B-B14F-4D97-AF65-F5344CB8AC3E}">
        <p14:creationId xmlns:p14="http://schemas.microsoft.com/office/powerpoint/2010/main" val="36892766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0EB34-6402-29BA-FF90-5113A9453D14}"/>
              </a:ext>
            </a:extLst>
          </p:cNvPr>
          <p:cNvSpPr>
            <a:spLocks noGrp="1"/>
          </p:cNvSpPr>
          <p:nvPr>
            <p:ph type="title"/>
          </p:nvPr>
        </p:nvSpPr>
        <p:spPr>
          <a:xfrm>
            <a:off x="457199" y="0"/>
            <a:ext cx="8120064" cy="907143"/>
          </a:xfrm>
        </p:spPr>
        <p:txBody>
          <a:bodyPr/>
          <a:lstStyle/>
          <a:p>
            <a:r>
              <a:rPr lang="en-US" dirty="0"/>
              <a:t>Generalized state-level survival curves, predicted for 2022, based on 2014-2022 data</a:t>
            </a:r>
          </a:p>
        </p:txBody>
      </p:sp>
      <p:sp>
        <p:nvSpPr>
          <p:cNvPr id="3" name="Text Placeholder 2">
            <a:extLst>
              <a:ext uri="{FF2B5EF4-FFF2-40B4-BE49-F238E27FC236}">
                <a16:creationId xmlns:a16="http://schemas.microsoft.com/office/drawing/2014/main" id="{67B8506E-D957-0BAD-BE42-6C16323EAD4C}"/>
              </a:ext>
            </a:extLst>
          </p:cNvPr>
          <p:cNvSpPr>
            <a:spLocks noGrp="1"/>
          </p:cNvSpPr>
          <p:nvPr>
            <p:ph type="body" sz="quarter" idx="10"/>
          </p:nvPr>
        </p:nvSpPr>
        <p:spPr/>
        <p:txBody>
          <a:bodyPr/>
          <a:lstStyle/>
          <a:p>
            <a:endParaRPr lang="en-US"/>
          </a:p>
        </p:txBody>
      </p:sp>
      <p:pic>
        <p:nvPicPr>
          <p:cNvPr id="4" name="Picture 3">
            <a:extLst>
              <a:ext uri="{FF2B5EF4-FFF2-40B4-BE49-F238E27FC236}">
                <a16:creationId xmlns:a16="http://schemas.microsoft.com/office/drawing/2014/main" id="{F76BDC81-8D3A-AB12-84A6-B9CF7070380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669127" y="1124857"/>
            <a:ext cx="4474873" cy="3352875"/>
          </a:xfrm>
          <a:prstGeom prst="rect">
            <a:avLst/>
          </a:prstGeom>
          <a:noFill/>
        </p:spPr>
      </p:pic>
      <p:pic>
        <p:nvPicPr>
          <p:cNvPr id="5" name="Picture 4">
            <a:extLst>
              <a:ext uri="{FF2B5EF4-FFF2-40B4-BE49-F238E27FC236}">
                <a16:creationId xmlns:a16="http://schemas.microsoft.com/office/drawing/2014/main" id="{865949C2-6AC9-B6A6-72B1-37AC5E656B2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1124857"/>
            <a:ext cx="4475137" cy="3352875"/>
          </a:xfrm>
          <a:prstGeom prst="rect">
            <a:avLst/>
          </a:prstGeom>
          <a:noFill/>
        </p:spPr>
      </p:pic>
      <p:sp>
        <p:nvSpPr>
          <p:cNvPr id="6" name="Rectangle 5">
            <a:extLst>
              <a:ext uri="{FF2B5EF4-FFF2-40B4-BE49-F238E27FC236}">
                <a16:creationId xmlns:a16="http://schemas.microsoft.com/office/drawing/2014/main" id="{8BC43982-59C7-F12C-567B-0F39E9E8BE18}"/>
              </a:ext>
            </a:extLst>
          </p:cNvPr>
          <p:cNvSpPr/>
          <p:nvPr/>
        </p:nvSpPr>
        <p:spPr>
          <a:xfrm>
            <a:off x="7550870" y="509047"/>
            <a:ext cx="1432874" cy="49962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Greene et al. 2024</a:t>
            </a:r>
          </a:p>
        </p:txBody>
      </p:sp>
    </p:spTree>
    <p:extLst>
      <p:ext uri="{BB962C8B-B14F-4D97-AF65-F5344CB8AC3E}">
        <p14:creationId xmlns:p14="http://schemas.microsoft.com/office/powerpoint/2010/main" val="14313167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0C150-C26A-79B2-A26C-D0CDB9F092D8}"/>
              </a:ext>
            </a:extLst>
          </p:cNvPr>
          <p:cNvSpPr>
            <a:spLocks noGrp="1"/>
          </p:cNvSpPr>
          <p:nvPr>
            <p:ph type="title"/>
          </p:nvPr>
        </p:nvSpPr>
        <p:spPr/>
        <p:txBody>
          <a:bodyPr/>
          <a:lstStyle/>
          <a:p>
            <a:r>
              <a:rPr lang="en-US" dirty="0"/>
              <a:t>County-level survival? </a:t>
            </a:r>
          </a:p>
        </p:txBody>
      </p:sp>
      <p:sp>
        <p:nvSpPr>
          <p:cNvPr id="3" name="Text Placeholder 2">
            <a:extLst>
              <a:ext uri="{FF2B5EF4-FFF2-40B4-BE49-F238E27FC236}">
                <a16:creationId xmlns:a16="http://schemas.microsoft.com/office/drawing/2014/main" id="{7E7CA9AB-75A3-D091-E50D-273A505C28A3}"/>
              </a:ext>
            </a:extLst>
          </p:cNvPr>
          <p:cNvSpPr>
            <a:spLocks noGrp="1"/>
          </p:cNvSpPr>
          <p:nvPr>
            <p:ph type="body" sz="quarter" idx="10"/>
          </p:nvPr>
        </p:nvSpPr>
        <p:spPr/>
        <p:txBody>
          <a:bodyPr/>
          <a:lstStyle/>
          <a:p>
            <a:endParaRPr lang="en-US"/>
          </a:p>
        </p:txBody>
      </p:sp>
      <p:pic>
        <p:nvPicPr>
          <p:cNvPr id="5" name="Picture 4" descr="A screenshot of a computer&#10;&#10;Description automatically generated">
            <a:extLst>
              <a:ext uri="{FF2B5EF4-FFF2-40B4-BE49-F238E27FC236}">
                <a16:creationId xmlns:a16="http://schemas.microsoft.com/office/drawing/2014/main" id="{E498BEEF-4D82-C089-AD10-E331272A8A5B}"/>
              </a:ext>
            </a:extLst>
          </p:cNvPr>
          <p:cNvPicPr>
            <a:picLocks noChangeAspect="1"/>
          </p:cNvPicPr>
          <p:nvPr/>
        </p:nvPicPr>
        <p:blipFill>
          <a:blip r:embed="rId2"/>
          <a:stretch>
            <a:fillRect/>
          </a:stretch>
        </p:blipFill>
        <p:spPr>
          <a:xfrm>
            <a:off x="457201" y="1041421"/>
            <a:ext cx="5056070" cy="7584106"/>
          </a:xfrm>
          <a:prstGeom prst="rect">
            <a:avLst/>
          </a:prstGeom>
        </p:spPr>
      </p:pic>
    </p:spTree>
    <p:extLst>
      <p:ext uri="{BB962C8B-B14F-4D97-AF65-F5344CB8AC3E}">
        <p14:creationId xmlns:p14="http://schemas.microsoft.com/office/powerpoint/2010/main" val="3682518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77F79-B069-6CC1-E713-C8E7470D94D9}"/>
              </a:ext>
            </a:extLst>
          </p:cNvPr>
          <p:cNvSpPr>
            <a:spLocks noGrp="1"/>
          </p:cNvSpPr>
          <p:nvPr>
            <p:ph type="title"/>
          </p:nvPr>
        </p:nvSpPr>
        <p:spPr>
          <a:xfrm>
            <a:off x="457199" y="0"/>
            <a:ext cx="8229601" cy="907143"/>
          </a:xfrm>
        </p:spPr>
        <p:txBody>
          <a:bodyPr/>
          <a:lstStyle/>
          <a:p>
            <a:r>
              <a:rPr lang="en-US" dirty="0"/>
              <a:t>Regional survival curves to help TEMPO reflect vehicle age heterogeneity and impact on EV roll-out</a:t>
            </a:r>
          </a:p>
        </p:txBody>
      </p:sp>
      <p:sp>
        <p:nvSpPr>
          <p:cNvPr id="4" name="Text Placeholder 2">
            <a:extLst>
              <a:ext uri="{FF2B5EF4-FFF2-40B4-BE49-F238E27FC236}">
                <a16:creationId xmlns:a16="http://schemas.microsoft.com/office/drawing/2014/main" id="{E30CE75C-7E61-EFE9-9935-716869179A44}"/>
              </a:ext>
            </a:extLst>
          </p:cNvPr>
          <p:cNvSpPr txBox="1">
            <a:spLocks noGrp="1"/>
          </p:cNvSpPr>
          <p:nvPr>
            <p:ph type="body" sz="quarter" idx="10"/>
          </p:nvPr>
        </p:nvSpPr>
        <p:spPr>
          <a:xfrm>
            <a:off x="457200" y="1011388"/>
            <a:ext cx="8120063" cy="4132112"/>
          </a:xfrm>
          <a:prstGeom prst="rect">
            <a:avLst/>
          </a:prstGeom>
        </p:spPr>
        <p:txBody>
          <a:bodyPr vert="horz" lIns="91440" tIns="45720" rIns="91440" bIns="45720" rtlCol="0">
            <a:noAutofit/>
          </a:bodyPr>
          <a:lstStyle>
            <a:lvl1pPr marL="342900" indent="-342900" algn="l" defTabSz="457200" rtl="0" eaLnBrk="1" latinLnBrk="0" hangingPunct="1">
              <a:spcBef>
                <a:spcPct val="20000"/>
              </a:spcBef>
              <a:buFont typeface="Arial"/>
              <a:buChar char="•"/>
              <a:defRPr sz="24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2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8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1400" dirty="0">
                <a:latin typeface="-apple-system"/>
              </a:rPr>
              <a:t>In lieu of explicitly modeling used vehicle sales and transfers, we will apply regionalized “survival” curves to TEMPO that can approximate used vehicle transfers and slower turnover.</a:t>
            </a:r>
            <a:endParaRPr lang="en-US" sz="1400" b="0" i="0" dirty="0">
              <a:effectLst/>
              <a:latin typeface="-apple-system"/>
            </a:endParaRPr>
          </a:p>
          <a:p>
            <a:pPr marL="0" indent="0">
              <a:buFont typeface="Arial"/>
              <a:buNone/>
            </a:pPr>
            <a:endParaRPr lang="en-US" sz="1400" dirty="0">
              <a:latin typeface="-apple-system"/>
            </a:endParaRPr>
          </a:p>
          <a:p>
            <a:pPr marL="0" indent="0">
              <a:buFont typeface="Arial"/>
              <a:buNone/>
            </a:pPr>
            <a:endParaRPr lang="en-US" sz="1400" dirty="0">
              <a:latin typeface="-apple-system"/>
            </a:endParaRPr>
          </a:p>
          <a:p>
            <a:pPr marL="0" indent="0">
              <a:buFont typeface="Arial"/>
              <a:buNone/>
            </a:pPr>
            <a:endParaRPr lang="en-US" sz="1400" dirty="0">
              <a:latin typeface="-apple-system"/>
            </a:endParaRPr>
          </a:p>
          <a:p>
            <a:pPr marL="0" indent="0">
              <a:buFont typeface="Arial"/>
              <a:buNone/>
            </a:pPr>
            <a:endParaRPr lang="en-US" sz="1400" dirty="0">
              <a:latin typeface="-apple-system"/>
            </a:endParaRPr>
          </a:p>
          <a:p>
            <a:pPr marL="0" indent="0">
              <a:buFont typeface="Arial"/>
              <a:buNone/>
            </a:pPr>
            <a:endParaRPr lang="en-US" sz="1400" dirty="0">
              <a:latin typeface="-apple-system"/>
            </a:endParaRPr>
          </a:p>
          <a:p>
            <a:pPr marL="0" indent="0">
              <a:buFont typeface="Arial"/>
              <a:buNone/>
            </a:pPr>
            <a:endParaRPr lang="en-US" sz="1400" dirty="0">
              <a:latin typeface="-apple-system"/>
            </a:endParaRPr>
          </a:p>
          <a:p>
            <a:pPr marL="0" indent="0">
              <a:buFont typeface="Arial"/>
              <a:buNone/>
            </a:pPr>
            <a:endParaRPr lang="en-US" sz="1400" dirty="0">
              <a:latin typeface="-apple-system"/>
            </a:endParaRPr>
          </a:p>
          <a:p>
            <a:pPr marL="0" indent="0">
              <a:buFont typeface="Arial"/>
              <a:buNone/>
            </a:pPr>
            <a:endParaRPr lang="en-US" sz="1400" dirty="0">
              <a:latin typeface="-apple-system"/>
            </a:endParaRPr>
          </a:p>
          <a:p>
            <a:pPr marL="0" indent="0">
              <a:buFont typeface="Arial"/>
              <a:buNone/>
            </a:pPr>
            <a:endParaRPr lang="en-US" sz="1400" dirty="0">
              <a:latin typeface="-apple-system"/>
            </a:endParaRPr>
          </a:p>
          <a:p>
            <a:pPr marL="0" indent="0">
              <a:buFont typeface="Arial"/>
              <a:buNone/>
            </a:pPr>
            <a:endParaRPr lang="en-US" sz="1400" dirty="0">
              <a:latin typeface="-apple-system"/>
            </a:endParaRPr>
          </a:p>
          <a:p>
            <a:pPr marL="0" indent="0">
              <a:buFont typeface="Arial"/>
              <a:buNone/>
            </a:pPr>
            <a:r>
              <a:rPr lang="en-US" sz="1400" dirty="0">
                <a:latin typeface="-apple-system"/>
              </a:rPr>
              <a:t>In addition to regional survival either from EIA or from analysis of Experian vehicle registration data, we will make assumptions about the EV share of transferred vehicles and true scrappage from national survival data. </a:t>
            </a:r>
          </a:p>
          <a:p>
            <a:pPr marL="0" indent="0">
              <a:buFont typeface="Arial"/>
              <a:buNone/>
            </a:pPr>
            <a:r>
              <a:rPr lang="en-US" sz="1400" dirty="0">
                <a:latin typeface="-apple-system"/>
              </a:rPr>
              <a:t>Overall, this will enable TEMPO to more accurately reflect the nature of new vs. used sales by county and improve its projections of EV roll-out.</a:t>
            </a:r>
          </a:p>
          <a:p>
            <a:pPr marL="0" indent="0">
              <a:buFont typeface="Arial"/>
              <a:buNone/>
            </a:pPr>
            <a:endParaRPr lang="en-US" sz="1400" dirty="0">
              <a:latin typeface="-apple-system"/>
            </a:endParaRPr>
          </a:p>
          <a:p>
            <a:pPr marL="0" indent="0">
              <a:buFont typeface="Arial"/>
              <a:buNone/>
            </a:pPr>
            <a:endParaRPr lang="en-US" sz="1400" dirty="0">
              <a:latin typeface="-apple-system"/>
            </a:endParaRPr>
          </a:p>
          <a:p>
            <a:pPr marL="0" indent="0">
              <a:buFont typeface="Arial"/>
              <a:buNone/>
            </a:pPr>
            <a:endParaRPr lang="en-US" sz="1400" dirty="0"/>
          </a:p>
        </p:txBody>
      </p:sp>
      <p:pic>
        <p:nvPicPr>
          <p:cNvPr id="6" name="Picture 5">
            <a:extLst>
              <a:ext uri="{FF2B5EF4-FFF2-40B4-BE49-F238E27FC236}">
                <a16:creationId xmlns:a16="http://schemas.microsoft.com/office/drawing/2014/main" id="{BEE8849F-36F0-BF1B-7CAC-0544018C1FBD}"/>
              </a:ext>
            </a:extLst>
          </p:cNvPr>
          <p:cNvPicPr>
            <a:picLocks noChangeAspect="1"/>
          </p:cNvPicPr>
          <p:nvPr/>
        </p:nvPicPr>
        <p:blipFill>
          <a:blip r:embed="rId3"/>
          <a:stretch>
            <a:fillRect/>
          </a:stretch>
        </p:blipFill>
        <p:spPr>
          <a:xfrm>
            <a:off x="457200" y="1510599"/>
            <a:ext cx="5225432" cy="2532501"/>
          </a:xfrm>
          <a:prstGeom prst="rect">
            <a:avLst/>
          </a:prstGeom>
        </p:spPr>
      </p:pic>
      <p:sp>
        <p:nvSpPr>
          <p:cNvPr id="7" name="TextBox 6">
            <a:extLst>
              <a:ext uri="{FF2B5EF4-FFF2-40B4-BE49-F238E27FC236}">
                <a16:creationId xmlns:a16="http://schemas.microsoft.com/office/drawing/2014/main" id="{DD4875DC-38C0-3B4F-DF93-82BB747FFC0E}"/>
              </a:ext>
            </a:extLst>
          </p:cNvPr>
          <p:cNvSpPr txBox="1"/>
          <p:nvPr/>
        </p:nvSpPr>
        <p:spPr>
          <a:xfrm>
            <a:off x="5826265" y="1604159"/>
            <a:ext cx="2860535" cy="2739211"/>
          </a:xfrm>
          <a:prstGeom prst="rect">
            <a:avLst/>
          </a:prstGeom>
          <a:noFill/>
        </p:spPr>
        <p:txBody>
          <a:bodyPr wrap="square" rtlCol="0">
            <a:spAutoFit/>
          </a:bodyPr>
          <a:lstStyle/>
          <a:p>
            <a:r>
              <a:rPr lang="en-US" sz="1400" dirty="0">
                <a:latin typeface="-apple-system"/>
              </a:rPr>
              <a:t>New to AEO 2023, EIA started using regionalized survival curves. Note region 6 where light trucks of age 10 have 140% survival i.e. more age 10 vehicles appear in this region than the previous year’s age 9 vehicles. </a:t>
            </a:r>
          </a:p>
          <a:p>
            <a:endParaRPr lang="en-US" sz="1400" dirty="0">
              <a:latin typeface="-apple-system"/>
            </a:endParaRPr>
          </a:p>
          <a:p>
            <a:r>
              <a:rPr lang="en-US" sz="1400" dirty="0">
                <a:latin typeface="-apple-system"/>
              </a:rPr>
              <a:t>This can be attributable to used vehicle transfers, likely from regions such as 2 and 7 where these vehicles are disproportionately disappearing.</a:t>
            </a:r>
          </a:p>
          <a:p>
            <a:endParaRPr lang="en-US" dirty="0"/>
          </a:p>
        </p:txBody>
      </p:sp>
    </p:spTree>
    <p:extLst>
      <p:ext uri="{BB962C8B-B14F-4D97-AF65-F5344CB8AC3E}">
        <p14:creationId xmlns:p14="http://schemas.microsoft.com/office/powerpoint/2010/main" val="37877310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4AEE0-4257-A1B8-8312-615EBE8F7AAA}"/>
              </a:ext>
            </a:extLst>
          </p:cNvPr>
          <p:cNvSpPr>
            <a:spLocks noGrp="1"/>
          </p:cNvSpPr>
          <p:nvPr>
            <p:ph type="title"/>
          </p:nvPr>
        </p:nvSpPr>
        <p:spPr/>
        <p:txBody>
          <a:bodyPr/>
          <a:lstStyle/>
          <a:p>
            <a:r>
              <a:rPr lang="en-US" dirty="0"/>
              <a:t>Remaining uncertainty</a:t>
            </a:r>
          </a:p>
        </p:txBody>
      </p:sp>
      <p:sp>
        <p:nvSpPr>
          <p:cNvPr id="3" name="Text Placeholder 2">
            <a:extLst>
              <a:ext uri="{FF2B5EF4-FFF2-40B4-BE49-F238E27FC236}">
                <a16:creationId xmlns:a16="http://schemas.microsoft.com/office/drawing/2014/main" id="{EE582AED-A823-18D3-0D16-2A9B4AA50ABA}"/>
              </a:ext>
            </a:extLst>
          </p:cNvPr>
          <p:cNvSpPr>
            <a:spLocks noGrp="1"/>
          </p:cNvSpPr>
          <p:nvPr>
            <p:ph type="body" sz="quarter" idx="10"/>
          </p:nvPr>
        </p:nvSpPr>
        <p:spPr/>
        <p:txBody>
          <a:bodyPr>
            <a:normAutofit lnSpcReduction="10000"/>
          </a:bodyPr>
          <a:lstStyle/>
          <a:p>
            <a:r>
              <a:rPr lang="en-US" dirty="0"/>
              <a:t>When a region retires and exports vehicles, we assume it retires/exports a mix of ages and powertrains of the composition of the region’s stock</a:t>
            </a:r>
          </a:p>
          <a:p>
            <a:r>
              <a:rPr lang="en-US" dirty="0"/>
              <a:t>When a region imports vehicles, we do not have visibility into the mix of powertrains. This may be particularly relevant if a region has low or no new sales or EVs, but does begin to import used EVs.</a:t>
            </a:r>
          </a:p>
          <a:p>
            <a:pPr lvl="1"/>
            <a:r>
              <a:rPr lang="en-US" dirty="0"/>
              <a:t>We will need to establish assumptions and a calibration procedure such that the sum of regional vehicle stocks do not fall out of alignment of nationwide stock and survival.</a:t>
            </a:r>
          </a:p>
        </p:txBody>
      </p:sp>
    </p:spTree>
    <p:extLst>
      <p:ext uri="{BB962C8B-B14F-4D97-AF65-F5344CB8AC3E}">
        <p14:creationId xmlns:p14="http://schemas.microsoft.com/office/powerpoint/2010/main" val="20372187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33FF9-BAC5-54B3-D03D-F728928B45A9}"/>
              </a:ext>
            </a:extLst>
          </p:cNvPr>
          <p:cNvSpPr>
            <a:spLocks noGrp="1"/>
          </p:cNvSpPr>
          <p:nvPr>
            <p:ph type="title"/>
          </p:nvPr>
        </p:nvSpPr>
        <p:spPr/>
        <p:txBody>
          <a:bodyPr/>
          <a:lstStyle/>
          <a:p>
            <a:r>
              <a:rPr lang="en-US" dirty="0"/>
              <a:t>MA3T used vehicle modeling</a:t>
            </a:r>
          </a:p>
        </p:txBody>
      </p:sp>
      <p:sp>
        <p:nvSpPr>
          <p:cNvPr id="3" name="Text Placeholder 2">
            <a:extLst>
              <a:ext uri="{FF2B5EF4-FFF2-40B4-BE49-F238E27FC236}">
                <a16:creationId xmlns:a16="http://schemas.microsoft.com/office/drawing/2014/main" id="{0BB7D26D-63CC-1382-F6CB-39154268EB60}"/>
              </a:ext>
            </a:extLst>
          </p:cNvPr>
          <p:cNvSpPr>
            <a:spLocks noGrp="1"/>
          </p:cNvSpPr>
          <p:nvPr>
            <p:ph type="body" sz="quarter" idx="10"/>
          </p:nvPr>
        </p:nvSpPr>
        <p:spPr/>
        <p:txBody>
          <a:bodyPr/>
          <a:lstStyle/>
          <a:p>
            <a:r>
              <a:rPr lang="en-US" dirty="0"/>
              <a:t>Based on scenarios of new vehicle sales, MA3T can model variations in stock evolution and survival</a:t>
            </a:r>
          </a:p>
          <a:p>
            <a:pPr lvl="1"/>
            <a:r>
              <a:rPr lang="en-US" dirty="0"/>
              <a:t>Economic conditions, scrappage, VMT</a:t>
            </a:r>
          </a:p>
          <a:p>
            <a:pPr lvl="1"/>
            <a:r>
              <a:rPr lang="en-US" dirty="0"/>
              <a:t>Price elasticity of used vehicles</a:t>
            </a:r>
          </a:p>
          <a:p>
            <a:pPr lvl="1"/>
            <a:r>
              <a:rPr lang="en-US" dirty="0"/>
              <a:t>Mark Jacobsen for EPA</a:t>
            </a:r>
          </a:p>
          <a:p>
            <a:pPr lvl="1"/>
            <a:r>
              <a:rPr lang="en-US" dirty="0"/>
              <a:t>IRA for new and used EVs, future potential subsidies e.g. cash for clunkers</a:t>
            </a:r>
          </a:p>
          <a:p>
            <a:pPr lvl="1"/>
            <a:endParaRPr lang="en-US" dirty="0"/>
          </a:p>
        </p:txBody>
      </p:sp>
    </p:spTree>
    <p:extLst>
      <p:ext uri="{BB962C8B-B14F-4D97-AF65-F5344CB8AC3E}">
        <p14:creationId xmlns:p14="http://schemas.microsoft.com/office/powerpoint/2010/main" val="1845028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437E2-E85F-A88B-D95C-98C244EE4A4D}"/>
              </a:ext>
            </a:extLst>
          </p:cNvPr>
          <p:cNvSpPr>
            <a:spLocks noGrp="1"/>
          </p:cNvSpPr>
          <p:nvPr>
            <p:ph type="title"/>
          </p:nvPr>
        </p:nvSpPr>
        <p:spPr/>
        <p:txBody>
          <a:bodyPr/>
          <a:lstStyle/>
          <a:p>
            <a:r>
              <a:rPr lang="en-US" dirty="0"/>
              <a:t>Future ideas</a:t>
            </a:r>
          </a:p>
        </p:txBody>
      </p:sp>
      <p:sp>
        <p:nvSpPr>
          <p:cNvPr id="3" name="Text Placeholder 2">
            <a:extLst>
              <a:ext uri="{FF2B5EF4-FFF2-40B4-BE49-F238E27FC236}">
                <a16:creationId xmlns:a16="http://schemas.microsoft.com/office/drawing/2014/main" id="{EFAE4FFD-5B2E-56E9-DC76-8859861C8FD6}"/>
              </a:ext>
            </a:extLst>
          </p:cNvPr>
          <p:cNvSpPr>
            <a:spLocks noGrp="1"/>
          </p:cNvSpPr>
          <p:nvPr>
            <p:ph type="body" sz="quarter" idx="10"/>
          </p:nvPr>
        </p:nvSpPr>
        <p:spPr/>
        <p:txBody>
          <a:bodyPr/>
          <a:lstStyle/>
          <a:p>
            <a:r>
              <a:rPr lang="en-US" dirty="0"/>
              <a:t>2014-2022 full - done</a:t>
            </a:r>
          </a:p>
          <a:p>
            <a:r>
              <a:rPr lang="en-US" dirty="0"/>
              <a:t>Look at specific make-models</a:t>
            </a:r>
          </a:p>
          <a:p>
            <a:endParaRPr lang="en-US" dirty="0"/>
          </a:p>
          <a:p>
            <a:r>
              <a:rPr lang="en-US" dirty="0"/>
              <a:t>MHDV – use gap between VIUS vs. Experian? Did EIA purchase multiple years of Experian?</a:t>
            </a:r>
          </a:p>
          <a:p>
            <a:endParaRPr lang="en-US" dirty="0"/>
          </a:p>
        </p:txBody>
      </p:sp>
    </p:spTree>
    <p:extLst>
      <p:ext uri="{BB962C8B-B14F-4D97-AF65-F5344CB8AC3E}">
        <p14:creationId xmlns:p14="http://schemas.microsoft.com/office/powerpoint/2010/main" val="2169279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3B8EA-E474-2BD7-39C3-A17466DCF2C1}"/>
              </a:ext>
            </a:extLst>
          </p:cNvPr>
          <p:cNvSpPr>
            <a:spLocks noGrp="1"/>
          </p:cNvSpPr>
          <p:nvPr>
            <p:ph type="title"/>
          </p:nvPr>
        </p:nvSpPr>
        <p:spPr/>
        <p:txBody>
          <a:bodyPr/>
          <a:lstStyle/>
          <a:p>
            <a:r>
              <a:rPr lang="en-US" dirty="0"/>
              <a:t>MHDV regional survival</a:t>
            </a:r>
          </a:p>
        </p:txBody>
      </p:sp>
      <p:pic>
        <p:nvPicPr>
          <p:cNvPr id="4098" name="Picture 2">
            <a:extLst>
              <a:ext uri="{FF2B5EF4-FFF2-40B4-BE49-F238E27FC236}">
                <a16:creationId xmlns:a16="http://schemas.microsoft.com/office/drawing/2014/main" id="{0C5F6B4D-E033-7867-AB87-A1794149B0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4938" y="1790701"/>
            <a:ext cx="2914650" cy="1821656"/>
          </a:xfrm>
          <a:prstGeom prst="rect">
            <a:avLst/>
          </a:prstGeom>
          <a:noFill/>
          <a:extLst>
            <a:ext uri="{909E8E84-426E-40DD-AFC4-6F175D3DCCD1}">
              <a14:hiddenFill xmlns:a14="http://schemas.microsoft.com/office/drawing/2010/main">
                <a:solidFill>
                  <a:srgbClr val="FFFFFF"/>
                </a:solidFill>
              </a14:hiddenFill>
            </a:ext>
          </a:extLst>
        </p:spPr>
      </p:pic>
      <p:pic>
        <p:nvPicPr>
          <p:cNvPr id="4099" name="Picture 3">
            <a:extLst>
              <a:ext uri="{FF2B5EF4-FFF2-40B4-BE49-F238E27FC236}">
                <a16:creationId xmlns:a16="http://schemas.microsoft.com/office/drawing/2014/main" id="{BB6CC614-49D0-FD1B-6126-A2C079E948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15300" y="1539240"/>
            <a:ext cx="471488" cy="272176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FFAF32D2-8B5C-C835-9F22-3B899E9BF76E}"/>
              </a:ext>
            </a:extLst>
          </p:cNvPr>
          <p:cNvPicPr>
            <a:picLocks noChangeAspect="1"/>
          </p:cNvPicPr>
          <p:nvPr/>
        </p:nvPicPr>
        <p:blipFill>
          <a:blip r:embed="rId4"/>
          <a:stretch>
            <a:fillRect/>
          </a:stretch>
        </p:blipFill>
        <p:spPr>
          <a:xfrm>
            <a:off x="123825" y="1118897"/>
            <a:ext cx="5013320" cy="3817434"/>
          </a:xfrm>
          <a:prstGeom prst="rect">
            <a:avLst/>
          </a:prstGeom>
        </p:spPr>
      </p:pic>
      <p:sp>
        <p:nvSpPr>
          <p:cNvPr id="6" name="Rectangle 5">
            <a:extLst>
              <a:ext uri="{FF2B5EF4-FFF2-40B4-BE49-F238E27FC236}">
                <a16:creationId xmlns:a16="http://schemas.microsoft.com/office/drawing/2014/main" id="{4C5FFBFB-B731-5BD6-0292-450C9C6BD0D4}"/>
              </a:ext>
            </a:extLst>
          </p:cNvPr>
          <p:cNvSpPr/>
          <p:nvPr/>
        </p:nvSpPr>
        <p:spPr>
          <a:xfrm>
            <a:off x="5439252" y="674490"/>
            <a:ext cx="2621756" cy="6643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dirty="0"/>
              <a:t>Average tractor age (Experian)</a:t>
            </a:r>
          </a:p>
        </p:txBody>
      </p:sp>
      <p:cxnSp>
        <p:nvCxnSpPr>
          <p:cNvPr id="8" name="Connector: Curved 7">
            <a:extLst>
              <a:ext uri="{FF2B5EF4-FFF2-40B4-BE49-F238E27FC236}">
                <a16:creationId xmlns:a16="http://schemas.microsoft.com/office/drawing/2014/main" id="{F9A159FF-0AC7-8F28-DC5B-472C4E50D8E7}"/>
              </a:ext>
            </a:extLst>
          </p:cNvPr>
          <p:cNvCxnSpPr>
            <a:cxnSpLocks/>
          </p:cNvCxnSpPr>
          <p:nvPr/>
        </p:nvCxnSpPr>
        <p:spPr>
          <a:xfrm rot="10800000">
            <a:off x="3671887" y="1435894"/>
            <a:ext cx="1914527" cy="1285878"/>
          </a:xfrm>
          <a:prstGeom prst="curvedConnector3">
            <a:avLst/>
          </a:prstGeom>
          <a:ln w="76200">
            <a:tailEnd type="triangle"/>
          </a:ln>
        </p:spPr>
        <p:style>
          <a:lnRef idx="2">
            <a:schemeClr val="accent2"/>
          </a:lnRef>
          <a:fillRef idx="0">
            <a:schemeClr val="accent2"/>
          </a:fillRef>
          <a:effectRef idx="1">
            <a:schemeClr val="accent2"/>
          </a:effectRef>
          <a:fontRef idx="minor">
            <a:schemeClr val="tx1"/>
          </a:fontRef>
        </p:style>
      </p:cxnSp>
      <p:cxnSp>
        <p:nvCxnSpPr>
          <p:cNvPr id="10" name="Connector: Curved 9">
            <a:extLst>
              <a:ext uri="{FF2B5EF4-FFF2-40B4-BE49-F238E27FC236}">
                <a16:creationId xmlns:a16="http://schemas.microsoft.com/office/drawing/2014/main" id="{48C39EDD-2E96-DB69-28EE-A7370D47DA9F}"/>
              </a:ext>
            </a:extLst>
          </p:cNvPr>
          <p:cNvCxnSpPr>
            <a:cxnSpLocks/>
          </p:cNvCxnSpPr>
          <p:nvPr/>
        </p:nvCxnSpPr>
        <p:spPr>
          <a:xfrm rot="10800000">
            <a:off x="5050631" y="2178846"/>
            <a:ext cx="2157413" cy="300040"/>
          </a:xfrm>
          <a:prstGeom prst="curvedConnector3">
            <a:avLst/>
          </a:prstGeom>
          <a:ln w="76200">
            <a:tailEnd type="triangle"/>
          </a:ln>
        </p:spPr>
        <p:style>
          <a:lnRef idx="2">
            <a:schemeClr val="accent2"/>
          </a:lnRef>
          <a:fillRef idx="0">
            <a:schemeClr val="accent2"/>
          </a:fillRef>
          <a:effectRef idx="1">
            <a:schemeClr val="accent2"/>
          </a:effectRef>
          <a:fontRef idx="minor">
            <a:schemeClr val="tx1"/>
          </a:fontRef>
        </p:style>
      </p:cxnSp>
      <p:cxnSp>
        <p:nvCxnSpPr>
          <p:cNvPr id="16" name="Connector: Curved 15">
            <a:extLst>
              <a:ext uri="{FF2B5EF4-FFF2-40B4-BE49-F238E27FC236}">
                <a16:creationId xmlns:a16="http://schemas.microsoft.com/office/drawing/2014/main" id="{47A2A8EF-3B58-8D85-24D8-CC301697BA96}"/>
              </a:ext>
            </a:extLst>
          </p:cNvPr>
          <p:cNvCxnSpPr>
            <a:cxnSpLocks/>
          </p:cNvCxnSpPr>
          <p:nvPr/>
        </p:nvCxnSpPr>
        <p:spPr>
          <a:xfrm rot="10800000">
            <a:off x="5048252" y="1603772"/>
            <a:ext cx="1062037" cy="433388"/>
          </a:xfrm>
          <a:prstGeom prst="curvedConnector3">
            <a:avLst/>
          </a:prstGeom>
          <a:ln w="76200">
            <a:tailEnd type="triangle"/>
          </a:ln>
        </p:spPr>
        <p:style>
          <a:lnRef idx="2">
            <a:schemeClr val="accent2"/>
          </a:lnRef>
          <a:fillRef idx="0">
            <a:schemeClr val="accent2"/>
          </a:fillRef>
          <a:effectRef idx="1">
            <a:schemeClr val="accent2"/>
          </a:effectRef>
          <a:fontRef idx="minor">
            <a:schemeClr val="tx1"/>
          </a:fontRef>
        </p:style>
      </p:cxnSp>
      <p:sp>
        <p:nvSpPr>
          <p:cNvPr id="3" name="Rectangle 2">
            <a:extLst>
              <a:ext uri="{FF2B5EF4-FFF2-40B4-BE49-F238E27FC236}">
                <a16:creationId xmlns:a16="http://schemas.microsoft.com/office/drawing/2014/main" id="{872B43DD-33A4-58F5-0F56-88DF0A4BC2EF}"/>
              </a:ext>
            </a:extLst>
          </p:cNvPr>
          <p:cNvSpPr/>
          <p:nvPr/>
        </p:nvSpPr>
        <p:spPr>
          <a:xfrm>
            <a:off x="2989422" y="2784159"/>
            <a:ext cx="1223010" cy="3829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350" dirty="0"/>
              <a:t>New for EIA AEO 2025</a:t>
            </a:r>
          </a:p>
        </p:txBody>
      </p:sp>
      <p:pic>
        <p:nvPicPr>
          <p:cNvPr id="9" name="Picture 8">
            <a:extLst>
              <a:ext uri="{FF2B5EF4-FFF2-40B4-BE49-F238E27FC236}">
                <a16:creationId xmlns:a16="http://schemas.microsoft.com/office/drawing/2014/main" id="{3C086B5F-15FD-2973-5F72-CDA85A8C3026}"/>
              </a:ext>
            </a:extLst>
          </p:cNvPr>
          <p:cNvPicPr>
            <a:picLocks noChangeAspect="1"/>
          </p:cNvPicPr>
          <p:nvPr/>
        </p:nvPicPr>
        <p:blipFill>
          <a:blip r:embed="rId5"/>
          <a:stretch>
            <a:fillRect/>
          </a:stretch>
        </p:blipFill>
        <p:spPr>
          <a:xfrm>
            <a:off x="3439097" y="3273997"/>
            <a:ext cx="3223068" cy="1979331"/>
          </a:xfrm>
          <a:prstGeom prst="rect">
            <a:avLst/>
          </a:prstGeom>
        </p:spPr>
      </p:pic>
    </p:spTree>
    <p:extLst>
      <p:ext uri="{BB962C8B-B14F-4D97-AF65-F5344CB8AC3E}">
        <p14:creationId xmlns:p14="http://schemas.microsoft.com/office/powerpoint/2010/main" val="16707220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7DCC3-B076-BCF2-D505-AFC644EC76D6}"/>
              </a:ext>
            </a:extLst>
          </p:cNvPr>
          <p:cNvSpPr>
            <a:spLocks noGrp="1"/>
          </p:cNvSpPr>
          <p:nvPr>
            <p:ph type="title"/>
          </p:nvPr>
        </p:nvSpPr>
        <p:spPr/>
        <p:txBody>
          <a:bodyPr/>
          <a:lstStyle/>
          <a:p>
            <a:r>
              <a:rPr lang="en-US" dirty="0"/>
              <a:t>Possible data sources</a:t>
            </a:r>
          </a:p>
        </p:txBody>
      </p:sp>
      <p:sp>
        <p:nvSpPr>
          <p:cNvPr id="3" name="Text Placeholder 2">
            <a:extLst>
              <a:ext uri="{FF2B5EF4-FFF2-40B4-BE49-F238E27FC236}">
                <a16:creationId xmlns:a16="http://schemas.microsoft.com/office/drawing/2014/main" id="{AB314233-9517-C6DE-F619-904D6C573B6D}"/>
              </a:ext>
            </a:extLst>
          </p:cNvPr>
          <p:cNvSpPr>
            <a:spLocks noGrp="1"/>
          </p:cNvSpPr>
          <p:nvPr>
            <p:ph type="body" sz="quarter" idx="10"/>
          </p:nvPr>
        </p:nvSpPr>
        <p:spPr/>
        <p:txBody>
          <a:bodyPr>
            <a:normAutofit fontScale="92500" lnSpcReduction="20000"/>
          </a:bodyPr>
          <a:lstStyle/>
          <a:p>
            <a:r>
              <a:rPr lang="en-US" dirty="0"/>
              <a:t>Two paths:</a:t>
            </a:r>
          </a:p>
          <a:p>
            <a:pPr lvl="1"/>
            <a:r>
              <a:rPr lang="en-US" dirty="0"/>
              <a:t>Derive county-level survival from Experian</a:t>
            </a:r>
          </a:p>
          <a:p>
            <a:pPr lvl="2"/>
            <a:r>
              <a:rPr lang="en-US" dirty="0"/>
              <a:t>Method 1: EIA</a:t>
            </a:r>
          </a:p>
          <a:p>
            <a:pPr lvl="3"/>
            <a:r>
              <a:rPr lang="en-US" dirty="0"/>
              <a:t>From 2014-2022 stock, derive age from each year’s data</a:t>
            </a:r>
          </a:p>
          <a:p>
            <a:pPr lvl="3"/>
            <a:r>
              <a:rPr lang="en-US" dirty="0"/>
              <a:t>Then add up all the age 1, age 2</a:t>
            </a:r>
          </a:p>
          <a:p>
            <a:pPr lvl="3"/>
            <a:r>
              <a:rPr lang="en-US" dirty="0"/>
              <a:t>Normalize to age 1 = 1.00</a:t>
            </a:r>
          </a:p>
          <a:p>
            <a:pPr lvl="2"/>
            <a:r>
              <a:rPr lang="en-US" dirty="0"/>
              <a:t>Method 2: Compare constant MY</a:t>
            </a:r>
          </a:p>
          <a:p>
            <a:pPr lvl="3"/>
            <a:r>
              <a:rPr lang="en-US" dirty="0"/>
              <a:t>Look over time how different MY decline</a:t>
            </a:r>
          </a:p>
          <a:p>
            <a:pPr lvl="2"/>
            <a:r>
              <a:rPr lang="en-US" dirty="0"/>
              <a:t>Method 3 / more detail:</a:t>
            </a:r>
          </a:p>
          <a:p>
            <a:pPr lvl="3"/>
            <a:r>
              <a:rPr lang="en-US" dirty="0"/>
              <a:t>Look at certain cars: Toyota Corolla, Ford 150, SUVs, …, </a:t>
            </a:r>
            <a:r>
              <a:rPr lang="en-US" dirty="0" err="1"/>
              <a:t>Evs</a:t>
            </a:r>
            <a:endParaRPr lang="en-US" dirty="0"/>
          </a:p>
          <a:p>
            <a:pPr lvl="1"/>
            <a:r>
              <a:rPr lang="en-US" dirty="0"/>
              <a:t>Implement EIA regions</a:t>
            </a:r>
          </a:p>
        </p:txBody>
      </p:sp>
    </p:spTree>
    <p:extLst>
      <p:ext uri="{BB962C8B-B14F-4D97-AF65-F5344CB8AC3E}">
        <p14:creationId xmlns:p14="http://schemas.microsoft.com/office/powerpoint/2010/main" val="16097943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3DBF8-6FC9-0AAA-6983-9ED7265F3358}"/>
              </a:ext>
            </a:extLst>
          </p:cNvPr>
          <p:cNvSpPr>
            <a:spLocks noGrp="1"/>
          </p:cNvSpPr>
          <p:nvPr>
            <p:ph type="title"/>
          </p:nvPr>
        </p:nvSpPr>
        <p:spPr/>
        <p:txBody>
          <a:bodyPr/>
          <a:lstStyle/>
          <a:p>
            <a:r>
              <a:rPr lang="en-US" dirty="0"/>
              <a:t>EIA Jun meeting notes</a:t>
            </a:r>
          </a:p>
        </p:txBody>
      </p:sp>
      <p:sp>
        <p:nvSpPr>
          <p:cNvPr id="3" name="Content Placeholder 2">
            <a:extLst>
              <a:ext uri="{FF2B5EF4-FFF2-40B4-BE49-F238E27FC236}">
                <a16:creationId xmlns:a16="http://schemas.microsoft.com/office/drawing/2014/main" id="{13841CDE-C91A-EB44-5388-3E2ED2953A1B}"/>
              </a:ext>
            </a:extLst>
          </p:cNvPr>
          <p:cNvSpPr>
            <a:spLocks noGrp="1"/>
          </p:cNvSpPr>
          <p:nvPr>
            <p:ph idx="1"/>
          </p:nvPr>
        </p:nvSpPr>
        <p:spPr/>
        <p:txBody>
          <a:bodyPr>
            <a:noAutofit/>
          </a:bodyPr>
          <a:lstStyle/>
          <a:p>
            <a:pPr marL="0" marR="0" rtl="0">
              <a:spcBef>
                <a:spcPts val="0"/>
              </a:spcBef>
              <a:spcAft>
                <a:spcPts val="0"/>
              </a:spcAft>
            </a:pPr>
            <a:r>
              <a:rPr lang="en-US" sz="1200" dirty="0">
                <a:effectLst/>
                <a:latin typeface="Calibri" panose="020F0502020204030204" pitchFamily="34" charset="0"/>
              </a:rPr>
              <a:t>meeting with EIA about survival/age/fleet turnover</a:t>
            </a:r>
          </a:p>
          <a:p>
            <a:pPr marL="0" marR="0" rtl="0">
              <a:spcBef>
                <a:spcPts val="0"/>
              </a:spcBef>
              <a:spcAft>
                <a:spcPts val="0"/>
              </a:spcAft>
            </a:pPr>
            <a:r>
              <a:rPr lang="en-US" sz="1200" dirty="0">
                <a:effectLst/>
                <a:latin typeface="Calibri" panose="020F0502020204030204" pitchFamily="34" charset="0"/>
              </a:rPr>
              <a:t> </a:t>
            </a:r>
          </a:p>
          <a:p>
            <a:pPr marL="0" marR="0" rtl="0">
              <a:spcBef>
                <a:spcPts val="0"/>
              </a:spcBef>
              <a:spcAft>
                <a:spcPts val="0"/>
              </a:spcAft>
            </a:pPr>
            <a:r>
              <a:rPr lang="en-US" sz="1200" dirty="0">
                <a:effectLst/>
                <a:latin typeface="Calibri" panose="020F0502020204030204" pitchFamily="34" charset="0"/>
              </a:rPr>
              <a:t>heroic assumptions needed</a:t>
            </a:r>
          </a:p>
          <a:p>
            <a:pPr marL="0" marR="0" rtl="0">
              <a:spcBef>
                <a:spcPts val="0"/>
              </a:spcBef>
              <a:spcAft>
                <a:spcPts val="0"/>
              </a:spcAft>
            </a:pPr>
            <a:r>
              <a:rPr lang="en-US" sz="1200" dirty="0">
                <a:effectLst/>
                <a:latin typeface="Calibri" panose="020F0502020204030204" pitchFamily="34" charset="0"/>
              </a:rPr>
              <a:t> </a:t>
            </a:r>
          </a:p>
          <a:p>
            <a:pPr marL="0" marR="0" rtl="0">
              <a:spcBef>
                <a:spcPts val="0"/>
              </a:spcBef>
              <a:spcAft>
                <a:spcPts val="0"/>
              </a:spcAft>
            </a:pPr>
            <a:r>
              <a:rPr lang="en-US" sz="1200" dirty="0">
                <a:effectLst/>
                <a:latin typeface="Calibri" panose="020F0502020204030204" pitchFamily="34" charset="0"/>
              </a:rPr>
              <a:t>national stock, household assignment</a:t>
            </a:r>
          </a:p>
          <a:p>
            <a:pPr marL="0" marR="0" rtl="0">
              <a:spcBef>
                <a:spcPts val="0"/>
              </a:spcBef>
              <a:spcAft>
                <a:spcPts val="0"/>
              </a:spcAft>
            </a:pPr>
            <a:r>
              <a:rPr lang="en-US" sz="1200" dirty="0">
                <a:effectLst/>
                <a:latin typeface="Calibri" panose="020F0502020204030204" pitchFamily="34" charset="0"/>
              </a:rPr>
              <a:t>county stock, household assignment</a:t>
            </a:r>
          </a:p>
          <a:p>
            <a:pPr marL="0" marR="0" rtl="0">
              <a:spcBef>
                <a:spcPts val="0"/>
              </a:spcBef>
              <a:spcAft>
                <a:spcPts val="0"/>
              </a:spcAft>
            </a:pPr>
            <a:r>
              <a:rPr lang="en-US" sz="1200" dirty="0">
                <a:effectLst/>
                <a:latin typeface="Calibri" panose="020F0502020204030204" pitchFamily="34" charset="0"/>
              </a:rPr>
              <a:t> </a:t>
            </a:r>
          </a:p>
          <a:p>
            <a:pPr marL="0" marR="0" rtl="0">
              <a:spcBef>
                <a:spcPts val="0"/>
              </a:spcBef>
              <a:spcAft>
                <a:spcPts val="0"/>
              </a:spcAft>
            </a:pPr>
            <a:r>
              <a:rPr lang="en-US" sz="1200" dirty="0">
                <a:effectLst/>
                <a:latin typeface="Calibri" panose="020F0502020204030204" pitchFamily="34" charset="0"/>
              </a:rPr>
              <a:t>so with survival, you will have to assume EV flows the same as ICEV ??</a:t>
            </a:r>
          </a:p>
          <a:p>
            <a:pPr marL="0" marR="0" rtl="0">
              <a:spcBef>
                <a:spcPts val="0"/>
              </a:spcBef>
              <a:spcAft>
                <a:spcPts val="0"/>
              </a:spcAft>
            </a:pPr>
            <a:r>
              <a:rPr lang="en-US" sz="1200" dirty="0">
                <a:effectLst/>
                <a:latin typeface="Calibri" panose="020F0502020204030204" pitchFamily="34" charset="0"/>
              </a:rPr>
              <a:t> </a:t>
            </a:r>
          </a:p>
          <a:p>
            <a:pPr marL="0" marR="0" rtl="0">
              <a:spcBef>
                <a:spcPts val="0"/>
              </a:spcBef>
              <a:spcAft>
                <a:spcPts val="0"/>
              </a:spcAft>
            </a:pPr>
            <a:r>
              <a:rPr lang="en-US" sz="1200" dirty="0">
                <a:effectLst/>
                <a:latin typeface="Calibri" panose="020F0502020204030204" pitchFamily="34" charset="0"/>
              </a:rPr>
              <a:t> </a:t>
            </a:r>
          </a:p>
          <a:p>
            <a:pPr marL="0" marR="0" rtl="0">
              <a:spcBef>
                <a:spcPts val="0"/>
              </a:spcBef>
              <a:spcAft>
                <a:spcPts val="0"/>
              </a:spcAft>
            </a:pPr>
            <a:r>
              <a:rPr lang="en-US" sz="1200" dirty="0" err="1">
                <a:effectLst/>
                <a:latin typeface="Calibri" panose="020F0502020204030204" pitchFamily="34" charset="0"/>
              </a:rPr>
              <a:t>polk</a:t>
            </a:r>
            <a:r>
              <a:rPr lang="en-US" sz="1200" dirty="0">
                <a:effectLst/>
                <a:latin typeface="Calibri" panose="020F0502020204030204" pitchFamily="34" charset="0"/>
              </a:rPr>
              <a:t>: number of </a:t>
            </a:r>
            <a:r>
              <a:rPr lang="en-US" sz="1200" dirty="0" err="1">
                <a:effectLst/>
                <a:latin typeface="Calibri" panose="020F0502020204030204" pitchFamily="34" charset="0"/>
              </a:rPr>
              <a:t>veh</a:t>
            </a:r>
            <a:r>
              <a:rPr lang="en-US" sz="1200" dirty="0">
                <a:effectLst/>
                <a:latin typeface="Calibri" panose="020F0502020204030204" pitchFamily="34" charset="0"/>
              </a:rPr>
              <a:t>/</a:t>
            </a:r>
            <a:r>
              <a:rPr lang="en-US" sz="1200" dirty="0" err="1">
                <a:effectLst/>
                <a:latin typeface="Calibri" panose="020F0502020204030204" pitchFamily="34" charset="0"/>
              </a:rPr>
              <a:t>hh</a:t>
            </a:r>
            <a:r>
              <a:rPr lang="en-US" sz="1200" dirty="0">
                <a:effectLst/>
                <a:latin typeface="Calibri" panose="020F0502020204030204" pitchFamily="34" charset="0"/>
              </a:rPr>
              <a:t>, </a:t>
            </a:r>
            <a:r>
              <a:rPr lang="en-US" sz="1200" dirty="0" err="1">
                <a:effectLst/>
                <a:latin typeface="Calibri" panose="020F0502020204030204" pitchFamily="34" charset="0"/>
              </a:rPr>
              <a:t>carfax</a:t>
            </a:r>
            <a:r>
              <a:rPr lang="en-US" sz="1200" dirty="0">
                <a:effectLst/>
                <a:latin typeface="Calibri" panose="020F0502020204030204" pitchFamily="34" charset="0"/>
              </a:rPr>
              <a:t> odometers</a:t>
            </a:r>
          </a:p>
          <a:p>
            <a:pPr marL="0" marR="0" rtl="0">
              <a:spcBef>
                <a:spcPts val="0"/>
              </a:spcBef>
              <a:spcAft>
                <a:spcPts val="0"/>
              </a:spcAft>
            </a:pPr>
            <a:r>
              <a:rPr lang="en-US" sz="1200" dirty="0">
                <a:effectLst/>
                <a:latin typeface="Calibri" panose="020F0502020204030204" pitchFamily="34" charset="0"/>
              </a:rPr>
              <a:t> </a:t>
            </a:r>
          </a:p>
          <a:p>
            <a:pPr marL="0" marR="0" rtl="0">
              <a:spcBef>
                <a:spcPts val="0"/>
              </a:spcBef>
              <a:spcAft>
                <a:spcPts val="0"/>
              </a:spcAft>
            </a:pPr>
            <a:r>
              <a:rPr lang="en-US" sz="1200" dirty="0">
                <a:effectLst/>
                <a:latin typeface="Calibri" panose="020F0502020204030204" pitchFamily="34" charset="0"/>
              </a:rPr>
              <a:t> </a:t>
            </a:r>
          </a:p>
          <a:p>
            <a:pPr marL="0" marR="0" rtl="0">
              <a:spcBef>
                <a:spcPts val="0"/>
              </a:spcBef>
              <a:spcAft>
                <a:spcPts val="0"/>
              </a:spcAft>
            </a:pPr>
            <a:r>
              <a:rPr lang="en-US" sz="1200" dirty="0" err="1">
                <a:effectLst/>
                <a:latin typeface="Calibri" panose="020F0502020204030204" pitchFamily="34" charset="0"/>
              </a:rPr>
              <a:t>polk</a:t>
            </a:r>
            <a:r>
              <a:rPr lang="en-US" sz="1200" dirty="0">
                <a:effectLst/>
                <a:latin typeface="Calibri" panose="020F0502020204030204" pitchFamily="34" charset="0"/>
              </a:rPr>
              <a:t> EV input</a:t>
            </a:r>
          </a:p>
          <a:p>
            <a:pPr marL="0" marR="0" rtl="0">
              <a:spcBef>
                <a:spcPts val="0"/>
              </a:spcBef>
              <a:spcAft>
                <a:spcPts val="0"/>
              </a:spcAft>
            </a:pPr>
            <a:r>
              <a:rPr lang="en-US" sz="1200" dirty="0" err="1">
                <a:effectLst/>
                <a:latin typeface="Calibri" panose="020F0502020204030204" pitchFamily="34" charset="0"/>
              </a:rPr>
              <a:t>experian</a:t>
            </a:r>
            <a:r>
              <a:rPr lang="en-US" sz="1200" dirty="0">
                <a:effectLst/>
                <a:latin typeface="Calibri" panose="020F0502020204030204" pitchFamily="34" charset="0"/>
              </a:rPr>
              <a:t> EV stocks by state (AFDC?)</a:t>
            </a:r>
          </a:p>
          <a:p>
            <a:pPr marL="0" marR="0" rtl="0">
              <a:spcBef>
                <a:spcPts val="0"/>
              </a:spcBef>
              <a:spcAft>
                <a:spcPts val="0"/>
              </a:spcAft>
            </a:pPr>
            <a:r>
              <a:rPr lang="en-US" sz="1200" dirty="0">
                <a:effectLst/>
                <a:latin typeface="Calibri" panose="020F0502020204030204" pitchFamily="34" charset="0"/>
              </a:rPr>
              <a:t> </a:t>
            </a:r>
          </a:p>
          <a:p>
            <a:pPr marL="0" marR="0" rtl="0">
              <a:spcBef>
                <a:spcPts val="0"/>
              </a:spcBef>
              <a:spcAft>
                <a:spcPts val="0"/>
              </a:spcAft>
            </a:pPr>
            <a:r>
              <a:rPr lang="en-US" sz="1200" dirty="0">
                <a:effectLst/>
                <a:latin typeface="Calibri" panose="020F0502020204030204" pitchFamily="34" charset="0"/>
              </a:rPr>
              <a:t> </a:t>
            </a:r>
          </a:p>
          <a:p>
            <a:pPr marL="0" marR="0" rtl="0">
              <a:spcBef>
                <a:spcPts val="0"/>
              </a:spcBef>
              <a:spcAft>
                <a:spcPts val="0"/>
              </a:spcAft>
            </a:pPr>
            <a:r>
              <a:rPr lang="en-US" sz="1200" dirty="0" err="1">
                <a:effectLst/>
                <a:latin typeface="Calibri" panose="020F0502020204030204" pitchFamily="34" charset="0"/>
              </a:rPr>
              <a:t>oklahoma</a:t>
            </a:r>
            <a:r>
              <a:rPr lang="en-US" sz="1200" dirty="0">
                <a:effectLst/>
                <a:latin typeface="Calibri" panose="020F0502020204030204" pitchFamily="34" charset="0"/>
              </a:rPr>
              <a:t> rental cars</a:t>
            </a:r>
          </a:p>
          <a:p>
            <a:pPr marL="0" marR="0" rtl="0">
              <a:spcBef>
                <a:spcPts val="0"/>
              </a:spcBef>
              <a:spcAft>
                <a:spcPts val="0"/>
              </a:spcAft>
            </a:pPr>
            <a:r>
              <a:rPr lang="en-US" sz="1200" dirty="0">
                <a:effectLst/>
                <a:latin typeface="Calibri" panose="020F0502020204030204" pitchFamily="34" charset="0"/>
              </a:rPr>
              <a:t>fleet flag</a:t>
            </a:r>
          </a:p>
          <a:p>
            <a:pPr marL="0" marR="0" rtl="0">
              <a:spcBef>
                <a:spcPts val="0"/>
              </a:spcBef>
              <a:spcAft>
                <a:spcPts val="0"/>
              </a:spcAft>
            </a:pPr>
            <a:r>
              <a:rPr lang="en-US" sz="1200" dirty="0">
                <a:effectLst/>
                <a:latin typeface="Calibri" panose="020F0502020204030204" pitchFamily="34" charset="0"/>
              </a:rPr>
              <a:t> </a:t>
            </a:r>
          </a:p>
          <a:p>
            <a:pPr marL="0" marR="0" rtl="0">
              <a:spcBef>
                <a:spcPts val="0"/>
              </a:spcBef>
              <a:spcAft>
                <a:spcPts val="0"/>
              </a:spcAft>
            </a:pPr>
            <a:r>
              <a:rPr lang="en-US" sz="1200" dirty="0">
                <a:effectLst/>
                <a:latin typeface="Calibri" panose="020F0502020204030204" pitchFamily="34" charset="0"/>
              </a:rPr>
              <a:t> </a:t>
            </a:r>
          </a:p>
          <a:p>
            <a:pPr marL="0" marR="0" rtl="0">
              <a:spcBef>
                <a:spcPts val="0"/>
              </a:spcBef>
              <a:spcAft>
                <a:spcPts val="0"/>
              </a:spcAft>
            </a:pPr>
            <a:r>
              <a:rPr lang="en-US" sz="1200" dirty="0" err="1">
                <a:effectLst/>
                <a:latin typeface="Calibri" panose="020F0502020204030204" pitchFamily="34" charset="0"/>
              </a:rPr>
              <a:t>natl</a:t>
            </a:r>
            <a:r>
              <a:rPr lang="en-US" sz="1200" dirty="0">
                <a:effectLst/>
                <a:latin typeface="Calibri" panose="020F0502020204030204" pitchFamily="34" charset="0"/>
              </a:rPr>
              <a:t> fleet transfer to </a:t>
            </a:r>
            <a:r>
              <a:rPr lang="en-US" sz="1200" dirty="0" err="1">
                <a:effectLst/>
                <a:latin typeface="Calibri" panose="020F0502020204030204" pitchFamily="34" charset="0"/>
              </a:rPr>
              <a:t>hh</a:t>
            </a:r>
            <a:endParaRPr lang="en-US" sz="1200" dirty="0">
              <a:effectLst/>
              <a:latin typeface="Calibri" panose="020F0502020204030204" pitchFamily="34" charset="0"/>
            </a:endParaRPr>
          </a:p>
          <a:p>
            <a:pPr marL="0" marR="0" rtl="0">
              <a:spcBef>
                <a:spcPts val="0"/>
              </a:spcBef>
              <a:spcAft>
                <a:spcPts val="0"/>
              </a:spcAft>
            </a:pPr>
            <a:r>
              <a:rPr lang="en-US" sz="1200" dirty="0">
                <a:effectLst/>
                <a:latin typeface="Calibri" panose="020F0502020204030204" pitchFamily="34" charset="0"/>
              </a:rPr>
              <a:t>transfer rates</a:t>
            </a:r>
          </a:p>
          <a:p>
            <a:pPr marL="0" marR="0" rtl="0">
              <a:spcBef>
                <a:spcPts val="0"/>
              </a:spcBef>
              <a:spcAft>
                <a:spcPts val="0"/>
              </a:spcAft>
            </a:pPr>
            <a:r>
              <a:rPr lang="en-US" sz="1200" dirty="0">
                <a:effectLst/>
                <a:latin typeface="Calibri" panose="020F0502020204030204" pitchFamily="34" charset="0"/>
              </a:rPr>
              <a:t> </a:t>
            </a:r>
          </a:p>
          <a:p>
            <a:pPr marL="0" marR="0" rtl="0">
              <a:spcBef>
                <a:spcPts val="0"/>
              </a:spcBef>
              <a:spcAft>
                <a:spcPts val="0"/>
              </a:spcAft>
            </a:pPr>
            <a:r>
              <a:rPr lang="en-US" sz="1200" dirty="0">
                <a:effectLst/>
                <a:latin typeface="Calibri" panose="020F0502020204030204" pitchFamily="34" charset="0"/>
              </a:rPr>
              <a:t>AEO projected sales</a:t>
            </a:r>
          </a:p>
          <a:p>
            <a:pPr marL="0" marR="0" rtl="0">
              <a:spcBef>
                <a:spcPts val="0"/>
              </a:spcBef>
              <a:spcAft>
                <a:spcPts val="0"/>
              </a:spcAft>
            </a:pPr>
            <a:r>
              <a:rPr lang="en-US" sz="1200" dirty="0">
                <a:effectLst/>
                <a:latin typeface="Calibri" panose="020F0502020204030204" pitchFamily="34" charset="0"/>
              </a:rPr>
              <a:t> </a:t>
            </a:r>
          </a:p>
          <a:p>
            <a:pPr marL="0" marR="0" rtl="0">
              <a:spcBef>
                <a:spcPts val="0"/>
              </a:spcBef>
              <a:spcAft>
                <a:spcPts val="0"/>
              </a:spcAft>
            </a:pPr>
            <a:r>
              <a:rPr lang="en-US" sz="1200" dirty="0">
                <a:effectLst/>
                <a:latin typeface="Calibri" panose="020F0502020204030204" pitchFamily="34" charset="0"/>
              </a:rPr>
              <a:t>Polk - explicitly say rental, govt, commercial</a:t>
            </a:r>
          </a:p>
          <a:p>
            <a:pPr marL="0" marR="0" rtl="0">
              <a:spcBef>
                <a:spcPts val="0"/>
              </a:spcBef>
              <a:spcAft>
                <a:spcPts val="0"/>
              </a:spcAft>
            </a:pPr>
            <a:r>
              <a:rPr lang="en-US" sz="1200" dirty="0">
                <a:effectLst/>
                <a:latin typeface="Calibri" panose="020F0502020204030204" pitchFamily="34" charset="0"/>
              </a:rPr>
              <a:t>check EIA input files</a:t>
            </a:r>
          </a:p>
          <a:p>
            <a:pPr marL="0" marR="0" rtl="0">
              <a:spcBef>
                <a:spcPts val="0"/>
              </a:spcBef>
              <a:spcAft>
                <a:spcPts val="0"/>
              </a:spcAft>
            </a:pPr>
            <a:r>
              <a:rPr lang="en-US" sz="1200" dirty="0">
                <a:effectLst/>
                <a:latin typeface="Calibri" panose="020F0502020204030204" pitchFamily="34" charset="0"/>
              </a:rPr>
              <a:t> </a:t>
            </a:r>
          </a:p>
          <a:p>
            <a:pPr marL="0" marR="0" rtl="0">
              <a:spcBef>
                <a:spcPts val="0"/>
              </a:spcBef>
              <a:spcAft>
                <a:spcPts val="0"/>
              </a:spcAft>
            </a:pPr>
            <a:r>
              <a:rPr lang="en-US" sz="1200" dirty="0">
                <a:effectLst/>
                <a:latin typeface="Calibri" panose="020F0502020204030204" pitchFamily="34" charset="0"/>
              </a:rPr>
              <a:t> </a:t>
            </a:r>
          </a:p>
          <a:p>
            <a:pPr marL="0" marR="0" rtl="0">
              <a:spcBef>
                <a:spcPts val="0"/>
              </a:spcBef>
              <a:spcAft>
                <a:spcPts val="0"/>
              </a:spcAft>
            </a:pPr>
            <a:r>
              <a:rPr lang="en-US" sz="1200" dirty="0">
                <a:effectLst/>
                <a:latin typeface="Calibri" panose="020F0502020204030204" pitchFamily="34" charset="0"/>
              </a:rPr>
              <a:t> </a:t>
            </a:r>
          </a:p>
          <a:p>
            <a:pPr marL="0" marR="0" rtl="0">
              <a:spcBef>
                <a:spcPts val="0"/>
              </a:spcBef>
              <a:spcAft>
                <a:spcPts val="0"/>
              </a:spcAft>
            </a:pPr>
            <a:r>
              <a:rPr lang="en-US" sz="1200" dirty="0">
                <a:effectLst/>
                <a:latin typeface="Calibri" panose="020F0502020204030204" pitchFamily="34" charset="0"/>
              </a:rPr>
              <a:t> </a:t>
            </a:r>
          </a:p>
          <a:p>
            <a:pPr marL="0" marR="0" rtl="0">
              <a:spcBef>
                <a:spcPts val="0"/>
              </a:spcBef>
              <a:spcAft>
                <a:spcPts val="0"/>
              </a:spcAft>
            </a:pPr>
            <a:r>
              <a:rPr lang="en-US" sz="1200" dirty="0">
                <a:effectLst/>
                <a:latin typeface="Calibri" panose="020F0502020204030204" pitchFamily="34" charset="0"/>
              </a:rPr>
              <a:t>NEMS sales - comes from global insight macro model</a:t>
            </a:r>
          </a:p>
          <a:p>
            <a:pPr marL="0" marR="0" rtl="0">
              <a:spcBef>
                <a:spcPts val="0"/>
              </a:spcBef>
              <a:spcAft>
                <a:spcPts val="0"/>
              </a:spcAft>
            </a:pPr>
            <a:r>
              <a:rPr lang="en-US" sz="1200" dirty="0">
                <a:effectLst/>
                <a:latin typeface="Calibri" panose="020F0502020204030204" pitchFamily="34" charset="0"/>
              </a:rPr>
              <a:t>- some macro feedback on VMT</a:t>
            </a:r>
          </a:p>
          <a:p>
            <a:pPr marL="0" marR="0" rtl="0">
              <a:spcBef>
                <a:spcPts val="0"/>
              </a:spcBef>
              <a:spcAft>
                <a:spcPts val="0"/>
              </a:spcAft>
            </a:pPr>
            <a:r>
              <a:rPr lang="en-US" sz="1200" dirty="0">
                <a:effectLst/>
                <a:latin typeface="Calibri" panose="020F0502020204030204" pitchFamily="34" charset="0"/>
              </a:rPr>
              <a:t>TEMPO: scrapped to replace and meet total VMT</a:t>
            </a:r>
          </a:p>
          <a:p>
            <a:pPr marL="0" marR="0" rtl="0">
              <a:spcBef>
                <a:spcPts val="0"/>
              </a:spcBef>
              <a:spcAft>
                <a:spcPts val="0"/>
              </a:spcAft>
            </a:pPr>
            <a:r>
              <a:rPr lang="en-US" sz="1200" dirty="0">
                <a:effectLst/>
                <a:latin typeface="Calibri" panose="020F0502020204030204" pitchFamily="34" charset="0"/>
              </a:rPr>
              <a:t> </a:t>
            </a:r>
          </a:p>
          <a:p>
            <a:pPr marL="0" marR="0" rtl="0">
              <a:spcBef>
                <a:spcPts val="0"/>
              </a:spcBef>
              <a:spcAft>
                <a:spcPts val="0"/>
              </a:spcAft>
            </a:pPr>
            <a:r>
              <a:rPr lang="en-US" sz="1200" dirty="0">
                <a:effectLst/>
                <a:latin typeface="Calibri" panose="020F0502020204030204" pitchFamily="34" charset="0"/>
              </a:rPr>
              <a:t> </a:t>
            </a:r>
          </a:p>
          <a:p>
            <a:pPr marL="0" marR="0" rtl="0">
              <a:spcBef>
                <a:spcPts val="0"/>
              </a:spcBef>
              <a:spcAft>
                <a:spcPts val="0"/>
              </a:spcAft>
            </a:pPr>
            <a:r>
              <a:rPr lang="en-US" sz="1200" dirty="0">
                <a:effectLst/>
                <a:latin typeface="Calibri" panose="020F0502020204030204" pitchFamily="34" charset="0"/>
              </a:rPr>
              <a:t>odometer</a:t>
            </a:r>
          </a:p>
          <a:p>
            <a:pPr marL="0" marR="0" rtl="0">
              <a:spcBef>
                <a:spcPts val="0"/>
              </a:spcBef>
              <a:spcAft>
                <a:spcPts val="0"/>
              </a:spcAft>
            </a:pPr>
            <a:r>
              <a:rPr lang="en-US" sz="1200" dirty="0">
                <a:effectLst/>
                <a:latin typeface="Calibri" panose="020F0502020204030204" pitchFamily="34" charset="0"/>
              </a:rPr>
              <a:t>huge distribution</a:t>
            </a:r>
          </a:p>
          <a:p>
            <a:pPr marL="0" marR="0" rtl="0">
              <a:spcBef>
                <a:spcPts val="0"/>
              </a:spcBef>
              <a:spcAft>
                <a:spcPts val="0"/>
              </a:spcAft>
            </a:pPr>
            <a:r>
              <a:rPr lang="en-US" sz="1200" dirty="0">
                <a:effectLst/>
                <a:latin typeface="Calibri" panose="020F0502020204030204" pitchFamily="34" charset="0"/>
              </a:rPr>
              <a:t>mi/</a:t>
            </a:r>
            <a:r>
              <a:rPr lang="en-US" sz="1200" dirty="0" err="1">
                <a:effectLst/>
                <a:latin typeface="Calibri" panose="020F0502020204030204" pitchFamily="34" charset="0"/>
              </a:rPr>
              <a:t>yr</a:t>
            </a:r>
            <a:r>
              <a:rPr lang="en-US" sz="1200" dirty="0">
                <a:effectLst/>
                <a:latin typeface="Calibri" panose="020F0502020204030204" pitchFamily="34" charset="0"/>
              </a:rPr>
              <a:t> + scrappage</a:t>
            </a:r>
          </a:p>
          <a:p>
            <a:pPr marL="0" marR="0" rtl="0">
              <a:spcBef>
                <a:spcPts val="0"/>
              </a:spcBef>
              <a:spcAft>
                <a:spcPts val="0"/>
              </a:spcAft>
            </a:pPr>
            <a:r>
              <a:rPr lang="en-US" sz="1200" dirty="0">
                <a:effectLst/>
                <a:latin typeface="Calibri" panose="020F0502020204030204" pitchFamily="34" charset="0"/>
              </a:rPr>
              <a:t>old vehicles</a:t>
            </a:r>
          </a:p>
          <a:p>
            <a:pPr marL="0" marR="0" rtl="0">
              <a:spcBef>
                <a:spcPts val="0"/>
              </a:spcBef>
              <a:spcAft>
                <a:spcPts val="0"/>
              </a:spcAft>
            </a:pPr>
            <a:r>
              <a:rPr lang="en-US" sz="1200" dirty="0">
                <a:effectLst/>
                <a:latin typeface="Calibri" panose="020F0502020204030204" pitchFamily="34" charset="0"/>
              </a:rPr>
              <a:t> </a:t>
            </a:r>
          </a:p>
          <a:p>
            <a:pPr marL="0" marR="0" rtl="0">
              <a:spcBef>
                <a:spcPts val="0"/>
              </a:spcBef>
              <a:spcAft>
                <a:spcPts val="0"/>
              </a:spcAft>
            </a:pPr>
            <a:r>
              <a:rPr lang="en-US" sz="1200" dirty="0">
                <a:effectLst/>
                <a:latin typeface="Calibri" panose="020F0502020204030204" pitchFamily="34" charset="0"/>
              </a:rPr>
              <a:t>annual inspection - vehicles leaving the state</a:t>
            </a:r>
          </a:p>
          <a:p>
            <a:pPr marL="0" marR="0" rtl="0">
              <a:spcBef>
                <a:spcPts val="0"/>
              </a:spcBef>
              <a:spcAft>
                <a:spcPts val="0"/>
              </a:spcAft>
            </a:pPr>
            <a:r>
              <a:rPr lang="en-US" sz="1200" dirty="0">
                <a:effectLst/>
                <a:latin typeface="Calibri" panose="020F0502020204030204" pitchFamily="34" charset="0"/>
              </a:rPr>
              <a:t>inspection of used vehicle registration - used vehicles entering the state</a:t>
            </a:r>
          </a:p>
          <a:p>
            <a:pPr marL="0" marR="0" rtl="0">
              <a:spcBef>
                <a:spcPts val="0"/>
              </a:spcBef>
              <a:spcAft>
                <a:spcPts val="0"/>
              </a:spcAft>
            </a:pPr>
            <a:r>
              <a:rPr lang="en-US" sz="1200" dirty="0">
                <a:effectLst/>
                <a:latin typeface="Calibri" panose="020F0502020204030204" pitchFamily="34" charset="0"/>
              </a:rPr>
              <a:t> </a:t>
            </a:r>
          </a:p>
          <a:p>
            <a:pPr marL="0" marR="0" rtl="0">
              <a:spcBef>
                <a:spcPts val="0"/>
              </a:spcBef>
              <a:spcAft>
                <a:spcPts val="0"/>
              </a:spcAft>
            </a:pPr>
            <a:r>
              <a:rPr lang="en-US" sz="1200" dirty="0">
                <a:effectLst/>
                <a:latin typeface="Calibri" panose="020F0502020204030204" pitchFamily="34" charset="0"/>
              </a:rPr>
              <a:t>&lt;18 licensing requirements</a:t>
            </a:r>
          </a:p>
          <a:p>
            <a:pPr marL="0" marR="0" rtl="0">
              <a:spcBef>
                <a:spcPts val="0"/>
              </a:spcBef>
              <a:spcAft>
                <a:spcPts val="0"/>
              </a:spcAft>
            </a:pPr>
            <a:r>
              <a:rPr lang="en-US" sz="1200" dirty="0">
                <a:effectLst/>
                <a:latin typeface="Calibri" panose="020F0502020204030204" pitchFamily="34" charset="0"/>
              </a:rPr>
              <a:t> </a:t>
            </a:r>
          </a:p>
          <a:p>
            <a:pPr marL="0" marR="0" rtl="0">
              <a:spcBef>
                <a:spcPts val="0"/>
              </a:spcBef>
              <a:spcAft>
                <a:spcPts val="0"/>
              </a:spcAft>
            </a:pPr>
            <a:r>
              <a:rPr lang="en-US" sz="1200" dirty="0">
                <a:effectLst/>
                <a:latin typeface="Calibri" panose="020F0502020204030204" pitchFamily="34" charset="0"/>
              </a:rPr>
              <a:t> </a:t>
            </a:r>
          </a:p>
          <a:p>
            <a:pPr marL="0" marR="0" rtl="0">
              <a:spcBef>
                <a:spcPts val="0"/>
              </a:spcBef>
              <a:spcAft>
                <a:spcPts val="0"/>
              </a:spcAft>
            </a:pPr>
            <a:r>
              <a:rPr lang="en-US" sz="1200" dirty="0">
                <a:effectLst/>
                <a:latin typeface="Calibri" panose="020F0502020204030204" pitchFamily="34" charset="0"/>
              </a:rPr>
              <a:t> </a:t>
            </a:r>
          </a:p>
          <a:p>
            <a:pPr marL="0" marR="0" rtl="0">
              <a:spcBef>
                <a:spcPts val="0"/>
              </a:spcBef>
              <a:spcAft>
                <a:spcPts val="0"/>
              </a:spcAft>
            </a:pPr>
            <a:r>
              <a:rPr lang="en-US" sz="1200" dirty="0">
                <a:effectLst/>
                <a:latin typeface="Calibri" panose="020F0502020204030204" pitchFamily="34" charset="0"/>
              </a:rPr>
              <a:t> </a:t>
            </a:r>
          </a:p>
          <a:p>
            <a:pPr marL="0" marR="0" rtl="0">
              <a:spcBef>
                <a:spcPts val="0"/>
              </a:spcBef>
              <a:spcAft>
                <a:spcPts val="0"/>
              </a:spcAft>
            </a:pPr>
            <a:r>
              <a:rPr lang="en-US" sz="1200" dirty="0">
                <a:effectLst/>
                <a:latin typeface="Calibri" panose="020F0502020204030204" pitchFamily="34" charset="0"/>
              </a:rPr>
              <a:t>next step: EIA to comment on more concrete plan</a:t>
            </a:r>
          </a:p>
          <a:p>
            <a:pPr marL="0" marR="0" rtl="0">
              <a:spcBef>
                <a:spcPts val="0"/>
              </a:spcBef>
              <a:spcAft>
                <a:spcPts val="0"/>
              </a:spcAft>
            </a:pPr>
            <a:r>
              <a:rPr lang="en-US" sz="1200" dirty="0">
                <a:effectLst/>
                <a:latin typeface="Calibri" panose="020F0502020204030204" pitchFamily="34" charset="0"/>
              </a:rPr>
              <a:t> </a:t>
            </a:r>
          </a:p>
          <a:p>
            <a:pPr marL="0" marR="0" rtl="0">
              <a:spcBef>
                <a:spcPts val="0"/>
              </a:spcBef>
              <a:spcAft>
                <a:spcPts val="0"/>
              </a:spcAft>
            </a:pPr>
            <a:r>
              <a:rPr lang="en-US" sz="1200" dirty="0">
                <a:effectLst/>
                <a:latin typeface="Calibri" panose="020F0502020204030204" pitchFamily="34" charset="0"/>
              </a:rPr>
              <a:t> </a:t>
            </a:r>
          </a:p>
          <a:p>
            <a:pPr marL="0" marR="0" rtl="0">
              <a:spcBef>
                <a:spcPts val="0"/>
              </a:spcBef>
              <a:spcAft>
                <a:spcPts val="0"/>
              </a:spcAft>
            </a:pPr>
            <a:r>
              <a:rPr lang="en-US" sz="1200" dirty="0">
                <a:effectLst/>
                <a:latin typeface="Calibri" panose="020F0502020204030204" pitchFamily="34" charset="0"/>
              </a:rPr>
              <a:t> </a:t>
            </a:r>
          </a:p>
          <a:p>
            <a:pPr marL="0" marR="0" rtl="0">
              <a:spcBef>
                <a:spcPts val="0"/>
              </a:spcBef>
              <a:spcAft>
                <a:spcPts val="0"/>
              </a:spcAft>
            </a:pPr>
            <a:r>
              <a:rPr lang="en-US" sz="1200" dirty="0">
                <a:effectLst/>
                <a:latin typeface="Calibri" panose="020F0502020204030204" pitchFamily="34" charset="0"/>
              </a:rPr>
              <a:t>MHDV</a:t>
            </a:r>
          </a:p>
          <a:p>
            <a:pPr marL="0" marR="0" rtl="0">
              <a:spcBef>
                <a:spcPts val="0"/>
              </a:spcBef>
              <a:spcAft>
                <a:spcPts val="0"/>
              </a:spcAft>
            </a:pPr>
            <a:r>
              <a:rPr lang="en-US" sz="1200" dirty="0">
                <a:effectLst/>
                <a:latin typeface="Calibri" panose="020F0502020204030204" pitchFamily="34" charset="0"/>
              </a:rPr>
              <a:t>11 size classes</a:t>
            </a:r>
          </a:p>
          <a:p>
            <a:pPr marL="0" marR="0" rtl="0">
              <a:spcBef>
                <a:spcPts val="0"/>
              </a:spcBef>
              <a:spcAft>
                <a:spcPts val="0"/>
              </a:spcAft>
            </a:pPr>
            <a:r>
              <a:rPr lang="en-US" sz="1200" dirty="0">
                <a:effectLst/>
                <a:latin typeface="Calibri" panose="020F0502020204030204" pitchFamily="34" charset="0"/>
              </a:rPr>
              <a:t>9 regions</a:t>
            </a:r>
          </a:p>
          <a:p>
            <a:pPr marL="0" marR="0" rtl="0">
              <a:spcBef>
                <a:spcPts val="0"/>
              </a:spcBef>
              <a:spcAft>
                <a:spcPts val="0"/>
              </a:spcAft>
            </a:pPr>
            <a:r>
              <a:rPr lang="en-US" sz="1200" dirty="0">
                <a:effectLst/>
                <a:latin typeface="Calibri" panose="020F0502020204030204" pitchFamily="34" charset="0"/>
              </a:rPr>
              <a:t>99 scrappage curves</a:t>
            </a:r>
          </a:p>
          <a:p>
            <a:pPr marL="0" marR="0" rtl="0">
              <a:spcBef>
                <a:spcPts val="0"/>
              </a:spcBef>
              <a:spcAft>
                <a:spcPts val="0"/>
              </a:spcAft>
            </a:pPr>
            <a:r>
              <a:rPr lang="en-US" sz="1200" dirty="0">
                <a:effectLst/>
                <a:latin typeface="Calibri" panose="020F0502020204030204" pitchFamily="34" charset="0"/>
              </a:rPr>
              <a:t> </a:t>
            </a:r>
          </a:p>
          <a:p>
            <a:pPr marL="0" marR="0" rtl="0">
              <a:spcBef>
                <a:spcPts val="0"/>
              </a:spcBef>
              <a:spcAft>
                <a:spcPts val="0"/>
              </a:spcAft>
            </a:pPr>
            <a:r>
              <a:rPr lang="en-US" sz="1200" dirty="0">
                <a:effectLst/>
                <a:latin typeface="Calibri" panose="020F0502020204030204" pitchFamily="34" charset="0"/>
              </a:rPr>
              <a:t>regulatory influence</a:t>
            </a:r>
          </a:p>
          <a:p>
            <a:pPr marL="0" marR="0" rtl="0">
              <a:spcBef>
                <a:spcPts val="0"/>
              </a:spcBef>
              <a:spcAft>
                <a:spcPts val="0"/>
              </a:spcAft>
            </a:pPr>
            <a:r>
              <a:rPr lang="en-US" sz="1200" dirty="0">
                <a:effectLst/>
                <a:latin typeface="Calibri" panose="020F0502020204030204" pitchFamily="34" charset="0"/>
              </a:rPr>
              <a:t> </a:t>
            </a:r>
          </a:p>
          <a:p>
            <a:pPr marL="0" marR="0" rtl="0">
              <a:spcBef>
                <a:spcPts val="0"/>
              </a:spcBef>
              <a:spcAft>
                <a:spcPts val="0"/>
              </a:spcAft>
            </a:pPr>
            <a:r>
              <a:rPr lang="en-US" sz="1200" dirty="0">
                <a:effectLst/>
                <a:latin typeface="Calibri" panose="020F0502020204030204" pitchFamily="34" charset="0"/>
              </a:rPr>
              <a:t>+ truck registrations =/= travel</a:t>
            </a:r>
          </a:p>
          <a:p>
            <a:pPr marL="0" marR="0" rtl="0">
              <a:spcBef>
                <a:spcPts val="0"/>
              </a:spcBef>
              <a:spcAft>
                <a:spcPts val="0"/>
              </a:spcAft>
            </a:pPr>
            <a:r>
              <a:rPr lang="en-US" sz="1200" dirty="0">
                <a:effectLst/>
                <a:latin typeface="Calibri" panose="020F0502020204030204" pitchFamily="34" charset="0"/>
              </a:rPr>
              <a:t> </a:t>
            </a:r>
          </a:p>
          <a:p>
            <a:pPr marL="0" marR="0" rtl="0">
              <a:spcBef>
                <a:spcPts val="0"/>
              </a:spcBef>
              <a:spcAft>
                <a:spcPts val="0"/>
              </a:spcAft>
            </a:pPr>
            <a:r>
              <a:rPr lang="en-US" sz="1200" dirty="0">
                <a:effectLst/>
                <a:latin typeface="Calibri" panose="020F0502020204030204" pitchFamily="34" charset="0"/>
              </a:rPr>
              <a:t>FAF county OD</a:t>
            </a:r>
          </a:p>
          <a:p>
            <a:pPr marL="0" marR="0" rtl="0">
              <a:spcBef>
                <a:spcPts val="0"/>
              </a:spcBef>
              <a:spcAft>
                <a:spcPts val="0"/>
              </a:spcAft>
            </a:pPr>
            <a:r>
              <a:rPr lang="en-US" sz="1200" dirty="0">
                <a:effectLst/>
                <a:latin typeface="Calibri" panose="020F0502020204030204" pitchFamily="34" charset="0"/>
              </a:rPr>
              <a:t> </a:t>
            </a:r>
          </a:p>
          <a:p>
            <a:pPr marL="0" marR="0" rtl="0">
              <a:spcBef>
                <a:spcPts val="0"/>
              </a:spcBef>
              <a:spcAft>
                <a:spcPts val="0"/>
              </a:spcAft>
            </a:pPr>
            <a:r>
              <a:rPr lang="en-US" sz="1200" dirty="0">
                <a:effectLst/>
                <a:latin typeface="Calibri" panose="020F0502020204030204" pitchFamily="34" charset="0"/>
              </a:rPr>
              <a:t>truck locations: better to use imaging/AI / businesses </a:t>
            </a:r>
          </a:p>
          <a:p>
            <a:pPr marL="0" marR="0" rtl="0">
              <a:spcBef>
                <a:spcPts val="0"/>
              </a:spcBef>
              <a:spcAft>
                <a:spcPts val="0"/>
              </a:spcAft>
            </a:pPr>
            <a:r>
              <a:rPr lang="en-US" sz="1200" dirty="0">
                <a:effectLst/>
                <a:latin typeface="Calibri" panose="020F0502020204030204" pitchFamily="34" charset="0"/>
              </a:rPr>
              <a:t>idea: plot MHDV registrations by county</a:t>
            </a:r>
          </a:p>
          <a:p>
            <a:pPr marL="0" marR="0" rtl="0">
              <a:spcBef>
                <a:spcPts val="0"/>
              </a:spcBef>
              <a:spcAft>
                <a:spcPts val="0"/>
              </a:spcAft>
            </a:pPr>
            <a:r>
              <a:rPr lang="en-US" sz="1200" dirty="0">
                <a:effectLst/>
                <a:latin typeface="Calibri" panose="020F0502020204030204" pitchFamily="34" charset="0"/>
              </a:rPr>
              <a:t> </a:t>
            </a:r>
          </a:p>
          <a:p>
            <a:pPr marL="0" marR="0" rtl="0">
              <a:spcBef>
                <a:spcPts val="0"/>
              </a:spcBef>
              <a:spcAft>
                <a:spcPts val="0"/>
              </a:spcAft>
            </a:pPr>
            <a:r>
              <a:rPr lang="en-US" sz="1200" dirty="0">
                <a:effectLst/>
                <a:latin typeface="Calibri" panose="020F0502020204030204" pitchFamily="34" charset="0"/>
              </a:rPr>
              <a:t>Polk has agreement with body-upfitters and VINs to get body info</a:t>
            </a:r>
          </a:p>
          <a:p>
            <a:pPr marL="0" marR="0" rtl="0">
              <a:spcBef>
                <a:spcPts val="0"/>
              </a:spcBef>
              <a:spcAft>
                <a:spcPts val="0"/>
              </a:spcAft>
            </a:pPr>
            <a:r>
              <a:rPr lang="en-US" sz="1200" dirty="0">
                <a:effectLst/>
                <a:latin typeface="Calibri" panose="020F0502020204030204" pitchFamily="34" charset="0"/>
              </a:rPr>
              <a:t> </a:t>
            </a:r>
          </a:p>
          <a:p>
            <a:pPr marL="0" marR="0" rtl="0">
              <a:spcBef>
                <a:spcPts val="0"/>
              </a:spcBef>
              <a:spcAft>
                <a:spcPts val="0"/>
              </a:spcAft>
            </a:pPr>
            <a:r>
              <a:rPr lang="en-US" sz="1200" dirty="0">
                <a:effectLst/>
                <a:latin typeface="Calibri" panose="020F0502020204030204" pitchFamily="34" charset="0"/>
              </a:rPr>
              <a:t>Polk: bought new or used, transaction year</a:t>
            </a:r>
          </a:p>
          <a:p>
            <a:pPr marL="0" marR="0" rtl="0">
              <a:spcBef>
                <a:spcPts val="0"/>
              </a:spcBef>
              <a:spcAft>
                <a:spcPts val="0"/>
              </a:spcAft>
            </a:pPr>
            <a:r>
              <a:rPr lang="en-US" sz="1200" dirty="0">
                <a:effectLst/>
                <a:latin typeface="Calibri" panose="020F0502020204030204" pitchFamily="34" charset="0"/>
              </a:rPr>
              <a:t>determine first owner payback </a:t>
            </a:r>
          </a:p>
          <a:p>
            <a:pPr marL="0" marR="0" rtl="0">
              <a:spcBef>
                <a:spcPts val="0"/>
              </a:spcBef>
              <a:spcAft>
                <a:spcPts val="0"/>
              </a:spcAft>
            </a:pPr>
            <a:r>
              <a:rPr lang="en-US" sz="1200" dirty="0">
                <a:effectLst/>
                <a:latin typeface="Calibri" panose="020F0502020204030204" pitchFamily="34" charset="0"/>
              </a:rPr>
              <a:t> </a:t>
            </a:r>
          </a:p>
          <a:p>
            <a:pPr marL="0" marR="0" rtl="0">
              <a:spcBef>
                <a:spcPts val="0"/>
              </a:spcBef>
              <a:spcAft>
                <a:spcPts val="0"/>
              </a:spcAft>
            </a:pPr>
            <a:r>
              <a:rPr lang="en-US" sz="1200" dirty="0">
                <a:effectLst/>
                <a:latin typeface="Calibri" panose="020F0502020204030204" pitchFamily="34" charset="0"/>
              </a:rPr>
              <a:t>size of fleet</a:t>
            </a:r>
          </a:p>
          <a:p>
            <a:pPr marL="0" marR="0" rtl="0">
              <a:spcBef>
                <a:spcPts val="0"/>
              </a:spcBef>
              <a:spcAft>
                <a:spcPts val="0"/>
              </a:spcAft>
            </a:pPr>
            <a:r>
              <a:rPr lang="en-US" sz="1200" dirty="0">
                <a:effectLst/>
                <a:latin typeface="Calibri" panose="020F0502020204030204" pitchFamily="34" charset="0"/>
              </a:rPr>
              <a:t>business information</a:t>
            </a:r>
          </a:p>
          <a:p>
            <a:pPr marL="0" marR="0" rtl="0">
              <a:spcBef>
                <a:spcPts val="0"/>
              </a:spcBef>
              <a:spcAft>
                <a:spcPts val="0"/>
              </a:spcAft>
            </a:pPr>
            <a:r>
              <a:rPr lang="en-US" sz="1200" dirty="0">
                <a:effectLst/>
                <a:latin typeface="Calibri" panose="020F0502020204030204" pitchFamily="34" charset="0"/>
              </a:rPr>
              <a:t>rich </a:t>
            </a:r>
            <a:r>
              <a:rPr lang="en-US" sz="1200" dirty="0" err="1">
                <a:effectLst/>
                <a:latin typeface="Calibri" panose="020F0502020204030204" pitchFamily="34" charset="0"/>
              </a:rPr>
              <a:t>stuckey</a:t>
            </a:r>
            <a:endParaRPr lang="en-US" sz="1200" dirty="0">
              <a:effectLst/>
              <a:latin typeface="Calibri" panose="020F0502020204030204" pitchFamily="34" charset="0"/>
            </a:endParaRPr>
          </a:p>
          <a:p>
            <a:pPr marL="0" marR="0" rtl="0">
              <a:spcBef>
                <a:spcPts val="0"/>
              </a:spcBef>
              <a:spcAft>
                <a:spcPts val="0"/>
              </a:spcAft>
            </a:pPr>
            <a:r>
              <a:rPr lang="en-US" sz="1200" dirty="0">
                <a:effectLst/>
                <a:latin typeface="Calibri" panose="020F0502020204030204" pitchFamily="34" charset="0"/>
              </a:rPr>
              <a:t> </a:t>
            </a:r>
          </a:p>
          <a:p>
            <a:pPr marL="0" marR="0" rtl="0">
              <a:spcBef>
                <a:spcPts val="0"/>
              </a:spcBef>
              <a:spcAft>
                <a:spcPts val="0"/>
              </a:spcAft>
            </a:pPr>
            <a:r>
              <a:rPr lang="en-US" sz="1200" dirty="0">
                <a:effectLst/>
                <a:latin typeface="Calibri" panose="020F0502020204030204" pitchFamily="34" charset="0"/>
              </a:rPr>
              <a:t> </a:t>
            </a:r>
          </a:p>
          <a:p>
            <a:pPr marL="0" marR="0" rtl="0">
              <a:spcBef>
                <a:spcPts val="0"/>
              </a:spcBef>
              <a:spcAft>
                <a:spcPts val="0"/>
              </a:spcAft>
            </a:pPr>
            <a:r>
              <a:rPr lang="en-US" sz="1200" dirty="0">
                <a:effectLst/>
                <a:latin typeface="Calibri" panose="020F0502020204030204" pitchFamily="34" charset="0"/>
              </a:rPr>
              <a:t>- invite David Greene to meet with EIA</a:t>
            </a:r>
          </a:p>
          <a:p>
            <a:endParaRPr lang="en-US" sz="1200" dirty="0"/>
          </a:p>
        </p:txBody>
      </p:sp>
    </p:spTree>
    <p:extLst>
      <p:ext uri="{BB962C8B-B14F-4D97-AF65-F5344CB8AC3E}">
        <p14:creationId xmlns:p14="http://schemas.microsoft.com/office/powerpoint/2010/main" val="36478761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7240E-0748-5169-4BE5-D3EFF1B4E9B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01CD7DD-4F28-DD6E-E0C7-D11E1F5F1C1D}"/>
              </a:ext>
            </a:extLst>
          </p:cNvPr>
          <p:cNvSpPr>
            <a:spLocks noGrp="1"/>
          </p:cNvSpPr>
          <p:nvPr>
            <p:ph idx="1"/>
          </p:nvPr>
        </p:nvSpPr>
        <p:spPr/>
        <p:txBody>
          <a:bodyPr/>
          <a:lstStyle/>
          <a:p>
            <a:r>
              <a:rPr lang="en-US" dirty="0"/>
              <a:t>https://github.nrel.gov/mmurator/TMM/issues/307</a:t>
            </a:r>
          </a:p>
        </p:txBody>
      </p:sp>
    </p:spTree>
    <p:extLst>
      <p:ext uri="{BB962C8B-B14F-4D97-AF65-F5344CB8AC3E}">
        <p14:creationId xmlns:p14="http://schemas.microsoft.com/office/powerpoint/2010/main" val="25291415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9E536-8E07-505F-23AD-363E96104FF6}"/>
              </a:ext>
            </a:extLst>
          </p:cNvPr>
          <p:cNvSpPr>
            <a:spLocks noGrp="1"/>
          </p:cNvSpPr>
          <p:nvPr>
            <p:ph type="title"/>
          </p:nvPr>
        </p:nvSpPr>
        <p:spPr/>
        <p:txBody>
          <a:bodyPr/>
          <a:lstStyle/>
          <a:p>
            <a:r>
              <a:rPr lang="en-US" dirty="0"/>
              <a:t>June status</a:t>
            </a:r>
          </a:p>
        </p:txBody>
      </p:sp>
      <p:sp>
        <p:nvSpPr>
          <p:cNvPr id="3" name="Content Placeholder 2">
            <a:extLst>
              <a:ext uri="{FF2B5EF4-FFF2-40B4-BE49-F238E27FC236}">
                <a16:creationId xmlns:a16="http://schemas.microsoft.com/office/drawing/2014/main" id="{5442A9C4-0206-8284-B25B-C825B6696583}"/>
              </a:ext>
            </a:extLst>
          </p:cNvPr>
          <p:cNvSpPr>
            <a:spLocks noGrp="1"/>
          </p:cNvSpPr>
          <p:nvPr>
            <p:ph idx="1"/>
          </p:nvPr>
        </p:nvSpPr>
        <p:spPr/>
        <p:txBody>
          <a:bodyPr>
            <a:normAutofit fontScale="85000" lnSpcReduction="10000"/>
          </a:bodyPr>
          <a:lstStyle/>
          <a:p>
            <a:pPr algn="l" fontAlgn="base"/>
            <a:r>
              <a:rPr lang="en-US" sz="1100" b="0" i="0" dirty="0">
                <a:solidFill>
                  <a:srgbClr val="000000"/>
                </a:solidFill>
                <a:effectLst/>
                <a:highlight>
                  <a:srgbClr val="FFFFFF"/>
                </a:highlight>
                <a:latin typeface="Aptos" panose="020B0004020202020204" pitchFamily="34" charset="0"/>
              </a:rPr>
              <a:t>Updating and regionalizing survival curves helps with used vehicle market representation (more accurate and granularly resolved stock projections).</a:t>
            </a:r>
          </a:p>
          <a:p>
            <a:pPr marL="742950" lvl="1" indent="-285750" algn="l" fontAlgn="base">
              <a:buFont typeface="Arial" panose="020B0604020202020204" pitchFamily="34" charset="0"/>
              <a:buChar char="•"/>
            </a:pPr>
            <a:r>
              <a:rPr lang="en-US" sz="1100" b="0" i="0" dirty="0">
                <a:solidFill>
                  <a:srgbClr val="000000"/>
                </a:solidFill>
                <a:effectLst/>
                <a:highlight>
                  <a:srgbClr val="FFFFFF"/>
                </a:highlight>
                <a:latin typeface="Aptos" panose="020B0004020202020204" pitchFamily="34" charset="0"/>
              </a:rPr>
              <a:t>There is more to the used market, some of which we are working on via the </a:t>
            </a:r>
            <a:r>
              <a:rPr lang="en-US" sz="1100" b="0" i="0" dirty="0" err="1">
                <a:solidFill>
                  <a:srgbClr val="000000"/>
                </a:solidFill>
                <a:effectLst/>
                <a:highlight>
                  <a:srgbClr val="FFFFFF"/>
                </a:highlight>
                <a:latin typeface="Aptos" panose="020B0004020202020204" pitchFamily="34" charset="0"/>
              </a:rPr>
              <a:t>ResStock</a:t>
            </a:r>
            <a:r>
              <a:rPr lang="en-US" sz="1100" b="0" i="0" dirty="0">
                <a:solidFill>
                  <a:srgbClr val="000000"/>
                </a:solidFill>
                <a:effectLst/>
                <a:highlight>
                  <a:srgbClr val="FFFFFF"/>
                </a:highlight>
                <a:latin typeface="Aptos" panose="020B0004020202020204" pitchFamily="34" charset="0"/>
              </a:rPr>
              <a:t> project: which households own which used vehicles? how are they used: annual VMT by age, intra-household choice, interactions with trip-level technology and mode choice</a:t>
            </a:r>
          </a:p>
          <a:p>
            <a:pPr marL="742950" lvl="1" indent="-285750" algn="l" fontAlgn="base">
              <a:buFont typeface="Arial" panose="020B0604020202020204" pitchFamily="34" charset="0"/>
              <a:buChar char="•"/>
            </a:pPr>
            <a:r>
              <a:rPr lang="en-US" sz="1100" b="0" i="0" dirty="0">
                <a:solidFill>
                  <a:srgbClr val="000000"/>
                </a:solidFill>
                <a:effectLst/>
                <a:highlight>
                  <a:srgbClr val="FFFFFF"/>
                </a:highlight>
                <a:latin typeface="Aptos" panose="020B0004020202020204" pitchFamily="34" charset="0"/>
              </a:rPr>
              <a:t>We still won't be modeling actual used market choices/transactions explicitly (so, we still won't have a direct implementation of the IRA used vehicle credit)</a:t>
            </a:r>
          </a:p>
          <a:p>
            <a:pPr marL="742950" lvl="1" indent="-285750" algn="l" fontAlgn="base">
              <a:buFont typeface="Arial" panose="020B0604020202020204" pitchFamily="34" charset="0"/>
              <a:buChar char="•"/>
            </a:pPr>
            <a:r>
              <a:rPr lang="en-US" sz="1100" b="0" i="0" dirty="0">
                <a:solidFill>
                  <a:srgbClr val="000000"/>
                </a:solidFill>
                <a:effectLst/>
                <a:highlight>
                  <a:srgbClr val="FFFFFF"/>
                </a:highlight>
                <a:latin typeface="Aptos" panose="020B0004020202020204" pitchFamily="34" charset="0"/>
              </a:rPr>
              <a:t>We still won't be implementing the ORNL approach of estimating new sales based on economic variables/scenarios (rather than simply replacing all retired stock 1:1, according to current stock and vehicles per household)</a:t>
            </a:r>
          </a:p>
          <a:p>
            <a:pPr marL="1143000" lvl="2" indent="-228600" algn="l" fontAlgn="base">
              <a:buFont typeface="Arial" panose="020B0604020202020204" pitchFamily="34" charset="0"/>
              <a:buChar char="•"/>
            </a:pPr>
            <a:r>
              <a:rPr lang="en-US" sz="1100" b="0" i="0" dirty="0">
                <a:solidFill>
                  <a:srgbClr val="000000"/>
                </a:solidFill>
                <a:effectLst/>
                <a:highlight>
                  <a:srgbClr val="FFFFFF"/>
                </a:highlight>
                <a:latin typeface="Aptos" panose="020B0004020202020204" pitchFamily="34" charset="0"/>
              </a:rPr>
              <a:t>much of the past ORNL-David Greene work has been based on this - how sales and survival affect each other, mediated by used vehicle prices, and are affected by economic conditions.</a:t>
            </a:r>
          </a:p>
          <a:p>
            <a:pPr marL="1143000" lvl="2" indent="-228600" algn="l" fontAlgn="base">
              <a:buFont typeface="Arial" panose="020B0604020202020204" pitchFamily="34" charset="0"/>
              <a:buChar char="•"/>
            </a:pPr>
            <a:r>
              <a:rPr lang="en-US" sz="1100" b="0" i="0" dirty="0">
                <a:solidFill>
                  <a:srgbClr val="000000"/>
                </a:solidFill>
                <a:effectLst/>
                <a:highlight>
                  <a:srgbClr val="FFFFFF"/>
                </a:highlight>
                <a:latin typeface="Aptos" panose="020B0004020202020204" pitchFamily="34" charset="0"/>
              </a:rPr>
              <a:t>In fact, we are already seeing that county-level differences in survival have a lot to do with county-level differences in both household and economic growth. The data seems to show household and economic growth is likely an important factor in people bring their vehicles, resulting in more cars entering than leaving that state or county.</a:t>
            </a:r>
          </a:p>
          <a:p>
            <a:pPr marL="742950" lvl="1" indent="-285750" algn="l" fontAlgn="base">
              <a:buFont typeface="Arial" panose="020B0604020202020204" pitchFamily="34" charset="0"/>
              <a:buChar char="•"/>
            </a:pPr>
            <a:r>
              <a:rPr lang="en-US" sz="1100" b="0" i="0" dirty="0">
                <a:solidFill>
                  <a:srgbClr val="000000"/>
                </a:solidFill>
                <a:effectLst/>
                <a:highlight>
                  <a:srgbClr val="FFFFFF"/>
                </a:highlight>
                <a:latin typeface="Aptos" panose="020B0004020202020204" pitchFamily="34" charset="0"/>
              </a:rPr>
              <a:t>And finally, updating MHDV survival and considering MHDV business models (vehicles used differently over lifetimes, some fleets/users only buying and using used trucks) is out of scope, but something else we should start considering.</a:t>
            </a:r>
          </a:p>
          <a:p>
            <a:pPr algn="l" fontAlgn="base"/>
            <a:br>
              <a:rPr lang="en-US" sz="1100" b="0" i="0" dirty="0">
                <a:solidFill>
                  <a:srgbClr val="000000"/>
                </a:solidFill>
                <a:effectLst/>
                <a:highlight>
                  <a:srgbClr val="FFFFFF"/>
                </a:highlight>
                <a:latin typeface="Aptos" panose="020B0004020202020204" pitchFamily="34" charset="0"/>
              </a:rPr>
            </a:br>
            <a:endParaRPr lang="en-US" sz="1100" b="0" i="0" dirty="0">
              <a:solidFill>
                <a:srgbClr val="000000"/>
              </a:solidFill>
              <a:effectLst/>
              <a:highlight>
                <a:srgbClr val="FFFFFF"/>
              </a:highlight>
              <a:latin typeface="Aptos" panose="020B0004020202020204" pitchFamily="34" charset="0"/>
            </a:endParaRPr>
          </a:p>
          <a:p>
            <a:pPr algn="l" fontAlgn="base"/>
            <a:r>
              <a:rPr lang="en-US" sz="1100" b="0" i="0" dirty="0">
                <a:solidFill>
                  <a:srgbClr val="000000"/>
                </a:solidFill>
                <a:effectLst/>
                <a:highlight>
                  <a:srgbClr val="FFFFFF"/>
                </a:highlight>
                <a:latin typeface="Aptos" panose="020B0004020202020204" pitchFamily="34" charset="0"/>
              </a:rPr>
              <a:t>I'm also learning that AEO/NEMS 2025 will use regionalized (AEO regions) survival for both LDV and MHDV. (they already did it for LDV in AEO 2023) </a:t>
            </a:r>
          </a:p>
          <a:p>
            <a:pPr algn="l" fontAlgn="base"/>
            <a:br>
              <a:rPr lang="en-US" sz="1100" b="0" i="0" dirty="0">
                <a:solidFill>
                  <a:srgbClr val="000000"/>
                </a:solidFill>
                <a:effectLst/>
                <a:highlight>
                  <a:srgbClr val="FFFFFF"/>
                </a:highlight>
                <a:latin typeface="Aptos" panose="020B0004020202020204" pitchFamily="34" charset="0"/>
              </a:rPr>
            </a:br>
            <a:endParaRPr lang="en-US" sz="1100" b="0" i="0" dirty="0">
              <a:solidFill>
                <a:srgbClr val="000000"/>
              </a:solidFill>
              <a:effectLst/>
              <a:highlight>
                <a:srgbClr val="FFFFFF"/>
              </a:highlight>
              <a:latin typeface="Aptos" panose="020B0004020202020204" pitchFamily="34" charset="0"/>
            </a:endParaRPr>
          </a:p>
          <a:p>
            <a:pPr algn="l" fontAlgn="base"/>
            <a:r>
              <a:rPr lang="en-US" sz="1100" b="0" i="0" dirty="0">
                <a:solidFill>
                  <a:srgbClr val="000000"/>
                </a:solidFill>
                <a:effectLst/>
                <a:highlight>
                  <a:srgbClr val="FFFFFF"/>
                </a:highlight>
                <a:latin typeface="Aptos" panose="020B0004020202020204" pitchFamily="34" charset="0"/>
              </a:rPr>
              <a:t>However, we should </a:t>
            </a:r>
            <a:r>
              <a:rPr lang="en-US" sz="1100" b="0" i="0" u="sng" dirty="0">
                <a:solidFill>
                  <a:srgbClr val="000000"/>
                </a:solidFill>
                <a:effectLst/>
                <a:highlight>
                  <a:srgbClr val="FFFFFF"/>
                </a:highlight>
                <a:latin typeface="Aptos" panose="020B0004020202020204" pitchFamily="34" charset="0"/>
              </a:rPr>
              <a:t>internally</a:t>
            </a:r>
            <a:r>
              <a:rPr lang="en-US" sz="1100" b="0" i="0" dirty="0">
                <a:solidFill>
                  <a:srgbClr val="000000"/>
                </a:solidFill>
                <a:effectLst/>
                <a:highlight>
                  <a:srgbClr val="FFFFFF"/>
                </a:highlight>
                <a:latin typeface="Aptos" panose="020B0004020202020204" pitchFamily="34" charset="0"/>
              </a:rPr>
              <a:t> discuss if/how TEMPO should do the same (follow/keep up/ or do it better / more transparently?) and how we should frame this to VTO/Raphael,</a:t>
            </a:r>
          </a:p>
          <a:p>
            <a:pPr algn="l" fontAlgn="base"/>
            <a:r>
              <a:rPr lang="en-US" sz="1100" b="0" i="0" dirty="0">
                <a:solidFill>
                  <a:srgbClr val="000000"/>
                </a:solidFill>
                <a:effectLst/>
                <a:highlight>
                  <a:srgbClr val="FFFFFF"/>
                </a:highlight>
                <a:latin typeface="Aptos" panose="020B0004020202020204" pitchFamily="34" charset="0"/>
              </a:rPr>
              <a:t>and so I'll wait until we talk/finalize this before we present such "plans" to VTO/Raphael.</a:t>
            </a:r>
          </a:p>
        </p:txBody>
      </p:sp>
    </p:spTree>
    <p:extLst>
      <p:ext uri="{BB962C8B-B14F-4D97-AF65-F5344CB8AC3E}">
        <p14:creationId xmlns:p14="http://schemas.microsoft.com/office/powerpoint/2010/main" val="42731921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3D414D-214B-8914-8C58-1683F04AE366}"/>
              </a:ext>
            </a:extLst>
          </p:cNvPr>
          <p:cNvSpPr>
            <a:spLocks noGrp="1"/>
          </p:cNvSpPr>
          <p:nvPr>
            <p:ph type="title"/>
          </p:nvPr>
        </p:nvSpPr>
        <p:spPr/>
        <p:txBody>
          <a:bodyPr/>
          <a:lstStyle/>
          <a:p>
            <a:r>
              <a:rPr lang="en-US" dirty="0"/>
              <a:t>Emails </a:t>
            </a:r>
            <a:r>
              <a:rPr lang="en-US" dirty="0" err="1"/>
              <a:t>btwn</a:t>
            </a:r>
            <a:r>
              <a:rPr lang="en-US" dirty="0"/>
              <a:t> Arthur and Michael Dwyer</a:t>
            </a:r>
          </a:p>
        </p:txBody>
      </p:sp>
      <p:sp>
        <p:nvSpPr>
          <p:cNvPr id="3" name="Content Placeholder 2">
            <a:extLst>
              <a:ext uri="{FF2B5EF4-FFF2-40B4-BE49-F238E27FC236}">
                <a16:creationId xmlns:a16="http://schemas.microsoft.com/office/drawing/2014/main" id="{01D7A09D-10F0-D7B3-94FF-100FEA9B423D}"/>
              </a:ext>
            </a:extLst>
          </p:cNvPr>
          <p:cNvSpPr>
            <a:spLocks noGrp="1"/>
          </p:cNvSpPr>
          <p:nvPr>
            <p:ph idx="1"/>
          </p:nvPr>
        </p:nvSpPr>
        <p:spPr/>
        <p:txBody>
          <a:bodyPr/>
          <a:lstStyle/>
          <a:p>
            <a:r>
              <a:rPr lang="en-US" dirty="0"/>
              <a:t>If </a:t>
            </a:r>
            <a:r>
              <a:rPr lang="en-US" dirty="0" err="1"/>
              <a:t>Evs</a:t>
            </a:r>
            <a:r>
              <a:rPr lang="en-US" dirty="0"/>
              <a:t> get added/removed from regions proportional to existing stock (% of previous age </a:t>
            </a:r>
            <a:r>
              <a:rPr lang="en-US" i="1" dirty="0"/>
              <a:t>of that powertrain</a:t>
            </a:r>
            <a:r>
              <a:rPr lang="en-US" dirty="0"/>
              <a:t>, according to survival), then </a:t>
            </a:r>
            <a:r>
              <a:rPr lang="en-US" dirty="0" err="1"/>
              <a:t>Evs</a:t>
            </a:r>
            <a:r>
              <a:rPr lang="en-US" dirty="0"/>
              <a:t> will be under-added if that region actually imports used </a:t>
            </a:r>
            <a:r>
              <a:rPr lang="en-US" dirty="0" err="1"/>
              <a:t>Evs</a:t>
            </a:r>
            <a:r>
              <a:rPr lang="en-US" dirty="0"/>
              <a:t> from other regions</a:t>
            </a:r>
          </a:p>
          <a:p>
            <a:endParaRPr lang="en-US" dirty="0"/>
          </a:p>
        </p:txBody>
      </p:sp>
    </p:spTree>
    <p:extLst>
      <p:ext uri="{BB962C8B-B14F-4D97-AF65-F5344CB8AC3E}">
        <p14:creationId xmlns:p14="http://schemas.microsoft.com/office/powerpoint/2010/main" val="40189039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AB9F8-BC96-F98C-A157-620037FD820B}"/>
              </a:ext>
            </a:extLst>
          </p:cNvPr>
          <p:cNvSpPr>
            <a:spLocks noGrp="1"/>
          </p:cNvSpPr>
          <p:nvPr>
            <p:ph type="title"/>
          </p:nvPr>
        </p:nvSpPr>
        <p:spPr/>
        <p:txBody>
          <a:bodyPr/>
          <a:lstStyle/>
          <a:p>
            <a:r>
              <a:rPr lang="en-US" dirty="0"/>
              <a:t>Thread as of July 1</a:t>
            </a:r>
          </a:p>
        </p:txBody>
      </p:sp>
    </p:spTree>
    <p:extLst>
      <p:ext uri="{BB962C8B-B14F-4D97-AF65-F5344CB8AC3E}">
        <p14:creationId xmlns:p14="http://schemas.microsoft.com/office/powerpoint/2010/main" val="9809311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E4D93-51D8-A98D-C885-043577E4DC3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BB20C85-FF06-D254-3FA1-049C8F7868AF}"/>
              </a:ext>
            </a:extLst>
          </p:cNvPr>
          <p:cNvSpPr>
            <a:spLocks noGrp="1"/>
          </p:cNvSpPr>
          <p:nvPr>
            <p:ph idx="1"/>
          </p:nvPr>
        </p:nvSpPr>
        <p:spPr/>
        <p:txBody>
          <a:bodyPr>
            <a:normAutofit fontScale="92500"/>
          </a:bodyPr>
          <a:lstStyle/>
          <a:p>
            <a:r>
              <a:rPr lang="en-US" dirty="0"/>
              <a:t>Age analysis scripts:</a:t>
            </a:r>
          </a:p>
          <a:p>
            <a:endParaRPr lang="en-US" dirty="0"/>
          </a:p>
          <a:p>
            <a:r>
              <a:rPr lang="en-US" dirty="0"/>
              <a:t>TMM/</a:t>
            </a:r>
            <a:r>
              <a:rPr lang="en-US" dirty="0" err="1"/>
              <a:t>dsgrid</a:t>
            </a:r>
            <a:r>
              <a:rPr lang="en-US" dirty="0"/>
              <a:t>\</a:t>
            </a:r>
            <a:r>
              <a:rPr lang="en-US" dirty="0" err="1"/>
              <a:t>dsgrid</a:t>
            </a:r>
            <a:r>
              <a:rPr lang="en-US" dirty="0"/>
              <a:t>-tempo-</a:t>
            </a:r>
            <a:r>
              <a:rPr lang="en-US" dirty="0" err="1"/>
              <a:t>summary.Rmd</a:t>
            </a:r>
            <a:endParaRPr lang="en-US" dirty="0"/>
          </a:p>
          <a:p>
            <a:r>
              <a:rPr lang="en-US" dirty="0" err="1"/>
              <a:t>TEMPO.jl</a:t>
            </a:r>
            <a:r>
              <a:rPr lang="en-US" dirty="0"/>
              <a:t>/Calibration/exogenous…/latest sales shares and age/</a:t>
            </a:r>
          </a:p>
          <a:p>
            <a:r>
              <a:rPr lang="en-US" dirty="0" err="1"/>
              <a:t>Onedrive</a:t>
            </a:r>
            <a:r>
              <a:rPr lang="en-US" dirty="0"/>
              <a:t> – </a:t>
            </a:r>
            <a:r>
              <a:rPr lang="en-US" dirty="0" err="1"/>
              <a:t>eia</a:t>
            </a:r>
            <a:r>
              <a:rPr lang="en-US" dirty="0"/>
              <a:t>, survival, …</a:t>
            </a:r>
          </a:p>
          <a:p>
            <a:r>
              <a:rPr lang="en-US" dirty="0"/>
              <a:t>“age and zev.html” are </a:t>
            </a:r>
            <a:r>
              <a:rPr lang="en-US" dirty="0" err="1"/>
              <a:t>plotly</a:t>
            </a:r>
            <a:r>
              <a:rPr lang="en-US" dirty="0"/>
              <a:t> widgets from </a:t>
            </a:r>
            <a:r>
              <a:rPr lang="en-US" dirty="0" err="1"/>
              <a:t>dsgrid</a:t>
            </a:r>
            <a:r>
              <a:rPr lang="en-US" dirty="0"/>
              <a:t>-tempo-</a:t>
            </a:r>
            <a:r>
              <a:rPr lang="en-US" dirty="0" err="1"/>
              <a:t>summary.Rmd</a:t>
            </a:r>
            <a:endParaRPr lang="en-US" dirty="0"/>
          </a:p>
          <a:p>
            <a:r>
              <a:rPr lang="en-US" dirty="0" err="1"/>
              <a:t>Hhdata</a:t>
            </a:r>
            <a:r>
              <a:rPr lang="en-US" dirty="0"/>
              <a:t>-county-</a:t>
            </a:r>
            <a:r>
              <a:rPr lang="en-US" dirty="0" err="1"/>
              <a:t>summary.R</a:t>
            </a:r>
            <a:endParaRPr lang="en-US" dirty="0"/>
          </a:p>
        </p:txBody>
      </p:sp>
    </p:spTree>
    <p:extLst>
      <p:ext uri="{BB962C8B-B14F-4D97-AF65-F5344CB8AC3E}">
        <p14:creationId xmlns:p14="http://schemas.microsoft.com/office/powerpoint/2010/main" val="20009387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B922A-F4EE-8716-D8F4-4969E69D81B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075A07E-E5B0-0A91-A5DB-77DEA1349EBD}"/>
              </a:ext>
            </a:extLst>
          </p:cNvPr>
          <p:cNvSpPr>
            <a:spLocks noGrp="1"/>
          </p:cNvSpPr>
          <p:nvPr>
            <p:ph idx="1"/>
          </p:nvPr>
        </p:nvSpPr>
        <p:spPr/>
        <p:txBody>
          <a:bodyPr/>
          <a:lstStyle/>
          <a:p>
            <a:r>
              <a:rPr lang="en-US" dirty="0"/>
              <a:t>Also see </a:t>
            </a:r>
            <a:r>
              <a:rPr lang="en-US" dirty="0" err="1"/>
              <a:t>onenote</a:t>
            </a:r>
            <a:r>
              <a:rPr lang="en-US" dirty="0"/>
              <a:t> – copy notes to over here</a:t>
            </a:r>
          </a:p>
        </p:txBody>
      </p:sp>
    </p:spTree>
    <p:extLst>
      <p:ext uri="{BB962C8B-B14F-4D97-AF65-F5344CB8AC3E}">
        <p14:creationId xmlns:p14="http://schemas.microsoft.com/office/powerpoint/2010/main" val="7337535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8D68F-6490-BBAE-8281-4AC41F5C955D}"/>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1D1B642E-1580-B98D-6BDE-56FEBD8A9C14}"/>
              </a:ext>
            </a:extLst>
          </p:cNvPr>
          <p:cNvSpPr>
            <a:spLocks noGrp="1"/>
          </p:cNvSpPr>
          <p:nvPr>
            <p:ph idx="1"/>
          </p:nvPr>
        </p:nvSpPr>
        <p:spPr/>
        <p:txBody>
          <a:bodyPr>
            <a:normAutofit fontScale="55000" lnSpcReduction="20000"/>
          </a:bodyPr>
          <a:lstStyle/>
          <a:p>
            <a:r>
              <a:rPr lang="en-US" dirty="0"/>
              <a:t>Cash for clunkers analyses, systems dynamics analyses</a:t>
            </a:r>
          </a:p>
          <a:p>
            <a:r>
              <a:rPr lang="en-US" dirty="0" err="1"/>
              <a:t>Madalsa</a:t>
            </a:r>
            <a:r>
              <a:rPr lang="en-US" dirty="0"/>
              <a:t> Singh</a:t>
            </a:r>
          </a:p>
          <a:p>
            <a:r>
              <a:rPr lang="en-US" dirty="0" err="1"/>
              <a:t>Milovanoff</a:t>
            </a:r>
            <a:r>
              <a:rPr lang="en-US" dirty="0"/>
              <a:t> (used TEDB and VISION)</a:t>
            </a:r>
          </a:p>
          <a:p>
            <a:r>
              <a:rPr lang="en-US" dirty="0"/>
              <a:t>Al-</a:t>
            </a:r>
            <a:r>
              <a:rPr lang="en-US" dirty="0" err="1"/>
              <a:t>Arfaj</a:t>
            </a:r>
            <a:r>
              <a:rPr lang="en-US" dirty="0"/>
              <a:t> (TEDB)</a:t>
            </a:r>
          </a:p>
          <a:p>
            <a:r>
              <a:rPr lang="en-US" dirty="0"/>
              <a:t>Muratori/Ledna (JVB, VISION, MOVES) (see SI of </a:t>
            </a:r>
            <a:r>
              <a:rPr lang="en-US" dirty="0" err="1"/>
              <a:t>npj</a:t>
            </a:r>
            <a:r>
              <a:rPr lang="en-US" dirty="0"/>
              <a:t> paper)</a:t>
            </a:r>
          </a:p>
          <a:p>
            <a:r>
              <a:rPr lang="en-US" dirty="0"/>
              <a:t>Bento et al. 2018</a:t>
            </a:r>
          </a:p>
          <a:p>
            <a:r>
              <a:rPr lang="en-US" dirty="0"/>
              <a:t>Gohlke, D., </a:t>
            </a:r>
            <a:r>
              <a:rPr lang="en-US" dirty="0" err="1"/>
              <a:t>Cribioli</a:t>
            </a:r>
            <a:r>
              <a:rPr lang="en-US" dirty="0"/>
              <a:t>, M., 2021. Distributions of Real-World Vehicle Travel: Variations in vehicle scrappage by powertrain and size class, unpublished manuscript, Argonne National Laboratory, Argonne, IL, September.</a:t>
            </a:r>
          </a:p>
          <a:p>
            <a:r>
              <a:rPr lang="en-US" dirty="0"/>
              <a:t>NHTSA 2022 TSD update </a:t>
            </a:r>
            <a:r>
              <a:rPr lang="en-US" dirty="0">
                <a:hlinkClick r:id="rId2"/>
              </a:rPr>
              <a:t>https://www.nhtsa.gov/sites/nhtsa.gov/files/2022-04/Final-TSD_CAFE-MY-2024-2026.pdf</a:t>
            </a:r>
            <a:endParaRPr lang="en-US" dirty="0"/>
          </a:p>
          <a:p>
            <a:endParaRPr lang="en-US" dirty="0"/>
          </a:p>
          <a:p>
            <a:r>
              <a:rPr lang="en-US" dirty="0"/>
              <a:t>Dwyer email chain</a:t>
            </a:r>
          </a:p>
          <a:p>
            <a:r>
              <a:rPr lang="en-US" dirty="0"/>
              <a:t>Greene et al. 2024 </a:t>
            </a:r>
            <a:r>
              <a:rPr lang="en-US" dirty="0">
                <a:hlinkClick r:id="rId3"/>
              </a:rPr>
              <a:t>https://www.sciencedirect.com/science/article/pii/S0965856424000302</a:t>
            </a:r>
            <a:endParaRPr lang="en-US" dirty="0"/>
          </a:p>
          <a:p>
            <a:r>
              <a:rPr lang="en-US" dirty="0"/>
              <a:t>Greene et al. 2025a,b</a:t>
            </a:r>
          </a:p>
        </p:txBody>
      </p:sp>
    </p:spTree>
    <p:extLst>
      <p:ext uri="{BB962C8B-B14F-4D97-AF65-F5344CB8AC3E}">
        <p14:creationId xmlns:p14="http://schemas.microsoft.com/office/powerpoint/2010/main" val="41612398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E33DC-D721-891C-4A74-5B2C86300FA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455B21C-2510-BA0F-B567-9613FE652DE8}"/>
              </a:ext>
            </a:extLst>
          </p:cNvPr>
          <p:cNvSpPr>
            <a:spLocks noGrp="1"/>
          </p:cNvSpPr>
          <p:nvPr>
            <p:ph idx="1"/>
          </p:nvPr>
        </p:nvSpPr>
        <p:spPr/>
        <p:txBody>
          <a:bodyPr/>
          <a:lstStyle/>
          <a:p>
            <a:r>
              <a:rPr lang="en-US" dirty="0"/>
              <a:t>County stock vintage profiles</a:t>
            </a:r>
          </a:p>
          <a:p>
            <a:r>
              <a:rPr lang="en-US" dirty="0"/>
              <a:t>Run state or county survival, add new vehicles</a:t>
            </a:r>
          </a:p>
          <a:p>
            <a:r>
              <a:rPr lang="en-US" dirty="0"/>
              <a:t>End up at ?</a:t>
            </a:r>
          </a:p>
          <a:p>
            <a:endParaRPr lang="en-US" dirty="0"/>
          </a:p>
          <a:p>
            <a:endParaRPr lang="en-US" dirty="0"/>
          </a:p>
        </p:txBody>
      </p:sp>
    </p:spTree>
    <p:extLst>
      <p:ext uri="{BB962C8B-B14F-4D97-AF65-F5344CB8AC3E}">
        <p14:creationId xmlns:p14="http://schemas.microsoft.com/office/powerpoint/2010/main" val="3285958361"/>
      </p:ext>
    </p:extLst>
  </p:cSld>
  <p:clrMapOvr>
    <a:masterClrMapping/>
  </p:clrMapOvr>
</p:sld>
</file>

<file path=ppt/theme/theme1.xml><?xml version="1.0" encoding="utf-8"?>
<a:theme xmlns:a="http://schemas.openxmlformats.org/drawingml/2006/main" name="Office Theme">
  <a:themeElements>
    <a:clrScheme name="Custom 10">
      <a:dk1>
        <a:srgbClr val="333333"/>
      </a:dk1>
      <a:lt1>
        <a:srgbClr val="FFFFFF"/>
      </a:lt1>
      <a:dk2>
        <a:srgbClr val="FFC425"/>
      </a:dk2>
      <a:lt2>
        <a:srgbClr val="8DC63F"/>
      </a:lt2>
      <a:accent1>
        <a:srgbClr val="0079C1"/>
      </a:accent1>
      <a:accent2>
        <a:srgbClr val="00A4E4"/>
      </a:accent2>
      <a:accent3>
        <a:srgbClr val="F6A01A"/>
      </a:accent3>
      <a:accent4>
        <a:srgbClr val="5E9732"/>
      </a:accent4>
      <a:accent5>
        <a:srgbClr val="933C06"/>
      </a:accent5>
      <a:accent6>
        <a:srgbClr val="6A737B"/>
      </a:accent6>
      <a:hlink>
        <a:srgbClr val="0079C1"/>
      </a:hlink>
      <a:folHlink>
        <a:srgbClr val="00A4E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16-9-presentation-2019" id="{E8A68D52-70D5-1F45-9E2B-50DC26CDF849}" vid="{0CCD6724-4B42-BC4D-AA89-F63B9FDE5D3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E3CEC36C7EFC44C9CBA011937ADDC02" ma:contentTypeVersion="7" ma:contentTypeDescription="Create a new document." ma:contentTypeScope="" ma:versionID="c20c8ec076910b9bb78e5ce3f89c8c26">
  <xsd:schema xmlns:xsd="http://www.w3.org/2001/XMLSchema" xmlns:xs="http://www.w3.org/2001/XMLSchema" xmlns:p="http://schemas.microsoft.com/office/2006/metadata/properties" xmlns:ns2="bfb5fd01-14ce-4c89-9893-4643479c4e39" targetNamespace="http://schemas.microsoft.com/office/2006/metadata/properties" ma:root="true" ma:fieldsID="e91cfe7aa605880e3e5d1c540163f785" ns2:_="">
    <xsd:import namespace="bfb5fd01-14ce-4c89-9893-4643479c4e39"/>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fb5fd01-14ce-4c89-9893-4643479c4e3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71CA230-88E9-497D-941D-71B11B7C29C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fb5fd01-14ce-4c89-9893-4643479c4e3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B5B95CD-6400-4DF5-82BB-943F4CF50246}">
  <ds:schemaRefs>
    <ds:schemaRef ds:uri="http://schemas.microsoft.com/sharepoint/v3/contenttype/forms"/>
  </ds:schemaRefs>
</ds:datastoreItem>
</file>

<file path=customXml/itemProps3.xml><?xml version="1.0" encoding="utf-8"?>
<ds:datastoreItem xmlns:ds="http://schemas.openxmlformats.org/officeDocument/2006/customXml" ds:itemID="{D3564E8D-C05C-4736-A54E-290B8902915A}">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bfb5fd01-14ce-4c89-9893-4643479c4e39"/>
    <ds:schemaRef ds:uri="http://www.w3.org/XML/1998/namespace"/>
    <ds:schemaRef ds:uri="http://purl.org/dc/dcmitype/"/>
  </ds:schemaRefs>
</ds:datastoreItem>
</file>

<file path=docMetadata/LabelInfo.xml><?xml version="1.0" encoding="utf-8"?>
<clbl:labelList xmlns:clbl="http://schemas.microsoft.com/office/2020/mipLabelMetadata">
  <clbl:label id="{95965d95-ecc0-4720-b759-1f33c42ed7da}" enabled="1" method="Standard" siteId="{a0f29d7e-28cd-4f54-8442-7885aee7c080}" removed="0"/>
</clbl:labelList>
</file>

<file path=docProps/app.xml><?xml version="1.0" encoding="utf-8"?>
<Properties xmlns="http://schemas.openxmlformats.org/officeDocument/2006/extended-properties" xmlns:vt="http://schemas.openxmlformats.org/officeDocument/2006/docPropsVTypes">
  <Template>Office Theme</Template>
  <TotalTime>101479</TotalTime>
  <Words>2855</Words>
  <Application>Microsoft Office PowerPoint</Application>
  <PresentationFormat>On-screen Show (16:9)</PresentationFormat>
  <Paragraphs>310</Paragraphs>
  <Slides>26</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-apple-system</vt:lpstr>
      <vt:lpstr>Aptos</vt:lpstr>
      <vt:lpstr>Arial</vt:lpstr>
      <vt:lpstr>Calibri</vt:lpstr>
      <vt:lpstr>Segoe UI</vt:lpstr>
      <vt:lpstr>Times New Roman</vt:lpstr>
      <vt:lpstr>Office Theme</vt:lpstr>
      <vt:lpstr>PowerPoint Presentation</vt:lpstr>
      <vt:lpstr>county analysis of sales/age/turnover</vt:lpstr>
      <vt:lpstr>Disproportionate ownership of new vehicles and EVs by high-income households</vt:lpstr>
      <vt:lpstr>EV diffusion depends on both  sales share and new sales</vt:lpstr>
      <vt:lpstr>EV sales share and age have been somewhat  anti-correlated so far</vt:lpstr>
      <vt:lpstr>National-level vehicle fleet  survival curve</vt:lpstr>
      <vt:lpstr>National  survival curves 2014-2022</vt:lpstr>
      <vt:lpstr>State-level survival curves, 2019</vt:lpstr>
      <vt:lpstr>Variables explaining  state-level differences in survival</vt:lpstr>
      <vt:lpstr>Generalized state-level survival curves, predicted for 2022, based on 2014-2022 data</vt:lpstr>
      <vt:lpstr>County-level survival? </vt:lpstr>
      <vt:lpstr>Regional survival curves to help TEMPO reflect vehicle age heterogeneity and impact on EV roll-out</vt:lpstr>
      <vt:lpstr>Remaining uncertainty</vt:lpstr>
      <vt:lpstr>MA3T used vehicle modeling</vt:lpstr>
      <vt:lpstr>Future ideas</vt:lpstr>
      <vt:lpstr>MHDV regional survival</vt:lpstr>
      <vt:lpstr>Possible data sources</vt:lpstr>
      <vt:lpstr>EIA Jun meeting notes</vt:lpstr>
      <vt:lpstr>PowerPoint Presentation</vt:lpstr>
      <vt:lpstr>June status</vt:lpstr>
      <vt:lpstr>Emails btwn Arthur and Michael Dwyer</vt:lpstr>
      <vt:lpstr>Thread as of July 1</vt:lpstr>
      <vt:lpstr>PowerPoint Presentation</vt:lpstr>
      <vt:lpstr>PowerPoint Presentation</vt:lpstr>
      <vt:lpstr>References</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NREL Preferred 16:9 Widescreen Presentation Template (.pptx)</dc:title>
  <dc:subject>PowerPoint presentation template for newer wide-screen monitors and TVs.</dc:subject>
  <dc:creator>NREL</dc:creator>
  <cp:keywords/>
  <dc:description/>
  <cp:lastModifiedBy>Yip, Arthur</cp:lastModifiedBy>
  <cp:revision>86</cp:revision>
  <cp:lastPrinted>2018-01-04T20:30:58Z</cp:lastPrinted>
  <dcterms:created xsi:type="dcterms:W3CDTF">2019-02-01T22:56:44Z</dcterms:created>
  <dcterms:modified xsi:type="dcterms:W3CDTF">2025-10-19T12:03:45Z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0x010100FE3CEC36C7EFC44C9CBA011937ADDC02</vt:lpwstr>
  </property>
  <property fmtid="{D5CDD505-2E9C-101B-9397-08002B2CF9AE}" pid="3" name="MSIP_Label_95965d95-ecc0-4720-b759-1f33c42ed7da_Enabled">
    <vt:lpwstr>true</vt:lpwstr>
  </property>
  <property fmtid="{D5CDD505-2E9C-101B-9397-08002B2CF9AE}" pid="4" name="MSIP_Label_95965d95-ecc0-4720-b759-1f33c42ed7da_SetDate">
    <vt:lpwstr>2024-06-06T18:30:42Z</vt:lpwstr>
  </property>
  <property fmtid="{D5CDD505-2E9C-101B-9397-08002B2CF9AE}" pid="5" name="MSIP_Label_95965d95-ecc0-4720-b759-1f33c42ed7da_Method">
    <vt:lpwstr>Standard</vt:lpwstr>
  </property>
  <property fmtid="{D5CDD505-2E9C-101B-9397-08002B2CF9AE}" pid="6" name="MSIP_Label_95965d95-ecc0-4720-b759-1f33c42ed7da_Name">
    <vt:lpwstr>General</vt:lpwstr>
  </property>
  <property fmtid="{D5CDD505-2E9C-101B-9397-08002B2CF9AE}" pid="7" name="MSIP_Label_95965d95-ecc0-4720-b759-1f33c42ed7da_SiteId">
    <vt:lpwstr>a0f29d7e-28cd-4f54-8442-7885aee7c080</vt:lpwstr>
  </property>
  <property fmtid="{D5CDD505-2E9C-101B-9397-08002B2CF9AE}" pid="8" name="MSIP_Label_95965d95-ecc0-4720-b759-1f33c42ed7da_ActionId">
    <vt:lpwstr>e0b11aa5-4655-4660-9f79-5c2bb4e708c9</vt:lpwstr>
  </property>
  <property fmtid="{D5CDD505-2E9C-101B-9397-08002B2CF9AE}" pid="9" name="MSIP_Label_95965d95-ecc0-4720-b759-1f33c42ed7da_ContentBits">
    <vt:lpwstr>0</vt:lpwstr>
  </property>
</Properties>
</file>